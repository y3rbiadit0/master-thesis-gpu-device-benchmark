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embeddedFontLs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Public Sans"/>
      <p:regular r:id="rId66"/>
      <p:bold r:id="rId67"/>
      <p:italic r:id="rId68"/>
      <p:boldItalic r:id="rId69"/>
    </p:embeddedFont>
    <p:embeddedFont>
      <p:font typeface="Commissioner"/>
      <p:regular r:id="rId70"/>
      <p:bold r:id="rId71"/>
    </p:embeddedFont>
    <p:embeddedFont>
      <p:font typeface="DM Sans"/>
      <p:regular r:id="rId72"/>
      <p:bold r:id="rId73"/>
      <p:italic r:id="rId74"/>
      <p:boldItalic r:id="rId75"/>
    </p:embeddedFont>
    <p:embeddedFont>
      <p:font typeface="Karla"/>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EEC7CB3-EAE6-4A39-B62A-DE208ABE0CEE}">
  <a:tblStyle styleId="{9EEC7CB3-EAE6-4A39-B62A-DE208ABE0CE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DMSans-bold.fntdata"/><Relationship Id="rId72" Type="http://schemas.openxmlformats.org/officeDocument/2006/relationships/font" Target="fonts/DMSans-regular.fntdata"/><Relationship Id="rId31" Type="http://schemas.openxmlformats.org/officeDocument/2006/relationships/slide" Target="slides/slide25.xml"/><Relationship Id="rId75" Type="http://schemas.openxmlformats.org/officeDocument/2006/relationships/font" Target="fonts/DMSans-boldItalic.fntdata"/><Relationship Id="rId30" Type="http://schemas.openxmlformats.org/officeDocument/2006/relationships/slide" Target="slides/slide24.xml"/><Relationship Id="rId74" Type="http://schemas.openxmlformats.org/officeDocument/2006/relationships/font" Target="fonts/DMSans-italic.fntdata"/><Relationship Id="rId33" Type="http://schemas.openxmlformats.org/officeDocument/2006/relationships/slide" Target="slides/slide27.xml"/><Relationship Id="rId77" Type="http://schemas.openxmlformats.org/officeDocument/2006/relationships/font" Target="fonts/Karla-bold.fntdata"/><Relationship Id="rId32" Type="http://schemas.openxmlformats.org/officeDocument/2006/relationships/slide" Target="slides/slide26.xml"/><Relationship Id="rId76" Type="http://schemas.openxmlformats.org/officeDocument/2006/relationships/font" Target="fonts/Karla-regular.fntdata"/><Relationship Id="rId35" Type="http://schemas.openxmlformats.org/officeDocument/2006/relationships/slide" Target="slides/slide29.xml"/><Relationship Id="rId79" Type="http://schemas.openxmlformats.org/officeDocument/2006/relationships/font" Target="fonts/Karla-boldItalic.fntdata"/><Relationship Id="rId34" Type="http://schemas.openxmlformats.org/officeDocument/2006/relationships/slide" Target="slides/slide28.xml"/><Relationship Id="rId78" Type="http://schemas.openxmlformats.org/officeDocument/2006/relationships/font" Target="fonts/Karla-italic.fntdata"/><Relationship Id="rId71" Type="http://schemas.openxmlformats.org/officeDocument/2006/relationships/font" Target="fonts/Commissioner-bold.fntdata"/><Relationship Id="rId70" Type="http://schemas.openxmlformats.org/officeDocument/2006/relationships/font" Target="fonts/Commissioner-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4.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6.xml"/><Relationship Id="rId66" Type="http://schemas.openxmlformats.org/officeDocument/2006/relationships/font" Target="fonts/PublicSans-regular.fntdata"/><Relationship Id="rId21" Type="http://schemas.openxmlformats.org/officeDocument/2006/relationships/slide" Target="slides/slide15.xml"/><Relationship Id="rId65" Type="http://schemas.openxmlformats.org/officeDocument/2006/relationships/font" Target="fonts/AmaticSC-bold.fntdata"/><Relationship Id="rId24" Type="http://schemas.openxmlformats.org/officeDocument/2006/relationships/slide" Target="slides/slide18.xml"/><Relationship Id="rId68" Type="http://schemas.openxmlformats.org/officeDocument/2006/relationships/font" Target="fonts/PublicSans-italic.fntdata"/><Relationship Id="rId23" Type="http://schemas.openxmlformats.org/officeDocument/2006/relationships/slide" Target="slides/slide17.xml"/><Relationship Id="rId67" Type="http://schemas.openxmlformats.org/officeDocument/2006/relationships/font" Target="fonts/PublicSans-bold.fntdata"/><Relationship Id="rId60" Type="http://schemas.openxmlformats.org/officeDocument/2006/relationships/font" Target="fonts/RobotoMedium-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ublicSans-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bold.fntdata"/><Relationship Id="rId12" Type="http://schemas.openxmlformats.org/officeDocument/2006/relationships/slide" Target="slides/slide6.xml"/><Relationship Id="rId56" Type="http://schemas.openxmlformats.org/officeDocument/2006/relationships/font" Target="fonts/ProximaNova-regular.fntdata"/><Relationship Id="rId15" Type="http://schemas.openxmlformats.org/officeDocument/2006/relationships/slide" Target="slides/slide9.xml"/><Relationship Id="rId59" Type="http://schemas.openxmlformats.org/officeDocument/2006/relationships/font" Target="fonts/ProximaNova-boldItalic.fntdata"/><Relationship Id="rId14" Type="http://schemas.openxmlformats.org/officeDocument/2006/relationships/slide" Target="slides/slide8.xml"/><Relationship Id="rId58" Type="http://schemas.openxmlformats.org/officeDocument/2006/relationships/font" Target="fonts/ProximaNova-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 name="Shape 303"/>
        <p:cNvGrpSpPr/>
        <p:nvPr/>
      </p:nvGrpSpPr>
      <p:grpSpPr>
        <a:xfrm>
          <a:off x="0" y="0"/>
          <a:ext cx="0" cy="0"/>
          <a:chOff x="0" y="0"/>
          <a:chExt cx="0" cy="0"/>
        </a:xfrm>
      </p:grpSpPr>
      <p:sp>
        <p:nvSpPr>
          <p:cNvPr id="304" name="Google Shape;304;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 name="Shape 315"/>
        <p:cNvGrpSpPr/>
        <p:nvPr/>
      </p:nvGrpSpPr>
      <p:grpSpPr>
        <a:xfrm>
          <a:off x="0" y="0"/>
          <a:ext cx="0" cy="0"/>
          <a:chOff x="0" y="0"/>
          <a:chExt cx="0" cy="0"/>
        </a:xfrm>
      </p:grpSpPr>
      <p:sp>
        <p:nvSpPr>
          <p:cNvPr id="316" name="Google Shape;316;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 name="Google Shape;317;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 name="Google Shape;349;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 name="Shape 371"/>
        <p:cNvGrpSpPr/>
        <p:nvPr/>
      </p:nvGrpSpPr>
      <p:grpSpPr>
        <a:xfrm>
          <a:off x="0" y="0"/>
          <a:ext cx="0" cy="0"/>
          <a:chOff x="0" y="0"/>
          <a:chExt cx="0" cy="0"/>
        </a:xfrm>
      </p:grpSpPr>
      <p:sp>
        <p:nvSpPr>
          <p:cNvPr id="372" name="Google Shape;372;ged9256fe6f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 name="Google Shape;373;ged9256fe6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 name="Shape 380"/>
        <p:cNvGrpSpPr/>
        <p:nvPr/>
      </p:nvGrpSpPr>
      <p:grpSpPr>
        <a:xfrm>
          <a:off x="0" y="0"/>
          <a:ext cx="0" cy="0"/>
          <a:chOff x="0" y="0"/>
          <a:chExt cx="0" cy="0"/>
        </a:xfrm>
      </p:grpSpPr>
      <p:sp>
        <p:nvSpPr>
          <p:cNvPr id="381" name="Google Shape;381;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 name="Google Shape;382;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g1dd46dd1d67_2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 name="Google Shape;394;g1dd46dd1d67_2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 name="Shape 415"/>
        <p:cNvGrpSpPr/>
        <p:nvPr/>
      </p:nvGrpSpPr>
      <p:grpSpPr>
        <a:xfrm>
          <a:off x="0" y="0"/>
          <a:ext cx="0" cy="0"/>
          <a:chOff x="0" y="0"/>
          <a:chExt cx="0" cy="0"/>
        </a:xfrm>
      </p:grpSpPr>
      <p:sp>
        <p:nvSpPr>
          <p:cNvPr id="416" name="Google Shape;416;g1dd46dd1d67_2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7" name="Google Shape;417;g1dd46dd1d67_2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g117b871a4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g117b871a4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g1dd46dd1d67_2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 name="Google Shape;508;g1dd46dd1d67_2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 name="Shape 543"/>
        <p:cNvGrpSpPr/>
        <p:nvPr/>
      </p:nvGrpSpPr>
      <p:grpSpPr>
        <a:xfrm>
          <a:off x="0" y="0"/>
          <a:ext cx="0" cy="0"/>
          <a:chOff x="0" y="0"/>
          <a:chExt cx="0" cy="0"/>
        </a:xfrm>
      </p:grpSpPr>
      <p:sp>
        <p:nvSpPr>
          <p:cNvPr id="544" name="Google Shape;544;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5" name="Google Shape;545;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117b8719ecc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117b8719ecc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 name="Shape 576"/>
        <p:cNvGrpSpPr/>
        <p:nvPr/>
      </p:nvGrpSpPr>
      <p:grpSpPr>
        <a:xfrm>
          <a:off x="0" y="0"/>
          <a:ext cx="0" cy="0"/>
          <a:chOff x="0" y="0"/>
          <a:chExt cx="0" cy="0"/>
        </a:xfrm>
      </p:grpSpPr>
      <p:sp>
        <p:nvSpPr>
          <p:cNvPr id="577" name="Google Shape;577;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 name="Google Shape;578;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 name="Google Shape;623;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 name="Shape 635"/>
        <p:cNvGrpSpPr/>
        <p:nvPr/>
      </p:nvGrpSpPr>
      <p:grpSpPr>
        <a:xfrm>
          <a:off x="0" y="0"/>
          <a:ext cx="0" cy="0"/>
          <a:chOff x="0" y="0"/>
          <a:chExt cx="0" cy="0"/>
        </a:xfrm>
      </p:grpSpPr>
      <p:sp>
        <p:nvSpPr>
          <p:cNvPr id="636" name="Google Shape;636;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 name="Google Shape;637;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 name="Shape 654"/>
        <p:cNvGrpSpPr/>
        <p:nvPr/>
      </p:nvGrpSpPr>
      <p:grpSpPr>
        <a:xfrm>
          <a:off x="0" y="0"/>
          <a:ext cx="0" cy="0"/>
          <a:chOff x="0" y="0"/>
          <a:chExt cx="0" cy="0"/>
        </a:xfrm>
      </p:grpSpPr>
      <p:sp>
        <p:nvSpPr>
          <p:cNvPr id="655" name="Google Shape;655;g1dd46dd1d67_2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 name="Google Shape;656;g1dd46dd1d67_2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 name="Shape 788"/>
        <p:cNvGrpSpPr/>
        <p:nvPr/>
      </p:nvGrpSpPr>
      <p:grpSpPr>
        <a:xfrm>
          <a:off x="0" y="0"/>
          <a:ext cx="0" cy="0"/>
          <a:chOff x="0" y="0"/>
          <a:chExt cx="0" cy="0"/>
        </a:xfrm>
      </p:grpSpPr>
      <p:sp>
        <p:nvSpPr>
          <p:cNvPr id="789" name="Google Shape;789;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 name="Google Shape;790;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g1dd46dd1d67_2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 name="Google Shape;796;g1dd46dd1d67_2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 name="Shape 812"/>
        <p:cNvGrpSpPr/>
        <p:nvPr/>
      </p:nvGrpSpPr>
      <p:grpSpPr>
        <a:xfrm>
          <a:off x="0" y="0"/>
          <a:ext cx="0" cy="0"/>
          <a:chOff x="0" y="0"/>
          <a:chExt cx="0" cy="0"/>
        </a:xfrm>
      </p:grpSpPr>
      <p:sp>
        <p:nvSpPr>
          <p:cNvPr id="813" name="Google Shape;813;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4" name="Google Shape;814;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 name="Shape 830"/>
        <p:cNvGrpSpPr/>
        <p:nvPr/>
      </p:nvGrpSpPr>
      <p:grpSpPr>
        <a:xfrm>
          <a:off x="0" y="0"/>
          <a:ext cx="0" cy="0"/>
          <a:chOff x="0" y="0"/>
          <a:chExt cx="0" cy="0"/>
        </a:xfrm>
      </p:grpSpPr>
      <p:sp>
        <p:nvSpPr>
          <p:cNvPr id="831" name="Google Shape;831;g26d9c4a686b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 name="Google Shape;832;g26d9c4a686b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 name="Shape 1043"/>
        <p:cNvGrpSpPr/>
        <p:nvPr/>
      </p:nvGrpSpPr>
      <p:grpSpPr>
        <a:xfrm>
          <a:off x="0" y="0"/>
          <a:ext cx="0" cy="0"/>
          <a:chOff x="0" y="0"/>
          <a:chExt cx="0" cy="0"/>
        </a:xfrm>
      </p:grpSpPr>
      <p:sp>
        <p:nvSpPr>
          <p:cNvPr id="1044" name="Google Shape;1044;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 name="Google Shape;1045;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 name="Shape 1049"/>
        <p:cNvGrpSpPr/>
        <p:nvPr/>
      </p:nvGrpSpPr>
      <p:grpSpPr>
        <a:xfrm>
          <a:off x="0" y="0"/>
          <a:ext cx="0" cy="0"/>
          <a:chOff x="0" y="0"/>
          <a:chExt cx="0" cy="0"/>
        </a:xfrm>
      </p:grpSpPr>
      <p:sp>
        <p:nvSpPr>
          <p:cNvPr id="1050" name="Google Shape;1050;g26d9c4a686b_0_110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 name="Google Shape;1051;g26d9c4a686b_0_110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 name="Shape 1055"/>
        <p:cNvGrpSpPr/>
        <p:nvPr/>
      </p:nvGrpSpPr>
      <p:grpSpPr>
        <a:xfrm>
          <a:off x="0" y="0"/>
          <a:ext cx="0" cy="0"/>
          <a:chOff x="0" y="0"/>
          <a:chExt cx="0" cy="0"/>
        </a:xfrm>
      </p:grpSpPr>
      <p:sp>
        <p:nvSpPr>
          <p:cNvPr id="1056" name="Google Shape;1056;g26d9c4a686b_0_11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7" name="Google Shape;1057;g26d9c4a686b_0_11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 name="Shape 1061"/>
        <p:cNvGrpSpPr/>
        <p:nvPr/>
      </p:nvGrpSpPr>
      <p:grpSpPr>
        <a:xfrm>
          <a:off x="0" y="0"/>
          <a:ext cx="0" cy="0"/>
          <a:chOff x="0" y="0"/>
          <a:chExt cx="0" cy="0"/>
        </a:xfrm>
      </p:grpSpPr>
      <p:sp>
        <p:nvSpPr>
          <p:cNvPr id="1062" name="Google Shape;1062;g26d9c4a686b_0_11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 name="Google Shape;1063;g26d9c4a686b_0_11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 name="Shape 1079"/>
        <p:cNvGrpSpPr/>
        <p:nvPr/>
      </p:nvGrpSpPr>
      <p:grpSpPr>
        <a:xfrm>
          <a:off x="0" y="0"/>
          <a:ext cx="0" cy="0"/>
          <a:chOff x="0" y="0"/>
          <a:chExt cx="0" cy="0"/>
        </a:xfrm>
      </p:grpSpPr>
      <p:sp>
        <p:nvSpPr>
          <p:cNvPr id="1080" name="Google Shape;1080;g26d9c4a686b_0_110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 name="Google Shape;1081;g26d9c4a686b_0_110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5" name="Shape 1095"/>
        <p:cNvGrpSpPr/>
        <p:nvPr/>
      </p:nvGrpSpPr>
      <p:grpSpPr>
        <a:xfrm>
          <a:off x="0" y="0"/>
          <a:ext cx="0" cy="0"/>
          <a:chOff x="0" y="0"/>
          <a:chExt cx="0" cy="0"/>
        </a:xfrm>
      </p:grpSpPr>
      <p:sp>
        <p:nvSpPr>
          <p:cNvPr id="1096" name="Google Shape;1096;g26d9c4a686b_0_11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7" name="Google Shape;1097;g26d9c4a686b_0_11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g26d9c4a686b_0_114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4" name="Google Shape;1434;g26d9c4a686b_0_114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6" name="Shape 7346"/>
        <p:cNvGrpSpPr/>
        <p:nvPr/>
      </p:nvGrpSpPr>
      <p:grpSpPr>
        <a:xfrm>
          <a:off x="0" y="0"/>
          <a:ext cx="0" cy="0"/>
          <a:chOff x="0" y="0"/>
          <a:chExt cx="0" cy="0"/>
        </a:xfrm>
      </p:grpSpPr>
      <p:sp>
        <p:nvSpPr>
          <p:cNvPr id="7347" name="Google Shape;7347;g26d9c4a686b_0_17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8" name="Google Shape;7348;g26d9c4a686b_0_17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3" name="Shape 7773"/>
        <p:cNvGrpSpPr/>
        <p:nvPr/>
      </p:nvGrpSpPr>
      <p:grpSpPr>
        <a:xfrm>
          <a:off x="0" y="0"/>
          <a:ext cx="0" cy="0"/>
          <a:chOff x="0" y="0"/>
          <a:chExt cx="0" cy="0"/>
        </a:xfrm>
      </p:grpSpPr>
      <p:sp>
        <p:nvSpPr>
          <p:cNvPr id="7774" name="Google Shape;7774;g26d9c4a686b_0_17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5" name="Google Shape;7775;g26d9c4a686b_0_17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6" name="Shape 7936"/>
        <p:cNvGrpSpPr/>
        <p:nvPr/>
      </p:nvGrpSpPr>
      <p:grpSpPr>
        <a:xfrm>
          <a:off x="0" y="0"/>
          <a:ext cx="0" cy="0"/>
          <a:chOff x="0" y="0"/>
          <a:chExt cx="0" cy="0"/>
        </a:xfrm>
      </p:grpSpPr>
      <p:sp>
        <p:nvSpPr>
          <p:cNvPr id="7937" name="Google Shape;7937;g26d9c4a686b_0_179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8" name="Google Shape;7938;g26d9c4a686b_0_179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8" name="Shape 8338"/>
        <p:cNvGrpSpPr/>
        <p:nvPr/>
      </p:nvGrpSpPr>
      <p:grpSpPr>
        <a:xfrm>
          <a:off x="0" y="0"/>
          <a:ext cx="0" cy="0"/>
          <a:chOff x="0" y="0"/>
          <a:chExt cx="0" cy="0"/>
        </a:xfrm>
      </p:grpSpPr>
      <p:sp>
        <p:nvSpPr>
          <p:cNvPr id="8339" name="Google Shape;8339;g26d9c4a686b_0_18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0" name="Google Shape;8340;g26d9c4a686b_0_18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9" name="Shape 8709"/>
        <p:cNvGrpSpPr/>
        <p:nvPr/>
      </p:nvGrpSpPr>
      <p:grpSpPr>
        <a:xfrm>
          <a:off x="0" y="0"/>
          <a:ext cx="0" cy="0"/>
          <a:chOff x="0" y="0"/>
          <a:chExt cx="0" cy="0"/>
        </a:xfrm>
      </p:grpSpPr>
      <p:sp>
        <p:nvSpPr>
          <p:cNvPr id="8710" name="Google Shape;8710;g26d9c4a686b_0_18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1" name="Google Shape;8711;g26d9c4a686b_0_18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3" name="Shape 9023"/>
        <p:cNvGrpSpPr/>
        <p:nvPr/>
      </p:nvGrpSpPr>
      <p:grpSpPr>
        <a:xfrm>
          <a:off x="0" y="0"/>
          <a:ext cx="0" cy="0"/>
          <a:chOff x="0" y="0"/>
          <a:chExt cx="0" cy="0"/>
        </a:xfrm>
      </p:grpSpPr>
      <p:sp>
        <p:nvSpPr>
          <p:cNvPr id="9024" name="Google Shape;9024;g26d9c4a686b_0_190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5" name="Google Shape;9025;g26d9c4a686b_0_190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4" name="Shape 9314"/>
        <p:cNvGrpSpPr/>
        <p:nvPr/>
      </p:nvGrpSpPr>
      <p:grpSpPr>
        <a:xfrm>
          <a:off x="0" y="0"/>
          <a:ext cx="0" cy="0"/>
          <a:chOff x="0" y="0"/>
          <a:chExt cx="0" cy="0"/>
        </a:xfrm>
      </p:grpSpPr>
      <p:sp>
        <p:nvSpPr>
          <p:cNvPr id="9315" name="Google Shape;9315;g26d9c4a686b_0_19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6" name="Google Shape;9316;g26d9c4a686b_0_19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3" name="Shape 9673"/>
        <p:cNvGrpSpPr/>
        <p:nvPr/>
      </p:nvGrpSpPr>
      <p:grpSpPr>
        <a:xfrm>
          <a:off x="0" y="0"/>
          <a:ext cx="0" cy="0"/>
          <a:chOff x="0" y="0"/>
          <a:chExt cx="0" cy="0"/>
        </a:xfrm>
      </p:grpSpPr>
      <p:sp>
        <p:nvSpPr>
          <p:cNvPr id="9674" name="Google Shape;9674;g26d9c4a686b_0_196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5" name="Google Shape;9675;g26d9c4a686b_0_196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0" name="Shape 10090"/>
        <p:cNvGrpSpPr/>
        <p:nvPr/>
      </p:nvGrpSpPr>
      <p:grpSpPr>
        <a:xfrm>
          <a:off x="0" y="0"/>
          <a:ext cx="0" cy="0"/>
          <a:chOff x="0" y="0"/>
          <a:chExt cx="0" cy="0"/>
        </a:xfrm>
      </p:grpSpPr>
      <p:sp>
        <p:nvSpPr>
          <p:cNvPr id="10091" name="Google Shape;10091;g26d9c4a686b_0_200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92" name="Google Shape;10092;g26d9c4a686b_0_200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0" name="Shape 10430"/>
        <p:cNvGrpSpPr/>
        <p:nvPr/>
      </p:nvGrpSpPr>
      <p:grpSpPr>
        <a:xfrm>
          <a:off x="0" y="0"/>
          <a:ext cx="0" cy="0"/>
          <a:chOff x="0" y="0"/>
          <a:chExt cx="0" cy="0"/>
        </a:xfrm>
      </p:grpSpPr>
      <p:sp>
        <p:nvSpPr>
          <p:cNvPr id="10431" name="Google Shape;10431;g26d9c4a686b_0_20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2" name="Google Shape;10432;g26d9c4a686b_0_20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8" name="Shape 10618"/>
        <p:cNvGrpSpPr/>
        <p:nvPr/>
      </p:nvGrpSpPr>
      <p:grpSpPr>
        <a:xfrm>
          <a:off x="0" y="0"/>
          <a:ext cx="0" cy="0"/>
          <a:chOff x="0" y="0"/>
          <a:chExt cx="0" cy="0"/>
        </a:xfrm>
      </p:grpSpPr>
      <p:sp>
        <p:nvSpPr>
          <p:cNvPr id="10619" name="Google Shape;10619;g26d9c4a686b_0_20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20" name="Google Shape;10620;g26d9c4a686b_0_20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4" name="Shape 10864"/>
        <p:cNvGrpSpPr/>
        <p:nvPr/>
      </p:nvGrpSpPr>
      <p:grpSpPr>
        <a:xfrm>
          <a:off x="0" y="0"/>
          <a:ext cx="0" cy="0"/>
          <a:chOff x="0" y="0"/>
          <a:chExt cx="0" cy="0"/>
        </a:xfrm>
      </p:grpSpPr>
      <p:sp>
        <p:nvSpPr>
          <p:cNvPr id="10865" name="Google Shape;10865;g26d9c4a686b_0_22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66" name="Google Shape;10866;g26d9c4a686b_0_22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 Id="rId4"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 Id="rId7" Type="http://schemas.openxmlformats.org/officeDocument/2006/relationships/image" Target="../media/image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 name="Google Shape;10;p2"/>
          <p:cNvSpPr txBox="1"/>
          <p:nvPr>
            <p:ph type="ctrTitle"/>
          </p:nvPr>
        </p:nvSpPr>
        <p:spPr>
          <a:xfrm>
            <a:off x="1577850" y="1678056"/>
            <a:ext cx="5988300" cy="13383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b="0" sz="4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78450" y="3062656"/>
            <a:ext cx="2787000" cy="659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None/>
              <a:defRPr sz="1600">
                <a:solidFill>
                  <a:schemeClr val="lt1"/>
                </a:solidFill>
                <a:latin typeface="Commissioner"/>
                <a:ea typeface="Commissioner"/>
                <a:cs typeface="Commissioner"/>
                <a:sym typeface="Commissioner"/>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 name="Google Shape;14;p3"/>
          <p:cNvSpPr txBox="1"/>
          <p:nvPr>
            <p:ph type="title"/>
          </p:nvPr>
        </p:nvSpPr>
        <p:spPr>
          <a:xfrm>
            <a:off x="2351175" y="2419588"/>
            <a:ext cx="44415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b="0"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3909825" y="1433013"/>
            <a:ext cx="1324200" cy="10629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b="1"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2351175" y="3110988"/>
            <a:ext cx="4441500" cy="41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600"/>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pic>
        <p:nvPicPr>
          <p:cNvPr id="18" name="Google Shape;18;p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 name="Google Shape;1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 name="Google Shape;20;p4"/>
          <p:cNvSpPr txBox="1"/>
          <p:nvPr>
            <p:ph idx="1" type="body"/>
          </p:nvPr>
        </p:nvSpPr>
        <p:spPr>
          <a:xfrm>
            <a:off x="720000" y="1258125"/>
            <a:ext cx="7704000" cy="32331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grpSp>
        <p:nvGrpSpPr>
          <p:cNvPr id="21" name="Google Shape;21;p4"/>
          <p:cNvGrpSpPr/>
          <p:nvPr/>
        </p:nvGrpSpPr>
        <p:grpSpPr>
          <a:xfrm>
            <a:off x="-326460" y="4030992"/>
            <a:ext cx="4232325" cy="1797250"/>
            <a:chOff x="-326460" y="4030992"/>
            <a:chExt cx="4232325" cy="1797250"/>
          </a:xfrm>
        </p:grpSpPr>
        <p:pic>
          <p:nvPicPr>
            <p:cNvPr id="22" name="Google Shape;22;p4"/>
            <p:cNvPicPr preferRelativeResize="0"/>
            <p:nvPr/>
          </p:nvPicPr>
          <p:blipFill>
            <a:blip r:embed="rId3">
              <a:alphaModFix/>
            </a:blip>
            <a:stretch>
              <a:fillRect/>
            </a:stretch>
          </p:blipFill>
          <p:spPr>
            <a:xfrm flipH="1" rot="10800000">
              <a:off x="-326460" y="4030992"/>
              <a:ext cx="3336551" cy="1797250"/>
            </a:xfrm>
            <a:prstGeom prst="rect">
              <a:avLst/>
            </a:prstGeom>
            <a:noFill/>
            <a:ln>
              <a:noFill/>
            </a:ln>
          </p:spPr>
        </p:pic>
        <p:pic>
          <p:nvPicPr>
            <p:cNvPr id="23" name="Google Shape;23;p4"/>
            <p:cNvPicPr preferRelativeResize="0"/>
            <p:nvPr/>
          </p:nvPicPr>
          <p:blipFill>
            <a:blip r:embed="rId4">
              <a:alphaModFix/>
            </a:blip>
            <a:stretch>
              <a:fillRect/>
            </a:stretch>
          </p:blipFill>
          <p:spPr>
            <a:xfrm flipH="1" rot="10800000">
              <a:off x="-326460" y="4439742"/>
              <a:ext cx="4232325" cy="1338350"/>
            </a:xfrm>
            <a:prstGeom prst="rect">
              <a:avLst/>
            </a:prstGeom>
            <a:noFill/>
            <a:ln>
              <a:noFill/>
            </a:ln>
            <a:effectLst>
              <a:outerShdw blurRad="128588" rotWithShape="0" algn="bl" dir="16020000" dist="57150">
                <a:schemeClr val="lt1">
                  <a:alpha val="25000"/>
                </a:schemeClr>
              </a:outerShdw>
            </a:effectLst>
          </p:spPr>
        </p:pic>
      </p:grpSp>
      <p:grpSp>
        <p:nvGrpSpPr>
          <p:cNvPr id="24" name="Google Shape;24;p4"/>
          <p:cNvGrpSpPr/>
          <p:nvPr/>
        </p:nvGrpSpPr>
        <p:grpSpPr>
          <a:xfrm>
            <a:off x="4883436" y="-851467"/>
            <a:ext cx="4519251" cy="1875502"/>
            <a:chOff x="4883436" y="-851467"/>
            <a:chExt cx="4519251" cy="1875502"/>
          </a:xfrm>
        </p:grpSpPr>
        <p:pic>
          <p:nvPicPr>
            <p:cNvPr id="25" name="Google Shape;25;p4"/>
            <p:cNvPicPr preferRelativeResize="0"/>
            <p:nvPr/>
          </p:nvPicPr>
          <p:blipFill>
            <a:blip r:embed="rId3">
              <a:alphaModFix/>
            </a:blip>
            <a:stretch>
              <a:fillRect/>
            </a:stretch>
          </p:blipFill>
          <p:spPr>
            <a:xfrm flipH="1">
              <a:off x="6066136" y="-773214"/>
              <a:ext cx="3336551" cy="1797250"/>
            </a:xfrm>
            <a:prstGeom prst="rect">
              <a:avLst/>
            </a:prstGeom>
            <a:noFill/>
            <a:ln>
              <a:noFill/>
            </a:ln>
          </p:spPr>
        </p:pic>
        <p:pic>
          <p:nvPicPr>
            <p:cNvPr id="26" name="Google Shape;26;p4"/>
            <p:cNvPicPr preferRelativeResize="0"/>
            <p:nvPr/>
          </p:nvPicPr>
          <p:blipFill>
            <a:blip r:embed="rId4">
              <a:alphaModFix/>
            </a:blip>
            <a:stretch>
              <a:fillRect/>
            </a:stretch>
          </p:blipFill>
          <p:spPr>
            <a:xfrm flipH="1">
              <a:off x="4883436" y="-851467"/>
              <a:ext cx="4519251" cy="1429075"/>
            </a:xfrm>
            <a:prstGeom prst="rect">
              <a:avLst/>
            </a:prstGeom>
            <a:noFill/>
            <a:ln>
              <a:noFill/>
            </a:ln>
            <a:effectLst>
              <a:outerShdw blurRad="142875" rotWithShape="0" algn="bl" dir="10800000" dist="76200">
                <a:schemeClr val="lt1">
                  <a:alpha val="25000"/>
                </a:schemeClr>
              </a:outerShdw>
            </a:effectLst>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7" name="Shape 27"/>
        <p:cNvGrpSpPr/>
        <p:nvPr/>
      </p:nvGrpSpPr>
      <p:grpSpPr>
        <a:xfrm>
          <a:off x="0" y="0"/>
          <a:ext cx="0" cy="0"/>
          <a:chOff x="0" y="0"/>
          <a:chExt cx="0" cy="0"/>
        </a:xfrm>
      </p:grpSpPr>
      <p:pic>
        <p:nvPicPr>
          <p:cNvPr id="28" name="Google Shape;28;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 name="Google Shape;2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 name="Google Shape;30;p5"/>
          <p:cNvSpPr txBox="1"/>
          <p:nvPr>
            <p:ph idx="1" type="subTitle"/>
          </p:nvPr>
        </p:nvSpPr>
        <p:spPr>
          <a:xfrm>
            <a:off x="4725900" y="1759553"/>
            <a:ext cx="3698100" cy="2736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2800"/>
              <a:buChar char="○"/>
              <a:defRPr sz="2800"/>
            </a:lvl2pPr>
            <a:lvl3pPr lvl="2" rtl="0" algn="ctr">
              <a:lnSpc>
                <a:spcPct val="115000"/>
              </a:lnSpc>
              <a:spcBef>
                <a:spcPts val="0"/>
              </a:spcBef>
              <a:spcAft>
                <a:spcPts val="0"/>
              </a:spcAft>
              <a:buSzPts val="2800"/>
              <a:buChar char="■"/>
              <a:defRPr sz="2800"/>
            </a:lvl3pPr>
            <a:lvl4pPr lvl="3" rtl="0" algn="ctr">
              <a:lnSpc>
                <a:spcPct val="115000"/>
              </a:lnSpc>
              <a:spcBef>
                <a:spcPts val="0"/>
              </a:spcBef>
              <a:spcAft>
                <a:spcPts val="0"/>
              </a:spcAft>
              <a:buSzPts val="2800"/>
              <a:buChar char="●"/>
              <a:defRPr sz="2800"/>
            </a:lvl4pPr>
            <a:lvl5pPr lvl="4" rtl="0" algn="ctr">
              <a:lnSpc>
                <a:spcPct val="115000"/>
              </a:lnSpc>
              <a:spcBef>
                <a:spcPts val="0"/>
              </a:spcBef>
              <a:spcAft>
                <a:spcPts val="0"/>
              </a:spcAft>
              <a:buSzPts val="2800"/>
              <a:buChar char="○"/>
              <a:defRPr sz="2800"/>
            </a:lvl5pPr>
            <a:lvl6pPr lvl="5" rtl="0" algn="ctr">
              <a:lnSpc>
                <a:spcPct val="115000"/>
              </a:lnSpc>
              <a:spcBef>
                <a:spcPts val="0"/>
              </a:spcBef>
              <a:spcAft>
                <a:spcPts val="0"/>
              </a:spcAft>
              <a:buSzPts val="2800"/>
              <a:buChar char="■"/>
              <a:defRPr sz="2800"/>
            </a:lvl6pPr>
            <a:lvl7pPr lvl="6" rtl="0" algn="ctr">
              <a:lnSpc>
                <a:spcPct val="115000"/>
              </a:lnSpc>
              <a:spcBef>
                <a:spcPts val="0"/>
              </a:spcBef>
              <a:spcAft>
                <a:spcPts val="0"/>
              </a:spcAft>
              <a:buSzPts val="2800"/>
              <a:buChar char="●"/>
              <a:defRPr sz="2800"/>
            </a:lvl7pPr>
            <a:lvl8pPr lvl="7" rtl="0" algn="ctr">
              <a:lnSpc>
                <a:spcPct val="115000"/>
              </a:lnSpc>
              <a:spcBef>
                <a:spcPts val="0"/>
              </a:spcBef>
              <a:spcAft>
                <a:spcPts val="0"/>
              </a:spcAft>
              <a:buSzPts val="2800"/>
              <a:buChar char="○"/>
              <a:defRPr sz="2800"/>
            </a:lvl8pPr>
            <a:lvl9pPr lvl="8" rtl="0" algn="ctr">
              <a:lnSpc>
                <a:spcPct val="115000"/>
              </a:lnSpc>
              <a:spcBef>
                <a:spcPts val="0"/>
              </a:spcBef>
              <a:spcAft>
                <a:spcPts val="0"/>
              </a:spcAft>
              <a:buSzPts val="2800"/>
              <a:buChar char="■"/>
              <a:defRPr sz="2800"/>
            </a:lvl9pPr>
          </a:lstStyle>
          <a:p/>
        </p:txBody>
      </p:sp>
      <p:sp>
        <p:nvSpPr>
          <p:cNvPr id="31" name="Google Shape;31;p5"/>
          <p:cNvSpPr txBox="1"/>
          <p:nvPr>
            <p:ph idx="2" type="subTitle"/>
          </p:nvPr>
        </p:nvSpPr>
        <p:spPr>
          <a:xfrm>
            <a:off x="720000" y="1759553"/>
            <a:ext cx="3698100" cy="2736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1400"/>
              <a:buChar char="○"/>
              <a:defRPr sz="2800"/>
            </a:lvl2pPr>
            <a:lvl3pPr lvl="2" rtl="0" algn="ctr">
              <a:lnSpc>
                <a:spcPct val="115000"/>
              </a:lnSpc>
              <a:spcBef>
                <a:spcPts val="0"/>
              </a:spcBef>
              <a:spcAft>
                <a:spcPts val="0"/>
              </a:spcAft>
              <a:buSzPts val="1400"/>
              <a:buChar char="■"/>
              <a:defRPr sz="2800"/>
            </a:lvl3pPr>
            <a:lvl4pPr lvl="3" rtl="0" algn="ctr">
              <a:lnSpc>
                <a:spcPct val="115000"/>
              </a:lnSpc>
              <a:spcBef>
                <a:spcPts val="0"/>
              </a:spcBef>
              <a:spcAft>
                <a:spcPts val="0"/>
              </a:spcAft>
              <a:buSzPts val="1400"/>
              <a:buChar char="●"/>
              <a:defRPr sz="2800"/>
            </a:lvl4pPr>
            <a:lvl5pPr lvl="4" rtl="0" algn="ctr">
              <a:lnSpc>
                <a:spcPct val="115000"/>
              </a:lnSpc>
              <a:spcBef>
                <a:spcPts val="0"/>
              </a:spcBef>
              <a:spcAft>
                <a:spcPts val="0"/>
              </a:spcAft>
              <a:buSzPts val="1400"/>
              <a:buChar char="○"/>
              <a:defRPr sz="2800"/>
            </a:lvl5pPr>
            <a:lvl6pPr lvl="5" rtl="0" algn="ctr">
              <a:lnSpc>
                <a:spcPct val="115000"/>
              </a:lnSpc>
              <a:spcBef>
                <a:spcPts val="0"/>
              </a:spcBef>
              <a:spcAft>
                <a:spcPts val="0"/>
              </a:spcAft>
              <a:buSzPts val="1400"/>
              <a:buChar char="■"/>
              <a:defRPr sz="2800"/>
            </a:lvl6pPr>
            <a:lvl7pPr lvl="6" rtl="0" algn="ctr">
              <a:lnSpc>
                <a:spcPct val="115000"/>
              </a:lnSpc>
              <a:spcBef>
                <a:spcPts val="0"/>
              </a:spcBef>
              <a:spcAft>
                <a:spcPts val="0"/>
              </a:spcAft>
              <a:buSzPts val="1400"/>
              <a:buChar char="●"/>
              <a:defRPr sz="2800"/>
            </a:lvl7pPr>
            <a:lvl8pPr lvl="7" rtl="0" algn="ctr">
              <a:lnSpc>
                <a:spcPct val="115000"/>
              </a:lnSpc>
              <a:spcBef>
                <a:spcPts val="0"/>
              </a:spcBef>
              <a:spcAft>
                <a:spcPts val="0"/>
              </a:spcAft>
              <a:buSzPts val="1400"/>
              <a:buChar char="○"/>
              <a:defRPr sz="2800"/>
            </a:lvl8pPr>
            <a:lvl9pPr lvl="8" rtl="0" algn="ctr">
              <a:lnSpc>
                <a:spcPct val="115000"/>
              </a:lnSpc>
              <a:spcBef>
                <a:spcPts val="0"/>
              </a:spcBef>
              <a:spcAft>
                <a:spcPts val="0"/>
              </a:spcAft>
              <a:buSzPts val="1400"/>
              <a:buChar char="■"/>
              <a:defRPr sz="2800"/>
            </a:lvl9pPr>
          </a:lstStyle>
          <a:p/>
        </p:txBody>
      </p:sp>
      <p:sp>
        <p:nvSpPr>
          <p:cNvPr id="32" name="Google Shape;32;p5"/>
          <p:cNvSpPr txBox="1"/>
          <p:nvPr>
            <p:ph idx="3" type="subTitle"/>
          </p:nvPr>
        </p:nvSpPr>
        <p:spPr>
          <a:xfrm>
            <a:off x="720000" y="1309675"/>
            <a:ext cx="3698100" cy="4500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p:txBody>
      </p:sp>
      <p:sp>
        <p:nvSpPr>
          <p:cNvPr id="33" name="Google Shape;33;p5"/>
          <p:cNvSpPr txBox="1"/>
          <p:nvPr>
            <p:ph idx="4" type="subTitle"/>
          </p:nvPr>
        </p:nvSpPr>
        <p:spPr>
          <a:xfrm>
            <a:off x="4725900" y="1309675"/>
            <a:ext cx="3698100" cy="4500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p:txBody>
      </p:sp>
      <p:grpSp>
        <p:nvGrpSpPr>
          <p:cNvPr id="34" name="Google Shape;34;p5"/>
          <p:cNvGrpSpPr/>
          <p:nvPr/>
        </p:nvGrpSpPr>
        <p:grpSpPr>
          <a:xfrm>
            <a:off x="-15997" y="-851467"/>
            <a:ext cx="9285322" cy="6729834"/>
            <a:chOff x="-15997" y="-851467"/>
            <a:chExt cx="9285322" cy="6729834"/>
          </a:xfrm>
        </p:grpSpPr>
        <p:grpSp>
          <p:nvGrpSpPr>
            <p:cNvPr id="35" name="Google Shape;35;p5"/>
            <p:cNvGrpSpPr/>
            <p:nvPr/>
          </p:nvGrpSpPr>
          <p:grpSpPr>
            <a:xfrm>
              <a:off x="4911675" y="4081117"/>
              <a:ext cx="4357650" cy="1797250"/>
              <a:chOff x="4911675" y="4081117"/>
              <a:chExt cx="4357650" cy="1797250"/>
            </a:xfrm>
          </p:grpSpPr>
          <p:pic>
            <p:nvPicPr>
              <p:cNvPr id="36" name="Google Shape;36;p5"/>
              <p:cNvPicPr preferRelativeResize="0"/>
              <p:nvPr/>
            </p:nvPicPr>
            <p:blipFill>
              <a:blip r:embed="rId3">
                <a:alphaModFix/>
              </a:blip>
              <a:stretch>
                <a:fillRect/>
              </a:stretch>
            </p:blipFill>
            <p:spPr>
              <a:xfrm rot="10800000">
                <a:off x="5932774" y="4081117"/>
                <a:ext cx="3336551" cy="1797250"/>
              </a:xfrm>
              <a:prstGeom prst="rect">
                <a:avLst/>
              </a:prstGeom>
              <a:noFill/>
              <a:ln>
                <a:noFill/>
              </a:ln>
            </p:spPr>
          </p:pic>
          <p:pic>
            <p:nvPicPr>
              <p:cNvPr id="37" name="Google Shape;37;p5"/>
              <p:cNvPicPr preferRelativeResize="0"/>
              <p:nvPr/>
            </p:nvPicPr>
            <p:blipFill>
              <a:blip r:embed="rId4">
                <a:alphaModFix/>
              </a:blip>
              <a:stretch>
                <a:fillRect/>
              </a:stretch>
            </p:blipFill>
            <p:spPr>
              <a:xfrm rot="10800000">
                <a:off x="4911675" y="4439742"/>
                <a:ext cx="4232325" cy="1338350"/>
              </a:xfrm>
              <a:prstGeom prst="rect">
                <a:avLst/>
              </a:prstGeom>
              <a:noFill/>
              <a:ln>
                <a:noFill/>
              </a:ln>
              <a:effectLst>
                <a:outerShdw blurRad="128588" rotWithShape="0" algn="bl" dir="9480000" dist="57150">
                  <a:schemeClr val="lt1">
                    <a:alpha val="25000"/>
                  </a:schemeClr>
                </a:outerShdw>
              </a:effectLst>
            </p:spPr>
          </p:pic>
        </p:grpSp>
        <p:grpSp>
          <p:nvGrpSpPr>
            <p:cNvPr id="38" name="Google Shape;38;p5"/>
            <p:cNvGrpSpPr/>
            <p:nvPr/>
          </p:nvGrpSpPr>
          <p:grpSpPr>
            <a:xfrm>
              <a:off x="-15997" y="-851467"/>
              <a:ext cx="4519251" cy="1875502"/>
              <a:chOff x="-15997" y="-851467"/>
              <a:chExt cx="4519251" cy="1875502"/>
            </a:xfrm>
          </p:grpSpPr>
          <p:pic>
            <p:nvPicPr>
              <p:cNvPr id="39" name="Google Shape;39;p5"/>
              <p:cNvPicPr preferRelativeResize="0"/>
              <p:nvPr/>
            </p:nvPicPr>
            <p:blipFill>
              <a:blip r:embed="rId3">
                <a:alphaModFix/>
              </a:blip>
              <a:stretch>
                <a:fillRect/>
              </a:stretch>
            </p:blipFill>
            <p:spPr>
              <a:xfrm>
                <a:off x="-15997" y="-773214"/>
                <a:ext cx="3336551" cy="1797250"/>
              </a:xfrm>
              <a:prstGeom prst="rect">
                <a:avLst/>
              </a:prstGeom>
              <a:noFill/>
              <a:ln>
                <a:noFill/>
              </a:ln>
            </p:spPr>
          </p:pic>
          <p:pic>
            <p:nvPicPr>
              <p:cNvPr id="40" name="Google Shape;40;p5"/>
              <p:cNvPicPr preferRelativeResize="0"/>
              <p:nvPr/>
            </p:nvPicPr>
            <p:blipFill>
              <a:blip r:embed="rId4">
                <a:alphaModFix/>
              </a:blip>
              <a:stretch>
                <a:fillRect/>
              </a:stretch>
            </p:blipFill>
            <p:spPr>
              <a:xfrm>
                <a:off x="-15997" y="-851467"/>
                <a:ext cx="4519251" cy="1429075"/>
              </a:xfrm>
              <a:prstGeom prst="rect">
                <a:avLst/>
              </a:prstGeom>
              <a:noFill/>
              <a:ln>
                <a:noFill/>
              </a:ln>
              <a:effectLst>
                <a:outerShdw blurRad="142875" rotWithShape="0" algn="bl" dir="9300000" dist="76200">
                  <a:schemeClr val="lt1">
                    <a:alpha val="25000"/>
                  </a:schemeClr>
                </a:outerShdw>
              </a:effectLst>
            </p:spPr>
          </p:pic>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1" name="Shape 41"/>
        <p:cNvGrpSpPr/>
        <p:nvPr/>
      </p:nvGrpSpPr>
      <p:grpSpPr>
        <a:xfrm>
          <a:off x="0" y="0"/>
          <a:ext cx="0" cy="0"/>
          <a:chOff x="0" y="0"/>
          <a:chExt cx="0" cy="0"/>
        </a:xfrm>
      </p:grpSpPr>
      <p:pic>
        <p:nvPicPr>
          <p:cNvPr id="42" name="Google Shape;42;p6"/>
          <p:cNvPicPr preferRelativeResize="0"/>
          <p:nvPr/>
        </p:nvPicPr>
        <p:blipFill>
          <a:blip r:embed="rId2">
            <a:alphaModFix/>
          </a:blip>
          <a:stretch>
            <a:fillRect/>
          </a:stretch>
        </p:blipFill>
        <p:spPr>
          <a:xfrm>
            <a:off x="0" y="0"/>
            <a:ext cx="9144000" cy="5143500"/>
          </a:xfrm>
          <a:prstGeom prst="rect">
            <a:avLst/>
          </a:prstGeom>
          <a:noFill/>
          <a:ln>
            <a:noFill/>
          </a:ln>
        </p:spPr>
      </p:pic>
      <p:sp>
        <p:nvSpPr>
          <p:cNvPr id="43" name="Google Shape;4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44" name="Google Shape;44;p6"/>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45" name="Google Shape;45;p6"/>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9900000" dist="57150">
              <a:schemeClr val="lt1">
                <a:alpha val="25000"/>
              </a:schemeClr>
            </a:outerShdw>
          </a:effectLst>
        </p:spPr>
      </p:pic>
      <p:pic>
        <p:nvPicPr>
          <p:cNvPr id="46" name="Google Shape;46;p6"/>
          <p:cNvPicPr preferRelativeResize="0"/>
          <p:nvPr/>
        </p:nvPicPr>
        <p:blipFill>
          <a:blip r:embed="rId3">
            <a:alphaModFix/>
          </a:blip>
          <a:stretch>
            <a:fillRect/>
          </a:stretch>
        </p:blipFill>
        <p:spPr>
          <a:xfrm>
            <a:off x="-158360" y="-773214"/>
            <a:ext cx="3336551" cy="1797250"/>
          </a:xfrm>
          <a:prstGeom prst="rect">
            <a:avLst/>
          </a:prstGeom>
          <a:noFill/>
          <a:ln>
            <a:noFill/>
          </a:ln>
        </p:spPr>
      </p:pic>
      <p:pic>
        <p:nvPicPr>
          <p:cNvPr id="47" name="Google Shape;47;p6"/>
          <p:cNvPicPr preferRelativeResize="0"/>
          <p:nvPr/>
        </p:nvPicPr>
        <p:blipFill>
          <a:blip r:embed="rId4">
            <a:alphaModFix/>
          </a:blip>
          <a:stretch>
            <a:fillRect/>
          </a:stretch>
        </p:blipFill>
        <p:spPr>
          <a:xfrm>
            <a:off x="-158360" y="-851467"/>
            <a:ext cx="4519251" cy="1429075"/>
          </a:xfrm>
          <a:prstGeom prst="rect">
            <a:avLst/>
          </a:prstGeom>
          <a:noFill/>
          <a:ln>
            <a:noFill/>
          </a:ln>
          <a:effectLst>
            <a:outerShdw blurRad="142875" rotWithShape="0" algn="bl" dir="10020000" dist="76200">
              <a:schemeClr val="lt1">
                <a:alpha val="25000"/>
              </a:schemeClr>
            </a:outerShdw>
          </a:effectLst>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8" name="Shape 48"/>
        <p:cNvGrpSpPr/>
        <p:nvPr/>
      </p:nvGrpSpPr>
      <p:grpSpPr>
        <a:xfrm>
          <a:off x="0" y="0"/>
          <a:ext cx="0" cy="0"/>
          <a:chOff x="0" y="0"/>
          <a:chExt cx="0" cy="0"/>
        </a:xfrm>
      </p:grpSpPr>
      <p:grpSp>
        <p:nvGrpSpPr>
          <p:cNvPr id="49" name="Google Shape;49;p7"/>
          <p:cNvGrpSpPr/>
          <p:nvPr/>
        </p:nvGrpSpPr>
        <p:grpSpPr>
          <a:xfrm>
            <a:off x="-158360" y="-851467"/>
            <a:ext cx="9561047" cy="6679709"/>
            <a:chOff x="-158360" y="-851467"/>
            <a:chExt cx="9561047" cy="6679709"/>
          </a:xfrm>
        </p:grpSpPr>
        <p:grpSp>
          <p:nvGrpSpPr>
            <p:cNvPr id="50" name="Google Shape;50;p7"/>
            <p:cNvGrpSpPr/>
            <p:nvPr/>
          </p:nvGrpSpPr>
          <p:grpSpPr>
            <a:xfrm>
              <a:off x="-158360" y="4030992"/>
              <a:ext cx="4232325" cy="1797250"/>
              <a:chOff x="-158360" y="4030992"/>
              <a:chExt cx="4232325" cy="1797250"/>
            </a:xfrm>
          </p:grpSpPr>
          <p:pic>
            <p:nvPicPr>
              <p:cNvPr id="51" name="Google Shape;51;p7"/>
              <p:cNvPicPr preferRelativeResize="0"/>
              <p:nvPr/>
            </p:nvPicPr>
            <p:blipFill>
              <a:blip r:embed="rId2">
                <a:alphaModFix/>
              </a:blip>
              <a:stretch>
                <a:fillRect/>
              </a:stretch>
            </p:blipFill>
            <p:spPr>
              <a:xfrm flipH="1" rot="10800000">
                <a:off x="-158360" y="4030992"/>
                <a:ext cx="3336551" cy="1797250"/>
              </a:xfrm>
              <a:prstGeom prst="rect">
                <a:avLst/>
              </a:prstGeom>
              <a:noFill/>
              <a:ln>
                <a:noFill/>
              </a:ln>
            </p:spPr>
          </p:pic>
          <p:pic>
            <p:nvPicPr>
              <p:cNvPr id="52" name="Google Shape;52;p7"/>
              <p:cNvPicPr preferRelativeResize="0"/>
              <p:nvPr/>
            </p:nvPicPr>
            <p:blipFill>
              <a:blip r:embed="rId3">
                <a:alphaModFix/>
              </a:blip>
              <a:stretch>
                <a:fillRect/>
              </a:stretch>
            </p:blipFill>
            <p:spPr>
              <a:xfrm flipH="1" rot="10800000">
                <a:off x="-158360" y="4439742"/>
                <a:ext cx="4232325" cy="1338350"/>
              </a:xfrm>
              <a:prstGeom prst="rect">
                <a:avLst/>
              </a:prstGeom>
              <a:noFill/>
              <a:ln>
                <a:noFill/>
              </a:ln>
              <a:effectLst>
                <a:outerShdw blurRad="128588" rotWithShape="0" algn="bl" dir="11220000" dist="57150">
                  <a:schemeClr val="lt1">
                    <a:alpha val="25000"/>
                  </a:schemeClr>
                </a:outerShdw>
              </a:effectLst>
            </p:spPr>
          </p:pic>
        </p:grpSp>
        <p:grpSp>
          <p:nvGrpSpPr>
            <p:cNvPr id="53" name="Google Shape;53;p7"/>
            <p:cNvGrpSpPr/>
            <p:nvPr/>
          </p:nvGrpSpPr>
          <p:grpSpPr>
            <a:xfrm>
              <a:off x="4883436" y="-851467"/>
              <a:ext cx="4519251" cy="1875502"/>
              <a:chOff x="4883436" y="-851467"/>
              <a:chExt cx="4519251" cy="1875502"/>
            </a:xfrm>
          </p:grpSpPr>
          <p:pic>
            <p:nvPicPr>
              <p:cNvPr id="54" name="Google Shape;54;p7"/>
              <p:cNvPicPr preferRelativeResize="0"/>
              <p:nvPr/>
            </p:nvPicPr>
            <p:blipFill>
              <a:blip r:embed="rId2">
                <a:alphaModFix/>
              </a:blip>
              <a:stretch>
                <a:fillRect/>
              </a:stretch>
            </p:blipFill>
            <p:spPr>
              <a:xfrm flipH="1">
                <a:off x="6066136" y="-773214"/>
                <a:ext cx="3336551" cy="1797250"/>
              </a:xfrm>
              <a:prstGeom prst="rect">
                <a:avLst/>
              </a:prstGeom>
              <a:noFill/>
              <a:ln>
                <a:noFill/>
              </a:ln>
            </p:spPr>
          </p:pic>
          <p:pic>
            <p:nvPicPr>
              <p:cNvPr id="55" name="Google Shape;55;p7"/>
              <p:cNvPicPr preferRelativeResize="0"/>
              <p:nvPr/>
            </p:nvPicPr>
            <p:blipFill>
              <a:blip r:embed="rId3">
                <a:alphaModFix/>
              </a:blip>
              <a:stretch>
                <a:fillRect/>
              </a:stretch>
            </p:blipFill>
            <p:spPr>
              <a:xfrm flipH="1">
                <a:off x="4883436" y="-851467"/>
                <a:ext cx="4519251" cy="1429075"/>
              </a:xfrm>
              <a:prstGeom prst="rect">
                <a:avLst/>
              </a:prstGeom>
              <a:noFill/>
              <a:ln>
                <a:noFill/>
              </a:ln>
              <a:effectLst>
                <a:outerShdw blurRad="142875" rotWithShape="0" algn="bl" dir="10800000" dist="76200">
                  <a:schemeClr val="lt1">
                    <a:alpha val="25000"/>
                  </a:schemeClr>
                </a:outerShdw>
              </a:effectLst>
            </p:spPr>
          </p:pic>
        </p:grpSp>
      </p:grpSp>
      <p:pic>
        <p:nvPicPr>
          <p:cNvPr id="56" name="Google Shape;56;p7"/>
          <p:cNvPicPr preferRelativeResize="0"/>
          <p:nvPr/>
        </p:nvPicPr>
        <p:blipFill>
          <a:blip r:embed="rId4">
            <a:alphaModFix/>
          </a:blip>
          <a:stretch>
            <a:fillRect/>
          </a:stretch>
        </p:blipFill>
        <p:spPr>
          <a:xfrm>
            <a:off x="0" y="0"/>
            <a:ext cx="9144000" cy="5143500"/>
          </a:xfrm>
          <a:prstGeom prst="rect">
            <a:avLst/>
          </a:prstGeom>
          <a:noFill/>
          <a:ln>
            <a:noFill/>
          </a:ln>
        </p:spPr>
      </p:pic>
      <p:sp>
        <p:nvSpPr>
          <p:cNvPr id="57" name="Google Shape;57;p7"/>
          <p:cNvSpPr txBox="1"/>
          <p:nvPr>
            <p:ph idx="1" type="subTitle"/>
          </p:nvPr>
        </p:nvSpPr>
        <p:spPr>
          <a:xfrm>
            <a:off x="1810500" y="1284575"/>
            <a:ext cx="5523000" cy="291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Nunito Light"/>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58" name="Google Shape;58;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9" name="Shape 59"/>
        <p:cNvGrpSpPr/>
        <p:nvPr/>
      </p:nvGrpSpPr>
      <p:grpSpPr>
        <a:xfrm>
          <a:off x="0" y="0"/>
          <a:ext cx="0" cy="0"/>
          <a:chOff x="0" y="0"/>
          <a:chExt cx="0" cy="0"/>
        </a:xfrm>
      </p:grpSpPr>
      <p:pic>
        <p:nvPicPr>
          <p:cNvPr id="60" name="Google Shape;60;p8"/>
          <p:cNvPicPr preferRelativeResize="0"/>
          <p:nvPr/>
        </p:nvPicPr>
        <p:blipFill>
          <a:blip r:embed="rId2">
            <a:alphaModFix/>
          </a:blip>
          <a:stretch>
            <a:fillRect/>
          </a:stretch>
        </p:blipFill>
        <p:spPr>
          <a:xfrm>
            <a:off x="0" y="0"/>
            <a:ext cx="9144000" cy="5143500"/>
          </a:xfrm>
          <a:prstGeom prst="rect">
            <a:avLst/>
          </a:prstGeom>
          <a:noFill/>
          <a:ln>
            <a:noFill/>
          </a:ln>
        </p:spPr>
      </p:pic>
      <p:sp>
        <p:nvSpPr>
          <p:cNvPr id="61" name="Google Shape;61;p8"/>
          <p:cNvSpPr txBox="1"/>
          <p:nvPr>
            <p:ph type="title"/>
          </p:nvPr>
        </p:nvSpPr>
        <p:spPr>
          <a:xfrm>
            <a:off x="2506900" y="1554075"/>
            <a:ext cx="4130100" cy="20355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2" name="Shape 62"/>
        <p:cNvGrpSpPr/>
        <p:nvPr/>
      </p:nvGrpSpPr>
      <p:grpSpPr>
        <a:xfrm>
          <a:off x="0" y="0"/>
          <a:ext cx="0" cy="0"/>
          <a:chOff x="0" y="0"/>
          <a:chExt cx="0" cy="0"/>
        </a:xfrm>
      </p:grpSpPr>
      <p:pic>
        <p:nvPicPr>
          <p:cNvPr id="63" name="Google Shape;63;p9"/>
          <p:cNvPicPr preferRelativeResize="0"/>
          <p:nvPr/>
        </p:nvPicPr>
        <p:blipFill>
          <a:blip r:embed="rId2">
            <a:alphaModFix/>
          </a:blip>
          <a:stretch>
            <a:fillRect/>
          </a:stretch>
        </p:blipFill>
        <p:spPr>
          <a:xfrm>
            <a:off x="0" y="0"/>
            <a:ext cx="9144000" cy="5143500"/>
          </a:xfrm>
          <a:prstGeom prst="rect">
            <a:avLst/>
          </a:prstGeom>
          <a:noFill/>
          <a:ln>
            <a:noFill/>
          </a:ln>
        </p:spPr>
      </p:pic>
      <p:sp>
        <p:nvSpPr>
          <p:cNvPr id="64" name="Google Shape;64;p9"/>
          <p:cNvSpPr txBox="1"/>
          <p:nvPr>
            <p:ph type="title"/>
          </p:nvPr>
        </p:nvSpPr>
        <p:spPr>
          <a:xfrm>
            <a:off x="720000" y="1413525"/>
            <a:ext cx="42948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5" name="Google Shape;65;p9"/>
          <p:cNvSpPr txBox="1"/>
          <p:nvPr>
            <p:ph idx="1" type="subTitle"/>
          </p:nvPr>
        </p:nvSpPr>
        <p:spPr>
          <a:xfrm>
            <a:off x="720000" y="3508800"/>
            <a:ext cx="4294800" cy="100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6" name="Shape 66"/>
        <p:cNvGrpSpPr/>
        <p:nvPr/>
      </p:nvGrpSpPr>
      <p:grpSpPr>
        <a:xfrm>
          <a:off x="0" y="0"/>
          <a:ext cx="0" cy="0"/>
          <a:chOff x="0" y="0"/>
          <a:chExt cx="0" cy="0"/>
        </a:xfrm>
      </p:grpSpPr>
      <p:sp>
        <p:nvSpPr>
          <p:cNvPr id="67" name="Google Shape;67;p10"/>
          <p:cNvSpPr/>
          <p:nvPr>
            <p:ph idx="2" type="pic"/>
          </p:nvPr>
        </p:nvSpPr>
        <p:spPr>
          <a:xfrm>
            <a:off x="0" y="0"/>
            <a:ext cx="9144000" cy="5143500"/>
          </a:xfrm>
          <a:prstGeom prst="rect">
            <a:avLst/>
          </a:prstGeom>
          <a:noFill/>
          <a:ln>
            <a:noFill/>
          </a:ln>
        </p:spPr>
      </p:sp>
      <p:sp>
        <p:nvSpPr>
          <p:cNvPr id="68" name="Google Shape;68;p10"/>
          <p:cNvSpPr txBox="1"/>
          <p:nvPr>
            <p:ph type="title"/>
          </p:nvPr>
        </p:nvSpPr>
        <p:spPr>
          <a:xfrm>
            <a:off x="720000" y="679325"/>
            <a:ext cx="7710900" cy="660900"/>
          </a:xfrm>
          <a:prstGeom prst="rect">
            <a:avLst/>
          </a:prstGeom>
          <a:solidFill>
            <a:schemeClr val="dk2"/>
          </a:solidFill>
        </p:spPr>
        <p:txBody>
          <a:bodyPr anchorCtr="0" anchor="t" bIns="91425" lIns="91425" spcFirstLastPara="1" rIns="91425" wrap="square" tIns="91425">
            <a:noAutofit/>
          </a:bodyPr>
          <a:lstStyle>
            <a:lvl1pPr lvl="0" rtl="0" algn="ctr">
              <a:lnSpc>
                <a:spcPct val="115000"/>
              </a:lnSpc>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9" name="Shape 69"/>
        <p:cNvGrpSpPr/>
        <p:nvPr/>
      </p:nvGrpSpPr>
      <p:grpSpPr>
        <a:xfrm>
          <a:off x="0" y="0"/>
          <a:ext cx="0" cy="0"/>
          <a:chOff x="0" y="0"/>
          <a:chExt cx="0" cy="0"/>
        </a:xfrm>
      </p:grpSpPr>
      <p:pic>
        <p:nvPicPr>
          <p:cNvPr id="70" name="Google Shape;70;p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71" name="Google Shape;71;p11"/>
          <p:cNvSpPr txBox="1"/>
          <p:nvPr>
            <p:ph hasCustomPrompt="1" type="title"/>
          </p:nvPr>
        </p:nvSpPr>
        <p:spPr>
          <a:xfrm>
            <a:off x="1284000" y="1831463"/>
            <a:ext cx="6576000" cy="1039800"/>
          </a:xfrm>
          <a:prstGeom prst="rect">
            <a:avLst/>
          </a:prstGeom>
        </p:spPr>
        <p:txBody>
          <a:bodyPr anchorCtr="0" anchor="b" bIns="91425" lIns="91425" spcFirstLastPara="1" rIns="91425" wrap="square" tIns="91425">
            <a:noAutofit/>
          </a:bodyPr>
          <a:lstStyle>
            <a:lvl1pPr indent="0" lvl="0" marL="0" marR="0" rtl="0" algn="ctr">
              <a:lnSpc>
                <a:spcPct val="100000"/>
              </a:lnSpc>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2" name="Google Shape;72;p11"/>
          <p:cNvSpPr txBox="1"/>
          <p:nvPr>
            <p:ph idx="1" type="subTitle"/>
          </p:nvPr>
        </p:nvSpPr>
        <p:spPr>
          <a:xfrm>
            <a:off x="1284000" y="2814938"/>
            <a:ext cx="6576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3" name="Shape 7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4" name="Shape 74"/>
        <p:cNvGrpSpPr/>
        <p:nvPr/>
      </p:nvGrpSpPr>
      <p:grpSpPr>
        <a:xfrm>
          <a:off x="0" y="0"/>
          <a:ext cx="0" cy="0"/>
          <a:chOff x="0" y="0"/>
          <a:chExt cx="0" cy="0"/>
        </a:xfrm>
      </p:grpSpPr>
      <p:pic>
        <p:nvPicPr>
          <p:cNvPr id="75" name="Google Shape;75;p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76" name="Google Shape;76;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7" name="Google Shape;77;p13"/>
          <p:cNvSpPr txBox="1"/>
          <p:nvPr>
            <p:ph idx="1" type="subTitle"/>
          </p:nvPr>
        </p:nvSpPr>
        <p:spPr>
          <a:xfrm>
            <a:off x="713225" y="2049075"/>
            <a:ext cx="2394900" cy="616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Commissioner"/>
                <a:ea typeface="Commissioner"/>
                <a:cs typeface="Commissioner"/>
                <a:sym typeface="Commissioner"/>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8" name="Google Shape;78;p13"/>
          <p:cNvSpPr txBox="1"/>
          <p:nvPr>
            <p:ph idx="2" type="subTitle"/>
          </p:nvPr>
        </p:nvSpPr>
        <p:spPr>
          <a:xfrm>
            <a:off x="713225" y="3690926"/>
            <a:ext cx="2394900" cy="616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Commissioner"/>
                <a:ea typeface="Commissioner"/>
                <a:cs typeface="Commissioner"/>
                <a:sym typeface="Commissioner"/>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9" name="Google Shape;79;p13"/>
          <p:cNvSpPr txBox="1"/>
          <p:nvPr>
            <p:ph idx="3" type="subTitle"/>
          </p:nvPr>
        </p:nvSpPr>
        <p:spPr>
          <a:xfrm>
            <a:off x="3374550" y="3690926"/>
            <a:ext cx="2394900" cy="616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Commissioner"/>
                <a:ea typeface="Commissioner"/>
                <a:cs typeface="Commissioner"/>
                <a:sym typeface="Commissioner"/>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0" name="Google Shape;80;p13"/>
          <p:cNvSpPr txBox="1"/>
          <p:nvPr>
            <p:ph idx="4" type="subTitle"/>
          </p:nvPr>
        </p:nvSpPr>
        <p:spPr>
          <a:xfrm>
            <a:off x="3374550" y="2049075"/>
            <a:ext cx="2394900" cy="616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Commissioner"/>
                <a:ea typeface="Commissioner"/>
                <a:cs typeface="Commissioner"/>
                <a:sym typeface="Commissioner"/>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1" name="Google Shape;81;p13"/>
          <p:cNvSpPr txBox="1"/>
          <p:nvPr>
            <p:ph hasCustomPrompt="1" idx="5" type="title"/>
          </p:nvPr>
        </p:nvSpPr>
        <p:spPr>
          <a:xfrm>
            <a:off x="1460075" y="11967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p:nvPr>
            <p:ph hasCustomPrompt="1" idx="6" type="title"/>
          </p:nvPr>
        </p:nvSpPr>
        <p:spPr>
          <a:xfrm>
            <a:off x="4121400" y="28387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p:nvPr>
            <p:ph hasCustomPrompt="1" idx="7" type="title"/>
          </p:nvPr>
        </p:nvSpPr>
        <p:spPr>
          <a:xfrm>
            <a:off x="1460075" y="28387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8" type="title"/>
          </p:nvPr>
        </p:nvSpPr>
        <p:spPr>
          <a:xfrm>
            <a:off x="4121400" y="11967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idx="9" type="subTitle"/>
          </p:nvPr>
        </p:nvSpPr>
        <p:spPr>
          <a:xfrm>
            <a:off x="6035875" y="3690926"/>
            <a:ext cx="2394900" cy="616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Commissioner"/>
                <a:ea typeface="Commissioner"/>
                <a:cs typeface="Commissioner"/>
                <a:sym typeface="Commissioner"/>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6" name="Google Shape;86;p13"/>
          <p:cNvSpPr txBox="1"/>
          <p:nvPr>
            <p:ph idx="13" type="subTitle"/>
          </p:nvPr>
        </p:nvSpPr>
        <p:spPr>
          <a:xfrm>
            <a:off x="6035875" y="2049075"/>
            <a:ext cx="2394900" cy="616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Commissioner"/>
                <a:ea typeface="Commissioner"/>
                <a:cs typeface="Commissioner"/>
                <a:sym typeface="Commissioner"/>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7" name="Google Shape;87;p13"/>
          <p:cNvSpPr txBox="1"/>
          <p:nvPr>
            <p:ph hasCustomPrompt="1" idx="14" type="title"/>
          </p:nvPr>
        </p:nvSpPr>
        <p:spPr>
          <a:xfrm>
            <a:off x="6782725" y="28387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p:nvPr>
            <p:ph hasCustomPrompt="1" idx="15" type="title"/>
          </p:nvPr>
        </p:nvSpPr>
        <p:spPr>
          <a:xfrm>
            <a:off x="6782725" y="11967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3"/>
          <p:cNvSpPr txBox="1"/>
          <p:nvPr>
            <p:ph idx="16" type="subTitle"/>
          </p:nvPr>
        </p:nvSpPr>
        <p:spPr>
          <a:xfrm>
            <a:off x="713225" y="1691500"/>
            <a:ext cx="2394900" cy="5052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0" name="Google Shape;90;p13"/>
          <p:cNvSpPr txBox="1"/>
          <p:nvPr>
            <p:ph idx="17" type="subTitle"/>
          </p:nvPr>
        </p:nvSpPr>
        <p:spPr>
          <a:xfrm>
            <a:off x="713225" y="3333373"/>
            <a:ext cx="2394900" cy="5052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1" name="Google Shape;91;p13"/>
          <p:cNvSpPr txBox="1"/>
          <p:nvPr>
            <p:ph idx="18" type="subTitle"/>
          </p:nvPr>
        </p:nvSpPr>
        <p:spPr>
          <a:xfrm>
            <a:off x="3374550" y="3333373"/>
            <a:ext cx="2394900" cy="5052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2" name="Google Shape;92;p13"/>
          <p:cNvSpPr txBox="1"/>
          <p:nvPr>
            <p:ph idx="19" type="subTitle"/>
          </p:nvPr>
        </p:nvSpPr>
        <p:spPr>
          <a:xfrm>
            <a:off x="3374550" y="1691500"/>
            <a:ext cx="2394900" cy="5052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3" name="Google Shape;93;p13"/>
          <p:cNvSpPr txBox="1"/>
          <p:nvPr>
            <p:ph idx="20" type="subTitle"/>
          </p:nvPr>
        </p:nvSpPr>
        <p:spPr>
          <a:xfrm>
            <a:off x="6035875" y="3333373"/>
            <a:ext cx="2394900" cy="5052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4" name="Google Shape;94;p13"/>
          <p:cNvSpPr txBox="1"/>
          <p:nvPr>
            <p:ph idx="21" type="subTitle"/>
          </p:nvPr>
        </p:nvSpPr>
        <p:spPr>
          <a:xfrm>
            <a:off x="6035875" y="1691500"/>
            <a:ext cx="2394900" cy="5052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95" name="Google Shape;95;p13"/>
          <p:cNvGrpSpPr/>
          <p:nvPr/>
        </p:nvGrpSpPr>
        <p:grpSpPr>
          <a:xfrm>
            <a:off x="-15997" y="-851467"/>
            <a:ext cx="9388422" cy="6679709"/>
            <a:chOff x="-15997" y="-851467"/>
            <a:chExt cx="9388422" cy="6679709"/>
          </a:xfrm>
        </p:grpSpPr>
        <p:grpSp>
          <p:nvGrpSpPr>
            <p:cNvPr id="96" name="Google Shape;96;p13"/>
            <p:cNvGrpSpPr/>
            <p:nvPr/>
          </p:nvGrpSpPr>
          <p:grpSpPr>
            <a:xfrm>
              <a:off x="4911675" y="4030992"/>
              <a:ext cx="4460750" cy="1797250"/>
              <a:chOff x="4911675" y="4030992"/>
              <a:chExt cx="4460750" cy="1797250"/>
            </a:xfrm>
          </p:grpSpPr>
          <p:pic>
            <p:nvPicPr>
              <p:cNvPr id="97" name="Google Shape;97;p13"/>
              <p:cNvPicPr preferRelativeResize="0"/>
              <p:nvPr/>
            </p:nvPicPr>
            <p:blipFill>
              <a:blip r:embed="rId3">
                <a:alphaModFix/>
              </a:blip>
              <a:stretch>
                <a:fillRect/>
              </a:stretch>
            </p:blipFill>
            <p:spPr>
              <a:xfrm rot="10800000">
                <a:off x="6035874" y="4030992"/>
                <a:ext cx="3336551" cy="1797250"/>
              </a:xfrm>
              <a:prstGeom prst="rect">
                <a:avLst/>
              </a:prstGeom>
              <a:noFill/>
              <a:ln>
                <a:noFill/>
              </a:ln>
            </p:spPr>
          </p:pic>
          <p:pic>
            <p:nvPicPr>
              <p:cNvPr id="98" name="Google Shape;98;p13"/>
              <p:cNvPicPr preferRelativeResize="0"/>
              <p:nvPr/>
            </p:nvPicPr>
            <p:blipFill>
              <a:blip r:embed="rId4">
                <a:alphaModFix/>
              </a:blip>
              <a:stretch>
                <a:fillRect/>
              </a:stretch>
            </p:blipFill>
            <p:spPr>
              <a:xfrm rot="10800000">
                <a:off x="4911675" y="4439742"/>
                <a:ext cx="4232325" cy="1338350"/>
              </a:xfrm>
              <a:prstGeom prst="rect">
                <a:avLst/>
              </a:prstGeom>
              <a:noFill/>
              <a:ln>
                <a:noFill/>
              </a:ln>
              <a:effectLst>
                <a:outerShdw blurRad="128588" rotWithShape="0" algn="bl" dir="16020000" dist="57150">
                  <a:schemeClr val="lt1">
                    <a:alpha val="25000"/>
                  </a:schemeClr>
                </a:outerShdw>
              </a:effectLst>
            </p:spPr>
          </p:pic>
        </p:grpSp>
        <p:grpSp>
          <p:nvGrpSpPr>
            <p:cNvPr id="99" name="Google Shape;99;p13"/>
            <p:cNvGrpSpPr/>
            <p:nvPr/>
          </p:nvGrpSpPr>
          <p:grpSpPr>
            <a:xfrm>
              <a:off x="-15997" y="-851467"/>
              <a:ext cx="4519251" cy="1875502"/>
              <a:chOff x="-15997" y="-851467"/>
              <a:chExt cx="4519251" cy="1875502"/>
            </a:xfrm>
          </p:grpSpPr>
          <p:pic>
            <p:nvPicPr>
              <p:cNvPr id="100" name="Google Shape;100;p13"/>
              <p:cNvPicPr preferRelativeResize="0"/>
              <p:nvPr/>
            </p:nvPicPr>
            <p:blipFill>
              <a:blip r:embed="rId3">
                <a:alphaModFix/>
              </a:blip>
              <a:stretch>
                <a:fillRect/>
              </a:stretch>
            </p:blipFill>
            <p:spPr>
              <a:xfrm>
                <a:off x="-15997" y="-773214"/>
                <a:ext cx="3336551" cy="1797250"/>
              </a:xfrm>
              <a:prstGeom prst="rect">
                <a:avLst/>
              </a:prstGeom>
              <a:noFill/>
              <a:ln>
                <a:noFill/>
              </a:ln>
            </p:spPr>
          </p:pic>
          <p:pic>
            <p:nvPicPr>
              <p:cNvPr id="101" name="Google Shape;101;p13"/>
              <p:cNvPicPr preferRelativeResize="0"/>
              <p:nvPr/>
            </p:nvPicPr>
            <p:blipFill>
              <a:blip r:embed="rId4">
                <a:alphaModFix/>
              </a:blip>
              <a:stretch>
                <a:fillRect/>
              </a:stretch>
            </p:blipFill>
            <p:spPr>
              <a:xfrm>
                <a:off x="-15997" y="-851467"/>
                <a:ext cx="4519251" cy="1429075"/>
              </a:xfrm>
              <a:prstGeom prst="rect">
                <a:avLst/>
              </a:prstGeom>
              <a:noFill/>
              <a:ln>
                <a:noFill/>
              </a:ln>
              <a:effectLst>
                <a:outerShdw blurRad="142875" rotWithShape="0" algn="bl" dir="6360000" dist="76200">
                  <a:schemeClr val="lt1">
                    <a:alpha val="25000"/>
                  </a:schemeClr>
                </a:outerShdw>
              </a:effectLst>
            </p:spPr>
          </p:pic>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02" name="Shape 102"/>
        <p:cNvGrpSpPr/>
        <p:nvPr/>
      </p:nvGrpSpPr>
      <p:grpSpPr>
        <a:xfrm>
          <a:off x="0" y="0"/>
          <a:ext cx="0" cy="0"/>
          <a:chOff x="0" y="0"/>
          <a:chExt cx="0" cy="0"/>
        </a:xfrm>
      </p:grpSpPr>
      <p:pic>
        <p:nvPicPr>
          <p:cNvPr id="103" name="Google Shape;103;p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4" name="Google Shape;104;p14"/>
          <p:cNvSpPr txBox="1"/>
          <p:nvPr>
            <p:ph type="title"/>
          </p:nvPr>
        </p:nvSpPr>
        <p:spPr>
          <a:xfrm>
            <a:off x="985075" y="3265449"/>
            <a:ext cx="7173900" cy="531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000"/>
              <a:buNone/>
              <a:defRPr sz="28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05" name="Google Shape;105;p14"/>
          <p:cNvSpPr txBox="1"/>
          <p:nvPr>
            <p:ph idx="1" type="subTitle"/>
          </p:nvPr>
        </p:nvSpPr>
        <p:spPr>
          <a:xfrm>
            <a:off x="985075" y="1457350"/>
            <a:ext cx="7173900" cy="1808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106" name="Google Shape;106;p14"/>
          <p:cNvGrpSpPr/>
          <p:nvPr/>
        </p:nvGrpSpPr>
        <p:grpSpPr>
          <a:xfrm>
            <a:off x="-62675" y="4030992"/>
            <a:ext cx="4232325" cy="1797250"/>
            <a:chOff x="-62675" y="4030992"/>
            <a:chExt cx="4232325" cy="1797250"/>
          </a:xfrm>
        </p:grpSpPr>
        <p:pic>
          <p:nvPicPr>
            <p:cNvPr id="107" name="Google Shape;107;p14"/>
            <p:cNvPicPr preferRelativeResize="0"/>
            <p:nvPr/>
          </p:nvPicPr>
          <p:blipFill>
            <a:blip r:embed="rId3">
              <a:alphaModFix/>
            </a:blip>
            <a:stretch>
              <a:fillRect/>
            </a:stretch>
          </p:blipFill>
          <p:spPr>
            <a:xfrm flipH="1" rot="10800000">
              <a:off x="-62675" y="4030992"/>
              <a:ext cx="3336551" cy="1797250"/>
            </a:xfrm>
            <a:prstGeom prst="rect">
              <a:avLst/>
            </a:prstGeom>
            <a:noFill/>
            <a:ln>
              <a:noFill/>
            </a:ln>
          </p:spPr>
        </p:pic>
        <p:pic>
          <p:nvPicPr>
            <p:cNvPr id="108" name="Google Shape;108;p14"/>
            <p:cNvPicPr preferRelativeResize="0"/>
            <p:nvPr/>
          </p:nvPicPr>
          <p:blipFill>
            <a:blip r:embed="rId4">
              <a:alphaModFix/>
            </a:blip>
            <a:stretch>
              <a:fillRect/>
            </a:stretch>
          </p:blipFill>
          <p:spPr>
            <a:xfrm flipH="1" rot="10800000">
              <a:off x="-62675" y="4439742"/>
              <a:ext cx="4232325" cy="1338350"/>
            </a:xfrm>
            <a:prstGeom prst="rect">
              <a:avLst/>
            </a:prstGeom>
            <a:noFill/>
            <a:ln>
              <a:noFill/>
            </a:ln>
            <a:effectLst>
              <a:outerShdw blurRad="128588" rotWithShape="0" algn="bl" dir="16020000" dist="57150">
                <a:schemeClr val="lt1">
                  <a:alpha val="25000"/>
                </a:schemeClr>
              </a:outerShdw>
            </a:effectLst>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09" name="Shape 109"/>
        <p:cNvGrpSpPr/>
        <p:nvPr/>
      </p:nvGrpSpPr>
      <p:grpSpPr>
        <a:xfrm>
          <a:off x="0" y="0"/>
          <a:ext cx="0" cy="0"/>
          <a:chOff x="0" y="0"/>
          <a:chExt cx="0" cy="0"/>
        </a:xfrm>
      </p:grpSpPr>
      <p:pic>
        <p:nvPicPr>
          <p:cNvPr id="110" name="Google Shape;110;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1" name="Google Shape;111;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12" name="Google Shape;112;p15"/>
          <p:cNvGrpSpPr/>
          <p:nvPr/>
        </p:nvGrpSpPr>
        <p:grpSpPr>
          <a:xfrm>
            <a:off x="-158360" y="-851467"/>
            <a:ext cx="9561047" cy="6679709"/>
            <a:chOff x="-158360" y="-851467"/>
            <a:chExt cx="9561047" cy="6679709"/>
          </a:xfrm>
        </p:grpSpPr>
        <p:grpSp>
          <p:nvGrpSpPr>
            <p:cNvPr id="113" name="Google Shape;113;p15"/>
            <p:cNvGrpSpPr/>
            <p:nvPr/>
          </p:nvGrpSpPr>
          <p:grpSpPr>
            <a:xfrm>
              <a:off x="-158360" y="4030992"/>
              <a:ext cx="4232325" cy="1797250"/>
              <a:chOff x="-158360" y="4030992"/>
              <a:chExt cx="4232325" cy="1797250"/>
            </a:xfrm>
          </p:grpSpPr>
          <p:pic>
            <p:nvPicPr>
              <p:cNvPr id="114" name="Google Shape;114;p15"/>
              <p:cNvPicPr preferRelativeResize="0"/>
              <p:nvPr/>
            </p:nvPicPr>
            <p:blipFill>
              <a:blip r:embed="rId3">
                <a:alphaModFix/>
              </a:blip>
              <a:stretch>
                <a:fillRect/>
              </a:stretch>
            </p:blipFill>
            <p:spPr>
              <a:xfrm flipH="1" rot="10800000">
                <a:off x="-158360" y="4030992"/>
                <a:ext cx="3336551" cy="1797250"/>
              </a:xfrm>
              <a:prstGeom prst="rect">
                <a:avLst/>
              </a:prstGeom>
              <a:noFill/>
              <a:ln>
                <a:noFill/>
              </a:ln>
            </p:spPr>
          </p:pic>
          <p:pic>
            <p:nvPicPr>
              <p:cNvPr id="115" name="Google Shape;115;p15"/>
              <p:cNvPicPr preferRelativeResize="0"/>
              <p:nvPr/>
            </p:nvPicPr>
            <p:blipFill>
              <a:blip r:embed="rId4">
                <a:alphaModFix/>
              </a:blip>
              <a:stretch>
                <a:fillRect/>
              </a:stretch>
            </p:blipFill>
            <p:spPr>
              <a:xfrm flipH="1" rot="10800000">
                <a:off x="-158360" y="4439742"/>
                <a:ext cx="4232325" cy="1338350"/>
              </a:xfrm>
              <a:prstGeom prst="rect">
                <a:avLst/>
              </a:prstGeom>
              <a:noFill/>
              <a:ln>
                <a:noFill/>
              </a:ln>
              <a:effectLst>
                <a:outerShdw blurRad="128588" rotWithShape="0" algn="bl" dir="11220000" dist="57150">
                  <a:schemeClr val="lt1">
                    <a:alpha val="25000"/>
                  </a:schemeClr>
                </a:outerShdw>
              </a:effectLst>
            </p:spPr>
          </p:pic>
        </p:grpSp>
        <p:grpSp>
          <p:nvGrpSpPr>
            <p:cNvPr id="116" name="Google Shape;116;p15"/>
            <p:cNvGrpSpPr/>
            <p:nvPr/>
          </p:nvGrpSpPr>
          <p:grpSpPr>
            <a:xfrm>
              <a:off x="4883436" y="-851467"/>
              <a:ext cx="4519251" cy="1875502"/>
              <a:chOff x="4883436" y="-851467"/>
              <a:chExt cx="4519251" cy="1875502"/>
            </a:xfrm>
          </p:grpSpPr>
          <p:pic>
            <p:nvPicPr>
              <p:cNvPr id="117" name="Google Shape;117;p15"/>
              <p:cNvPicPr preferRelativeResize="0"/>
              <p:nvPr/>
            </p:nvPicPr>
            <p:blipFill>
              <a:blip r:embed="rId3">
                <a:alphaModFix/>
              </a:blip>
              <a:stretch>
                <a:fillRect/>
              </a:stretch>
            </p:blipFill>
            <p:spPr>
              <a:xfrm flipH="1">
                <a:off x="6066136" y="-773214"/>
                <a:ext cx="3336551" cy="1797250"/>
              </a:xfrm>
              <a:prstGeom prst="rect">
                <a:avLst/>
              </a:prstGeom>
              <a:noFill/>
              <a:ln>
                <a:noFill/>
              </a:ln>
            </p:spPr>
          </p:pic>
          <p:pic>
            <p:nvPicPr>
              <p:cNvPr id="118" name="Google Shape;118;p15"/>
              <p:cNvPicPr preferRelativeResize="0"/>
              <p:nvPr/>
            </p:nvPicPr>
            <p:blipFill>
              <a:blip r:embed="rId4">
                <a:alphaModFix/>
              </a:blip>
              <a:stretch>
                <a:fillRect/>
              </a:stretch>
            </p:blipFill>
            <p:spPr>
              <a:xfrm flipH="1">
                <a:off x="4883436" y="-851467"/>
                <a:ext cx="4519251" cy="1429075"/>
              </a:xfrm>
              <a:prstGeom prst="rect">
                <a:avLst/>
              </a:prstGeom>
              <a:noFill/>
              <a:ln>
                <a:noFill/>
              </a:ln>
              <a:effectLst>
                <a:outerShdw blurRad="142875" rotWithShape="0" algn="bl" dir="10800000" dist="76200">
                  <a:schemeClr val="lt1">
                    <a:alpha val="25000"/>
                  </a:schemeClr>
                </a:outerShdw>
              </a:effectLst>
            </p:spPr>
          </p:pic>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119" name="Shape 119"/>
        <p:cNvGrpSpPr/>
        <p:nvPr/>
      </p:nvGrpSpPr>
      <p:grpSpPr>
        <a:xfrm>
          <a:off x="0" y="0"/>
          <a:ext cx="0" cy="0"/>
          <a:chOff x="0" y="0"/>
          <a:chExt cx="0" cy="0"/>
        </a:xfrm>
      </p:grpSpPr>
      <p:pic>
        <p:nvPicPr>
          <p:cNvPr id="120" name="Google Shape;120;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1" name="Google Shape;121;p16"/>
          <p:cNvSpPr txBox="1"/>
          <p:nvPr>
            <p:ph type="title"/>
          </p:nvPr>
        </p:nvSpPr>
        <p:spPr>
          <a:xfrm>
            <a:off x="720000" y="1324800"/>
            <a:ext cx="3519600" cy="1653600"/>
          </a:xfrm>
          <a:prstGeom prst="rect">
            <a:avLst/>
          </a:prstGeom>
        </p:spPr>
        <p:txBody>
          <a:bodyPr anchorCtr="0" anchor="b" bIns="91425" lIns="91425" spcFirstLastPara="1" rIns="91425" wrap="square" tIns="91425">
            <a:noAutofit/>
          </a:bodyPr>
          <a:lstStyle>
            <a:lvl1pPr lvl="0" rtl="0" algn="l">
              <a:lnSpc>
                <a:spcPct val="115000"/>
              </a:lnSpc>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 name="Google Shape;122;p16"/>
          <p:cNvSpPr txBox="1"/>
          <p:nvPr>
            <p:ph idx="1" type="subTitle"/>
          </p:nvPr>
        </p:nvSpPr>
        <p:spPr>
          <a:xfrm>
            <a:off x="720000" y="2978150"/>
            <a:ext cx="3519600" cy="84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 name="Google Shape;123;p16"/>
          <p:cNvSpPr/>
          <p:nvPr>
            <p:ph idx="2" type="pic"/>
          </p:nvPr>
        </p:nvSpPr>
        <p:spPr>
          <a:xfrm>
            <a:off x="5013150" y="862950"/>
            <a:ext cx="3417600" cy="3417600"/>
          </a:xfrm>
          <a:prstGeom prst="ellipse">
            <a:avLst/>
          </a:prstGeom>
          <a:noFill/>
          <a:ln>
            <a:noFill/>
          </a:ln>
        </p:spPr>
      </p:sp>
      <p:grpSp>
        <p:nvGrpSpPr>
          <p:cNvPr id="124" name="Google Shape;124;p16"/>
          <p:cNvGrpSpPr/>
          <p:nvPr/>
        </p:nvGrpSpPr>
        <p:grpSpPr>
          <a:xfrm>
            <a:off x="-62675" y="-851467"/>
            <a:ext cx="4565929" cy="6679709"/>
            <a:chOff x="-62675" y="-851467"/>
            <a:chExt cx="4565929" cy="6679709"/>
          </a:xfrm>
        </p:grpSpPr>
        <p:grpSp>
          <p:nvGrpSpPr>
            <p:cNvPr id="125" name="Google Shape;125;p16"/>
            <p:cNvGrpSpPr/>
            <p:nvPr/>
          </p:nvGrpSpPr>
          <p:grpSpPr>
            <a:xfrm>
              <a:off x="-62675" y="4030992"/>
              <a:ext cx="4232325" cy="1797250"/>
              <a:chOff x="-62675" y="4030992"/>
              <a:chExt cx="4232325" cy="1797250"/>
            </a:xfrm>
          </p:grpSpPr>
          <p:pic>
            <p:nvPicPr>
              <p:cNvPr id="126" name="Google Shape;126;p16"/>
              <p:cNvPicPr preferRelativeResize="0"/>
              <p:nvPr/>
            </p:nvPicPr>
            <p:blipFill>
              <a:blip r:embed="rId3">
                <a:alphaModFix/>
              </a:blip>
              <a:stretch>
                <a:fillRect/>
              </a:stretch>
            </p:blipFill>
            <p:spPr>
              <a:xfrm flipH="1" rot="10800000">
                <a:off x="-62675" y="4030992"/>
                <a:ext cx="3336551" cy="1797250"/>
              </a:xfrm>
              <a:prstGeom prst="rect">
                <a:avLst/>
              </a:prstGeom>
              <a:noFill/>
              <a:ln>
                <a:noFill/>
              </a:ln>
            </p:spPr>
          </p:pic>
          <p:pic>
            <p:nvPicPr>
              <p:cNvPr id="127" name="Google Shape;127;p16"/>
              <p:cNvPicPr preferRelativeResize="0"/>
              <p:nvPr/>
            </p:nvPicPr>
            <p:blipFill>
              <a:blip r:embed="rId4">
                <a:alphaModFix/>
              </a:blip>
              <a:stretch>
                <a:fillRect/>
              </a:stretch>
            </p:blipFill>
            <p:spPr>
              <a:xfrm flipH="1" rot="10800000">
                <a:off x="-62675" y="4439742"/>
                <a:ext cx="4232325" cy="1338350"/>
              </a:xfrm>
              <a:prstGeom prst="rect">
                <a:avLst/>
              </a:prstGeom>
              <a:noFill/>
              <a:ln>
                <a:noFill/>
              </a:ln>
              <a:effectLst>
                <a:outerShdw blurRad="128588" rotWithShape="0" algn="bl" dir="16020000" dist="57150">
                  <a:schemeClr val="lt1">
                    <a:alpha val="25000"/>
                  </a:schemeClr>
                </a:outerShdw>
              </a:effectLst>
            </p:spPr>
          </p:pic>
        </p:grpSp>
        <p:grpSp>
          <p:nvGrpSpPr>
            <p:cNvPr id="128" name="Google Shape;128;p16"/>
            <p:cNvGrpSpPr/>
            <p:nvPr/>
          </p:nvGrpSpPr>
          <p:grpSpPr>
            <a:xfrm>
              <a:off x="-15997" y="-851467"/>
              <a:ext cx="4519251" cy="1875502"/>
              <a:chOff x="-15997" y="-851467"/>
              <a:chExt cx="4519251" cy="1875502"/>
            </a:xfrm>
          </p:grpSpPr>
          <p:pic>
            <p:nvPicPr>
              <p:cNvPr id="129" name="Google Shape;129;p16"/>
              <p:cNvPicPr preferRelativeResize="0"/>
              <p:nvPr/>
            </p:nvPicPr>
            <p:blipFill>
              <a:blip r:embed="rId3">
                <a:alphaModFix/>
              </a:blip>
              <a:stretch>
                <a:fillRect/>
              </a:stretch>
            </p:blipFill>
            <p:spPr>
              <a:xfrm>
                <a:off x="-15997" y="-773214"/>
                <a:ext cx="3336551" cy="1797250"/>
              </a:xfrm>
              <a:prstGeom prst="rect">
                <a:avLst/>
              </a:prstGeom>
              <a:noFill/>
              <a:ln>
                <a:noFill/>
              </a:ln>
            </p:spPr>
          </p:pic>
          <p:pic>
            <p:nvPicPr>
              <p:cNvPr id="130" name="Google Shape;130;p16"/>
              <p:cNvPicPr preferRelativeResize="0"/>
              <p:nvPr/>
            </p:nvPicPr>
            <p:blipFill>
              <a:blip r:embed="rId4">
                <a:alphaModFix/>
              </a:blip>
              <a:stretch>
                <a:fillRect/>
              </a:stretch>
            </p:blipFill>
            <p:spPr>
              <a:xfrm>
                <a:off x="-15997" y="-851467"/>
                <a:ext cx="4519251" cy="1429075"/>
              </a:xfrm>
              <a:prstGeom prst="rect">
                <a:avLst/>
              </a:prstGeom>
              <a:noFill/>
              <a:ln>
                <a:noFill/>
              </a:ln>
              <a:effectLst>
                <a:outerShdw blurRad="142875" rotWithShape="0" algn="bl" dir="6360000" dist="76200">
                  <a:schemeClr val="lt1">
                    <a:alpha val="25000"/>
                  </a:schemeClr>
                </a:outerShdw>
              </a:effectLst>
            </p:spPr>
          </p:pic>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31" name="Shape 131"/>
        <p:cNvGrpSpPr/>
        <p:nvPr/>
      </p:nvGrpSpPr>
      <p:grpSpPr>
        <a:xfrm>
          <a:off x="0" y="0"/>
          <a:ext cx="0" cy="0"/>
          <a:chOff x="0" y="0"/>
          <a:chExt cx="0" cy="0"/>
        </a:xfrm>
      </p:grpSpPr>
      <p:pic>
        <p:nvPicPr>
          <p:cNvPr id="132" name="Google Shape;132;p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3" name="Google Shape;133;p17"/>
          <p:cNvSpPr txBox="1"/>
          <p:nvPr>
            <p:ph type="title"/>
          </p:nvPr>
        </p:nvSpPr>
        <p:spPr>
          <a:xfrm>
            <a:off x="720000" y="1873975"/>
            <a:ext cx="3597900" cy="537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4" name="Google Shape;134;p17"/>
          <p:cNvSpPr txBox="1"/>
          <p:nvPr>
            <p:ph idx="1" type="subTitle"/>
          </p:nvPr>
        </p:nvSpPr>
        <p:spPr>
          <a:xfrm>
            <a:off x="720000" y="2410925"/>
            <a:ext cx="3597900" cy="85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35" name="Google Shape;135;p17"/>
          <p:cNvGrpSpPr/>
          <p:nvPr/>
        </p:nvGrpSpPr>
        <p:grpSpPr>
          <a:xfrm>
            <a:off x="5170363" y="4030992"/>
            <a:ext cx="4232325" cy="1797250"/>
            <a:chOff x="5170363" y="4030992"/>
            <a:chExt cx="4232325" cy="1797250"/>
          </a:xfrm>
        </p:grpSpPr>
        <p:pic>
          <p:nvPicPr>
            <p:cNvPr id="136" name="Google Shape;136;p17"/>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137" name="Google Shape;137;p17"/>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9900000" dist="57150">
                <a:schemeClr val="lt1">
                  <a:alpha val="25000"/>
                </a:schemeClr>
              </a:outerShdw>
            </a:effectLst>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38" name="Shape 138"/>
        <p:cNvGrpSpPr/>
        <p:nvPr/>
      </p:nvGrpSpPr>
      <p:grpSpPr>
        <a:xfrm>
          <a:off x="0" y="0"/>
          <a:ext cx="0" cy="0"/>
          <a:chOff x="0" y="0"/>
          <a:chExt cx="0" cy="0"/>
        </a:xfrm>
      </p:grpSpPr>
      <p:pic>
        <p:nvPicPr>
          <p:cNvPr id="139" name="Google Shape;139;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0" name="Google Shape;140;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1" name="Google Shape;141;p18"/>
          <p:cNvSpPr txBox="1"/>
          <p:nvPr>
            <p:ph idx="1" type="body"/>
          </p:nvPr>
        </p:nvSpPr>
        <p:spPr>
          <a:xfrm>
            <a:off x="720000" y="1215750"/>
            <a:ext cx="7704000" cy="10653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grpSp>
        <p:nvGrpSpPr>
          <p:cNvPr id="142" name="Google Shape;142;p18"/>
          <p:cNvGrpSpPr/>
          <p:nvPr/>
        </p:nvGrpSpPr>
        <p:grpSpPr>
          <a:xfrm>
            <a:off x="-158360" y="-851467"/>
            <a:ext cx="9561047" cy="6679709"/>
            <a:chOff x="-158360" y="-851467"/>
            <a:chExt cx="9561047" cy="6679709"/>
          </a:xfrm>
        </p:grpSpPr>
        <p:grpSp>
          <p:nvGrpSpPr>
            <p:cNvPr id="143" name="Google Shape;143;p18"/>
            <p:cNvGrpSpPr/>
            <p:nvPr/>
          </p:nvGrpSpPr>
          <p:grpSpPr>
            <a:xfrm>
              <a:off x="-158360" y="4030992"/>
              <a:ext cx="4232325" cy="1797250"/>
              <a:chOff x="-158360" y="4030992"/>
              <a:chExt cx="4232325" cy="1797250"/>
            </a:xfrm>
          </p:grpSpPr>
          <p:pic>
            <p:nvPicPr>
              <p:cNvPr id="144" name="Google Shape;144;p18"/>
              <p:cNvPicPr preferRelativeResize="0"/>
              <p:nvPr/>
            </p:nvPicPr>
            <p:blipFill>
              <a:blip r:embed="rId3">
                <a:alphaModFix/>
              </a:blip>
              <a:stretch>
                <a:fillRect/>
              </a:stretch>
            </p:blipFill>
            <p:spPr>
              <a:xfrm flipH="1" rot="10800000">
                <a:off x="-158360" y="4030992"/>
                <a:ext cx="3336551" cy="1797250"/>
              </a:xfrm>
              <a:prstGeom prst="rect">
                <a:avLst/>
              </a:prstGeom>
              <a:noFill/>
              <a:ln>
                <a:noFill/>
              </a:ln>
            </p:spPr>
          </p:pic>
          <p:pic>
            <p:nvPicPr>
              <p:cNvPr id="145" name="Google Shape;145;p18"/>
              <p:cNvPicPr preferRelativeResize="0"/>
              <p:nvPr/>
            </p:nvPicPr>
            <p:blipFill>
              <a:blip r:embed="rId4">
                <a:alphaModFix/>
              </a:blip>
              <a:stretch>
                <a:fillRect/>
              </a:stretch>
            </p:blipFill>
            <p:spPr>
              <a:xfrm flipH="1" rot="10800000">
                <a:off x="-158360" y="4439742"/>
                <a:ext cx="4232325" cy="1338350"/>
              </a:xfrm>
              <a:prstGeom prst="rect">
                <a:avLst/>
              </a:prstGeom>
              <a:noFill/>
              <a:ln>
                <a:noFill/>
              </a:ln>
              <a:effectLst>
                <a:outerShdw blurRad="128588" rotWithShape="0" algn="bl" dir="11220000" dist="57150">
                  <a:schemeClr val="lt1">
                    <a:alpha val="25000"/>
                  </a:schemeClr>
                </a:outerShdw>
              </a:effectLst>
            </p:spPr>
          </p:pic>
        </p:grpSp>
        <p:grpSp>
          <p:nvGrpSpPr>
            <p:cNvPr id="146" name="Google Shape;146;p18"/>
            <p:cNvGrpSpPr/>
            <p:nvPr/>
          </p:nvGrpSpPr>
          <p:grpSpPr>
            <a:xfrm>
              <a:off x="4883436" y="-851467"/>
              <a:ext cx="4519251" cy="1875502"/>
              <a:chOff x="4883436" y="-851467"/>
              <a:chExt cx="4519251" cy="1875502"/>
            </a:xfrm>
          </p:grpSpPr>
          <p:pic>
            <p:nvPicPr>
              <p:cNvPr id="147" name="Google Shape;147;p18"/>
              <p:cNvPicPr preferRelativeResize="0"/>
              <p:nvPr/>
            </p:nvPicPr>
            <p:blipFill>
              <a:blip r:embed="rId3">
                <a:alphaModFix/>
              </a:blip>
              <a:stretch>
                <a:fillRect/>
              </a:stretch>
            </p:blipFill>
            <p:spPr>
              <a:xfrm flipH="1">
                <a:off x="6066136" y="-773214"/>
                <a:ext cx="3336551" cy="1797250"/>
              </a:xfrm>
              <a:prstGeom prst="rect">
                <a:avLst/>
              </a:prstGeom>
              <a:noFill/>
              <a:ln>
                <a:noFill/>
              </a:ln>
            </p:spPr>
          </p:pic>
          <p:pic>
            <p:nvPicPr>
              <p:cNvPr id="148" name="Google Shape;148;p18"/>
              <p:cNvPicPr preferRelativeResize="0"/>
              <p:nvPr/>
            </p:nvPicPr>
            <p:blipFill>
              <a:blip r:embed="rId4">
                <a:alphaModFix/>
              </a:blip>
              <a:stretch>
                <a:fillRect/>
              </a:stretch>
            </p:blipFill>
            <p:spPr>
              <a:xfrm flipH="1">
                <a:off x="4883436" y="-851467"/>
                <a:ext cx="4519251" cy="1429075"/>
              </a:xfrm>
              <a:prstGeom prst="rect">
                <a:avLst/>
              </a:prstGeom>
              <a:noFill/>
              <a:ln>
                <a:noFill/>
              </a:ln>
              <a:effectLst>
                <a:outerShdw blurRad="142875" rotWithShape="0" algn="bl" dir="10800000" dist="76200">
                  <a:schemeClr val="lt1">
                    <a:alpha val="25000"/>
                  </a:schemeClr>
                </a:outerShdw>
              </a:effectLst>
            </p:spPr>
          </p:pic>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AND_BODY_1_1">
    <p:spTree>
      <p:nvGrpSpPr>
        <p:cNvPr id="149" name="Shape 149"/>
        <p:cNvGrpSpPr/>
        <p:nvPr/>
      </p:nvGrpSpPr>
      <p:grpSpPr>
        <a:xfrm>
          <a:off x="0" y="0"/>
          <a:ext cx="0" cy="0"/>
          <a:chOff x="0" y="0"/>
          <a:chExt cx="0" cy="0"/>
        </a:xfrm>
      </p:grpSpPr>
      <p:pic>
        <p:nvPicPr>
          <p:cNvPr id="150" name="Google Shape;150;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1" name="Google Shape;151;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2" name="Google Shape;152;p19"/>
          <p:cNvSpPr txBox="1"/>
          <p:nvPr>
            <p:ph idx="1" type="body"/>
          </p:nvPr>
        </p:nvSpPr>
        <p:spPr>
          <a:xfrm>
            <a:off x="720000" y="1215750"/>
            <a:ext cx="7704000" cy="33927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grpSp>
        <p:nvGrpSpPr>
          <p:cNvPr id="153" name="Google Shape;153;p19"/>
          <p:cNvGrpSpPr/>
          <p:nvPr/>
        </p:nvGrpSpPr>
        <p:grpSpPr>
          <a:xfrm>
            <a:off x="-158360" y="-851467"/>
            <a:ext cx="9561047" cy="6679709"/>
            <a:chOff x="-158360" y="-851467"/>
            <a:chExt cx="9561047" cy="6679709"/>
          </a:xfrm>
        </p:grpSpPr>
        <p:grpSp>
          <p:nvGrpSpPr>
            <p:cNvPr id="154" name="Google Shape;154;p19"/>
            <p:cNvGrpSpPr/>
            <p:nvPr/>
          </p:nvGrpSpPr>
          <p:grpSpPr>
            <a:xfrm>
              <a:off x="5170363" y="4030992"/>
              <a:ext cx="4232325" cy="1797250"/>
              <a:chOff x="5170363" y="4030992"/>
              <a:chExt cx="4232325" cy="1797250"/>
            </a:xfrm>
          </p:grpSpPr>
          <p:pic>
            <p:nvPicPr>
              <p:cNvPr id="155" name="Google Shape;155;p19"/>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156" name="Google Shape;156;p19"/>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9900000" dist="57150">
                  <a:schemeClr val="lt1">
                    <a:alpha val="25000"/>
                  </a:schemeClr>
                </a:outerShdw>
              </a:effectLst>
            </p:spPr>
          </p:pic>
        </p:grpSp>
        <p:grpSp>
          <p:nvGrpSpPr>
            <p:cNvPr id="157" name="Google Shape;157;p19"/>
            <p:cNvGrpSpPr/>
            <p:nvPr/>
          </p:nvGrpSpPr>
          <p:grpSpPr>
            <a:xfrm>
              <a:off x="-158360" y="-851467"/>
              <a:ext cx="4519251" cy="1875502"/>
              <a:chOff x="-158360" y="-851467"/>
              <a:chExt cx="4519251" cy="1875502"/>
            </a:xfrm>
          </p:grpSpPr>
          <p:pic>
            <p:nvPicPr>
              <p:cNvPr id="158" name="Google Shape;158;p19"/>
              <p:cNvPicPr preferRelativeResize="0"/>
              <p:nvPr/>
            </p:nvPicPr>
            <p:blipFill>
              <a:blip r:embed="rId3">
                <a:alphaModFix/>
              </a:blip>
              <a:stretch>
                <a:fillRect/>
              </a:stretch>
            </p:blipFill>
            <p:spPr>
              <a:xfrm>
                <a:off x="-158360" y="-773214"/>
                <a:ext cx="3336551" cy="1797250"/>
              </a:xfrm>
              <a:prstGeom prst="rect">
                <a:avLst/>
              </a:prstGeom>
              <a:noFill/>
              <a:ln>
                <a:noFill/>
              </a:ln>
            </p:spPr>
          </p:pic>
          <p:pic>
            <p:nvPicPr>
              <p:cNvPr id="159" name="Google Shape;159;p19"/>
              <p:cNvPicPr preferRelativeResize="0"/>
              <p:nvPr/>
            </p:nvPicPr>
            <p:blipFill>
              <a:blip r:embed="rId4">
                <a:alphaModFix/>
              </a:blip>
              <a:stretch>
                <a:fillRect/>
              </a:stretch>
            </p:blipFill>
            <p:spPr>
              <a:xfrm>
                <a:off x="-158360" y="-851467"/>
                <a:ext cx="4519251" cy="1429075"/>
              </a:xfrm>
              <a:prstGeom prst="rect">
                <a:avLst/>
              </a:prstGeom>
              <a:noFill/>
              <a:ln>
                <a:noFill/>
              </a:ln>
              <a:effectLst>
                <a:outerShdw blurRad="142875" rotWithShape="0" algn="bl" dir="10020000" dist="76200">
                  <a:schemeClr val="lt1">
                    <a:alpha val="25000"/>
                  </a:schemeClr>
                </a:outerShdw>
              </a:effectLst>
            </p:spPr>
          </p:pic>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2">
    <p:spTree>
      <p:nvGrpSpPr>
        <p:cNvPr id="160" name="Shape 160"/>
        <p:cNvGrpSpPr/>
        <p:nvPr/>
      </p:nvGrpSpPr>
      <p:grpSpPr>
        <a:xfrm>
          <a:off x="0" y="0"/>
          <a:ext cx="0" cy="0"/>
          <a:chOff x="0" y="0"/>
          <a:chExt cx="0" cy="0"/>
        </a:xfrm>
      </p:grpSpPr>
      <p:pic>
        <p:nvPicPr>
          <p:cNvPr id="161" name="Google Shape;161;p2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2" name="Google Shape;162;p20"/>
          <p:cNvGrpSpPr/>
          <p:nvPr/>
        </p:nvGrpSpPr>
        <p:grpSpPr>
          <a:xfrm>
            <a:off x="-158360" y="-851467"/>
            <a:ext cx="9561047" cy="6679709"/>
            <a:chOff x="-158360" y="-851467"/>
            <a:chExt cx="9561047" cy="6679709"/>
          </a:xfrm>
        </p:grpSpPr>
        <p:grpSp>
          <p:nvGrpSpPr>
            <p:cNvPr id="163" name="Google Shape;163;p20"/>
            <p:cNvGrpSpPr/>
            <p:nvPr/>
          </p:nvGrpSpPr>
          <p:grpSpPr>
            <a:xfrm>
              <a:off x="5170363" y="4030992"/>
              <a:ext cx="4232325" cy="1797250"/>
              <a:chOff x="5170363" y="4030992"/>
              <a:chExt cx="4232325" cy="1797250"/>
            </a:xfrm>
          </p:grpSpPr>
          <p:pic>
            <p:nvPicPr>
              <p:cNvPr id="164" name="Google Shape;164;p20"/>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165" name="Google Shape;165;p20"/>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16020000" dist="57150">
                  <a:schemeClr val="lt1">
                    <a:alpha val="25000"/>
                  </a:schemeClr>
                </a:outerShdw>
              </a:effectLst>
            </p:spPr>
          </p:pic>
        </p:grpSp>
        <p:grpSp>
          <p:nvGrpSpPr>
            <p:cNvPr id="166" name="Google Shape;166;p20"/>
            <p:cNvGrpSpPr/>
            <p:nvPr/>
          </p:nvGrpSpPr>
          <p:grpSpPr>
            <a:xfrm>
              <a:off x="-158360" y="-851467"/>
              <a:ext cx="4519251" cy="1875502"/>
              <a:chOff x="-158360" y="-851467"/>
              <a:chExt cx="4519251" cy="1875502"/>
            </a:xfrm>
          </p:grpSpPr>
          <p:pic>
            <p:nvPicPr>
              <p:cNvPr id="167" name="Google Shape;167;p20"/>
              <p:cNvPicPr preferRelativeResize="0"/>
              <p:nvPr/>
            </p:nvPicPr>
            <p:blipFill>
              <a:blip r:embed="rId3">
                <a:alphaModFix/>
              </a:blip>
              <a:stretch>
                <a:fillRect/>
              </a:stretch>
            </p:blipFill>
            <p:spPr>
              <a:xfrm>
                <a:off x="-158360" y="-773214"/>
                <a:ext cx="3336551" cy="1797250"/>
              </a:xfrm>
              <a:prstGeom prst="rect">
                <a:avLst/>
              </a:prstGeom>
              <a:noFill/>
              <a:ln>
                <a:noFill/>
              </a:ln>
            </p:spPr>
          </p:pic>
          <p:pic>
            <p:nvPicPr>
              <p:cNvPr id="168" name="Google Shape;168;p20"/>
              <p:cNvPicPr preferRelativeResize="0"/>
              <p:nvPr/>
            </p:nvPicPr>
            <p:blipFill>
              <a:blip r:embed="rId4">
                <a:alphaModFix/>
              </a:blip>
              <a:stretch>
                <a:fillRect/>
              </a:stretch>
            </p:blipFill>
            <p:spPr>
              <a:xfrm>
                <a:off x="-158360" y="-851467"/>
                <a:ext cx="4519251" cy="1429075"/>
              </a:xfrm>
              <a:prstGeom prst="rect">
                <a:avLst/>
              </a:prstGeom>
              <a:noFill/>
              <a:ln>
                <a:noFill/>
              </a:ln>
              <a:effectLst>
                <a:outerShdw blurRad="142875" rotWithShape="0" algn="bl" dir="6360000" dist="76200">
                  <a:schemeClr val="lt1">
                    <a:alpha val="25000"/>
                  </a:schemeClr>
                </a:outerShdw>
              </a:effectLst>
            </p:spPr>
          </p:pic>
        </p:grpSp>
      </p:grpSp>
      <p:sp>
        <p:nvSpPr>
          <p:cNvPr id="169" name="Google Shape;169;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0" name="Google Shape;170;p20"/>
          <p:cNvSpPr txBox="1"/>
          <p:nvPr>
            <p:ph idx="1" type="body"/>
          </p:nvPr>
        </p:nvSpPr>
        <p:spPr>
          <a:xfrm>
            <a:off x="720000" y="1190288"/>
            <a:ext cx="7704000" cy="34182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71" name="Shape 171"/>
        <p:cNvGrpSpPr/>
        <p:nvPr/>
      </p:nvGrpSpPr>
      <p:grpSpPr>
        <a:xfrm>
          <a:off x="0" y="0"/>
          <a:ext cx="0" cy="0"/>
          <a:chOff x="0" y="0"/>
          <a:chExt cx="0" cy="0"/>
        </a:xfrm>
      </p:grpSpPr>
      <p:pic>
        <p:nvPicPr>
          <p:cNvPr id="172" name="Google Shape;172;p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3" name="Google Shape;17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4" name="Google Shape;174;p21"/>
          <p:cNvSpPr txBox="1"/>
          <p:nvPr>
            <p:ph idx="1" type="subTitle"/>
          </p:nvPr>
        </p:nvSpPr>
        <p:spPr>
          <a:xfrm>
            <a:off x="859775" y="2941600"/>
            <a:ext cx="2331000" cy="869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5" name="Google Shape;175;p21"/>
          <p:cNvSpPr txBox="1"/>
          <p:nvPr>
            <p:ph idx="2" type="subTitle"/>
          </p:nvPr>
        </p:nvSpPr>
        <p:spPr>
          <a:xfrm>
            <a:off x="3406500" y="2941600"/>
            <a:ext cx="2331000" cy="869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6" name="Google Shape;176;p21"/>
          <p:cNvSpPr txBox="1"/>
          <p:nvPr>
            <p:ph idx="3" type="subTitle"/>
          </p:nvPr>
        </p:nvSpPr>
        <p:spPr>
          <a:xfrm>
            <a:off x="5953200" y="2941600"/>
            <a:ext cx="2331000" cy="869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7" name="Google Shape;177;p21"/>
          <p:cNvSpPr txBox="1"/>
          <p:nvPr>
            <p:ph idx="4" type="subTitle"/>
          </p:nvPr>
        </p:nvSpPr>
        <p:spPr>
          <a:xfrm>
            <a:off x="859775" y="2713000"/>
            <a:ext cx="2331000" cy="365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78" name="Google Shape;178;p21"/>
          <p:cNvSpPr txBox="1"/>
          <p:nvPr>
            <p:ph idx="5" type="subTitle"/>
          </p:nvPr>
        </p:nvSpPr>
        <p:spPr>
          <a:xfrm>
            <a:off x="3406501" y="2713000"/>
            <a:ext cx="2331000" cy="365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79" name="Google Shape;179;p21"/>
          <p:cNvSpPr txBox="1"/>
          <p:nvPr>
            <p:ph idx="6" type="subTitle"/>
          </p:nvPr>
        </p:nvSpPr>
        <p:spPr>
          <a:xfrm>
            <a:off x="5953201" y="2713000"/>
            <a:ext cx="2331000" cy="365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80" name="Google Shape;180;p21"/>
          <p:cNvGrpSpPr/>
          <p:nvPr/>
        </p:nvGrpSpPr>
        <p:grpSpPr>
          <a:xfrm>
            <a:off x="-158360" y="-851467"/>
            <a:ext cx="9561047" cy="6679709"/>
            <a:chOff x="-158360" y="-851467"/>
            <a:chExt cx="9561047" cy="6679709"/>
          </a:xfrm>
        </p:grpSpPr>
        <p:grpSp>
          <p:nvGrpSpPr>
            <p:cNvPr id="181" name="Google Shape;181;p21"/>
            <p:cNvGrpSpPr/>
            <p:nvPr/>
          </p:nvGrpSpPr>
          <p:grpSpPr>
            <a:xfrm>
              <a:off x="5170363" y="4030992"/>
              <a:ext cx="4232325" cy="1797250"/>
              <a:chOff x="5170363" y="4030992"/>
              <a:chExt cx="4232325" cy="1797250"/>
            </a:xfrm>
          </p:grpSpPr>
          <p:pic>
            <p:nvPicPr>
              <p:cNvPr id="182" name="Google Shape;182;p21"/>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183" name="Google Shape;183;p21"/>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16020000" dist="57150">
                  <a:schemeClr val="lt1">
                    <a:alpha val="25000"/>
                  </a:schemeClr>
                </a:outerShdw>
              </a:effectLst>
            </p:spPr>
          </p:pic>
        </p:grpSp>
        <p:grpSp>
          <p:nvGrpSpPr>
            <p:cNvPr id="184" name="Google Shape;184;p21"/>
            <p:cNvGrpSpPr/>
            <p:nvPr/>
          </p:nvGrpSpPr>
          <p:grpSpPr>
            <a:xfrm>
              <a:off x="-158360" y="-851467"/>
              <a:ext cx="4519251" cy="1875502"/>
              <a:chOff x="-158360" y="-851467"/>
              <a:chExt cx="4519251" cy="1875502"/>
            </a:xfrm>
          </p:grpSpPr>
          <p:pic>
            <p:nvPicPr>
              <p:cNvPr id="185" name="Google Shape;185;p21"/>
              <p:cNvPicPr preferRelativeResize="0"/>
              <p:nvPr/>
            </p:nvPicPr>
            <p:blipFill>
              <a:blip r:embed="rId3">
                <a:alphaModFix/>
              </a:blip>
              <a:stretch>
                <a:fillRect/>
              </a:stretch>
            </p:blipFill>
            <p:spPr>
              <a:xfrm>
                <a:off x="-158360" y="-773214"/>
                <a:ext cx="3336551" cy="1797250"/>
              </a:xfrm>
              <a:prstGeom prst="rect">
                <a:avLst/>
              </a:prstGeom>
              <a:noFill/>
              <a:ln>
                <a:noFill/>
              </a:ln>
            </p:spPr>
          </p:pic>
          <p:pic>
            <p:nvPicPr>
              <p:cNvPr id="186" name="Google Shape;186;p21"/>
              <p:cNvPicPr preferRelativeResize="0"/>
              <p:nvPr/>
            </p:nvPicPr>
            <p:blipFill>
              <a:blip r:embed="rId4">
                <a:alphaModFix/>
              </a:blip>
              <a:stretch>
                <a:fillRect/>
              </a:stretch>
            </p:blipFill>
            <p:spPr>
              <a:xfrm>
                <a:off x="-158360" y="-851467"/>
                <a:ext cx="4519251" cy="1429075"/>
              </a:xfrm>
              <a:prstGeom prst="rect">
                <a:avLst/>
              </a:prstGeom>
              <a:noFill/>
              <a:ln>
                <a:noFill/>
              </a:ln>
              <a:effectLst>
                <a:outerShdw blurRad="142875" rotWithShape="0" algn="bl" dir="6360000" dist="76200">
                  <a:schemeClr val="lt1">
                    <a:alpha val="25000"/>
                  </a:schemeClr>
                </a:outerShdw>
              </a:effectLst>
            </p:spPr>
          </p:pic>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87" name="Shape 187"/>
        <p:cNvGrpSpPr/>
        <p:nvPr/>
      </p:nvGrpSpPr>
      <p:grpSpPr>
        <a:xfrm>
          <a:off x="0" y="0"/>
          <a:ext cx="0" cy="0"/>
          <a:chOff x="0" y="0"/>
          <a:chExt cx="0" cy="0"/>
        </a:xfrm>
      </p:grpSpPr>
      <p:pic>
        <p:nvPicPr>
          <p:cNvPr id="188" name="Google Shape;188;p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9" name="Google Shape;189;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0" name="Google Shape;190;p22"/>
          <p:cNvSpPr txBox="1"/>
          <p:nvPr>
            <p:ph idx="1" type="subTitle"/>
          </p:nvPr>
        </p:nvSpPr>
        <p:spPr>
          <a:xfrm>
            <a:off x="720025" y="1554480"/>
            <a:ext cx="7704000" cy="530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91" name="Google Shape;191;p22"/>
          <p:cNvSpPr txBox="1"/>
          <p:nvPr>
            <p:ph idx="2" type="subTitle"/>
          </p:nvPr>
        </p:nvSpPr>
        <p:spPr>
          <a:xfrm>
            <a:off x="720025" y="2674038"/>
            <a:ext cx="77040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92" name="Google Shape;192;p22"/>
          <p:cNvSpPr txBox="1"/>
          <p:nvPr>
            <p:ph idx="3" type="subTitle"/>
          </p:nvPr>
        </p:nvSpPr>
        <p:spPr>
          <a:xfrm>
            <a:off x="720025" y="3787363"/>
            <a:ext cx="77040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93" name="Google Shape;193;p22"/>
          <p:cNvSpPr txBox="1"/>
          <p:nvPr>
            <p:ph idx="4" type="subTitle"/>
          </p:nvPr>
        </p:nvSpPr>
        <p:spPr>
          <a:xfrm>
            <a:off x="720025" y="1177009"/>
            <a:ext cx="7704000" cy="5304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Clr>
                <a:schemeClr val="dk1"/>
              </a:buClr>
              <a:buSzPts val="2400"/>
              <a:buFont typeface="DM Sans"/>
              <a:buNone/>
              <a:defRPr sz="2000">
                <a:solidFill>
                  <a:schemeClr val="dk1"/>
                </a:solidFill>
                <a:latin typeface="Public Sans"/>
                <a:ea typeface="Public Sans"/>
                <a:cs typeface="Public Sans"/>
                <a:sym typeface="Public Sans"/>
              </a:defRPr>
            </a:lvl1pPr>
            <a:lvl2pPr lvl="1"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2pPr>
            <a:lvl3pPr lvl="2"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3pPr>
            <a:lvl4pPr lvl="3"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4pPr>
            <a:lvl5pPr lvl="4"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5pPr>
            <a:lvl6pPr lvl="5"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6pPr>
            <a:lvl7pPr lvl="6"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7pPr>
            <a:lvl8pPr lvl="7"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8pPr>
            <a:lvl9pPr lvl="8"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9pPr>
          </a:lstStyle>
          <a:p/>
        </p:txBody>
      </p:sp>
      <p:sp>
        <p:nvSpPr>
          <p:cNvPr id="194" name="Google Shape;194;p22"/>
          <p:cNvSpPr txBox="1"/>
          <p:nvPr>
            <p:ph idx="5" type="subTitle"/>
          </p:nvPr>
        </p:nvSpPr>
        <p:spPr>
          <a:xfrm>
            <a:off x="720025" y="2293038"/>
            <a:ext cx="7704000" cy="5277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Clr>
                <a:schemeClr val="dk1"/>
              </a:buClr>
              <a:buSzPts val="2400"/>
              <a:buFont typeface="DM Sans"/>
              <a:buNone/>
              <a:defRPr sz="2000">
                <a:solidFill>
                  <a:schemeClr val="dk1"/>
                </a:solidFill>
                <a:latin typeface="Public Sans"/>
                <a:ea typeface="Public Sans"/>
                <a:cs typeface="Public Sans"/>
                <a:sym typeface="Public Sans"/>
              </a:defRPr>
            </a:lvl1pPr>
            <a:lvl2pPr lvl="1"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2pPr>
            <a:lvl3pPr lvl="2"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3pPr>
            <a:lvl4pPr lvl="3"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4pPr>
            <a:lvl5pPr lvl="4"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5pPr>
            <a:lvl6pPr lvl="5"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6pPr>
            <a:lvl7pPr lvl="6"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7pPr>
            <a:lvl8pPr lvl="7"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8pPr>
            <a:lvl9pPr lvl="8"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9pPr>
          </a:lstStyle>
          <a:p/>
        </p:txBody>
      </p:sp>
      <p:sp>
        <p:nvSpPr>
          <p:cNvPr id="195" name="Google Shape;195;p22"/>
          <p:cNvSpPr txBox="1"/>
          <p:nvPr>
            <p:ph idx="6" type="subTitle"/>
          </p:nvPr>
        </p:nvSpPr>
        <p:spPr>
          <a:xfrm>
            <a:off x="720025" y="3406363"/>
            <a:ext cx="7704000" cy="5277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Clr>
                <a:schemeClr val="dk1"/>
              </a:buClr>
              <a:buSzPts val="2400"/>
              <a:buFont typeface="DM Sans"/>
              <a:buNone/>
              <a:defRPr sz="2000">
                <a:solidFill>
                  <a:schemeClr val="dk1"/>
                </a:solidFill>
                <a:latin typeface="Public Sans"/>
                <a:ea typeface="Public Sans"/>
                <a:cs typeface="Public Sans"/>
                <a:sym typeface="Public Sans"/>
              </a:defRPr>
            </a:lvl1pPr>
            <a:lvl2pPr lvl="1"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2pPr>
            <a:lvl3pPr lvl="2"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3pPr>
            <a:lvl4pPr lvl="3"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4pPr>
            <a:lvl5pPr lvl="4"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5pPr>
            <a:lvl6pPr lvl="5"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6pPr>
            <a:lvl7pPr lvl="6"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7pPr>
            <a:lvl8pPr lvl="7"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8pPr>
            <a:lvl9pPr lvl="8" rtl="0">
              <a:lnSpc>
                <a:spcPct val="115000"/>
              </a:lnSpc>
              <a:spcBef>
                <a:spcPts val="0"/>
              </a:spcBef>
              <a:spcAft>
                <a:spcPts val="0"/>
              </a:spcAft>
              <a:buClr>
                <a:schemeClr val="dk1"/>
              </a:buClr>
              <a:buSzPts val="2400"/>
              <a:buFont typeface="DM Sans"/>
              <a:buNone/>
              <a:defRPr sz="2400">
                <a:solidFill>
                  <a:schemeClr val="dk1"/>
                </a:solidFill>
                <a:latin typeface="DM Sans"/>
                <a:ea typeface="DM Sans"/>
                <a:cs typeface="DM Sans"/>
                <a:sym typeface="DM Sans"/>
              </a:defRPr>
            </a:lvl9pPr>
          </a:lstStyle>
          <a:p/>
        </p:txBody>
      </p:sp>
      <p:grpSp>
        <p:nvGrpSpPr>
          <p:cNvPr id="196" name="Google Shape;196;p22"/>
          <p:cNvGrpSpPr/>
          <p:nvPr/>
        </p:nvGrpSpPr>
        <p:grpSpPr>
          <a:xfrm>
            <a:off x="-158360" y="-851467"/>
            <a:ext cx="9561047" cy="6679709"/>
            <a:chOff x="-158360" y="-851467"/>
            <a:chExt cx="9561047" cy="6679709"/>
          </a:xfrm>
        </p:grpSpPr>
        <p:grpSp>
          <p:nvGrpSpPr>
            <p:cNvPr id="197" name="Google Shape;197;p22"/>
            <p:cNvGrpSpPr/>
            <p:nvPr/>
          </p:nvGrpSpPr>
          <p:grpSpPr>
            <a:xfrm>
              <a:off x="5170363" y="4030992"/>
              <a:ext cx="4232325" cy="1797250"/>
              <a:chOff x="5170363" y="4030992"/>
              <a:chExt cx="4232325" cy="1797250"/>
            </a:xfrm>
          </p:grpSpPr>
          <p:pic>
            <p:nvPicPr>
              <p:cNvPr id="198" name="Google Shape;198;p22"/>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199" name="Google Shape;199;p22"/>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16020000" dist="57150">
                  <a:schemeClr val="lt1">
                    <a:alpha val="25000"/>
                  </a:schemeClr>
                </a:outerShdw>
              </a:effectLst>
            </p:spPr>
          </p:pic>
        </p:grpSp>
        <p:grpSp>
          <p:nvGrpSpPr>
            <p:cNvPr id="200" name="Google Shape;200;p22"/>
            <p:cNvGrpSpPr/>
            <p:nvPr/>
          </p:nvGrpSpPr>
          <p:grpSpPr>
            <a:xfrm>
              <a:off x="-158360" y="-851467"/>
              <a:ext cx="4519251" cy="1875502"/>
              <a:chOff x="-158360" y="-851467"/>
              <a:chExt cx="4519251" cy="1875502"/>
            </a:xfrm>
          </p:grpSpPr>
          <p:pic>
            <p:nvPicPr>
              <p:cNvPr id="201" name="Google Shape;201;p22"/>
              <p:cNvPicPr preferRelativeResize="0"/>
              <p:nvPr/>
            </p:nvPicPr>
            <p:blipFill>
              <a:blip r:embed="rId3">
                <a:alphaModFix/>
              </a:blip>
              <a:stretch>
                <a:fillRect/>
              </a:stretch>
            </p:blipFill>
            <p:spPr>
              <a:xfrm>
                <a:off x="-158360" y="-773214"/>
                <a:ext cx="3336551" cy="1797250"/>
              </a:xfrm>
              <a:prstGeom prst="rect">
                <a:avLst/>
              </a:prstGeom>
              <a:noFill/>
              <a:ln>
                <a:noFill/>
              </a:ln>
            </p:spPr>
          </p:pic>
          <p:pic>
            <p:nvPicPr>
              <p:cNvPr id="202" name="Google Shape;202;p22"/>
              <p:cNvPicPr preferRelativeResize="0"/>
              <p:nvPr/>
            </p:nvPicPr>
            <p:blipFill>
              <a:blip r:embed="rId4">
                <a:alphaModFix/>
              </a:blip>
              <a:stretch>
                <a:fillRect/>
              </a:stretch>
            </p:blipFill>
            <p:spPr>
              <a:xfrm>
                <a:off x="-158360" y="-851467"/>
                <a:ext cx="4519251" cy="1429075"/>
              </a:xfrm>
              <a:prstGeom prst="rect">
                <a:avLst/>
              </a:prstGeom>
              <a:noFill/>
              <a:ln>
                <a:noFill/>
              </a:ln>
              <a:effectLst>
                <a:outerShdw blurRad="142875" rotWithShape="0" algn="bl" dir="6360000" dist="76200">
                  <a:schemeClr val="lt1">
                    <a:alpha val="25000"/>
                  </a:schemeClr>
                </a:outerShdw>
              </a:effectLst>
            </p:spPr>
          </p:pic>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203" name="Shape 203"/>
        <p:cNvGrpSpPr/>
        <p:nvPr/>
      </p:nvGrpSpPr>
      <p:grpSpPr>
        <a:xfrm>
          <a:off x="0" y="0"/>
          <a:ext cx="0" cy="0"/>
          <a:chOff x="0" y="0"/>
          <a:chExt cx="0" cy="0"/>
        </a:xfrm>
      </p:grpSpPr>
      <p:pic>
        <p:nvPicPr>
          <p:cNvPr id="204" name="Google Shape;204;p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5" name="Google Shape;205;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6" name="Google Shape;206;p23"/>
          <p:cNvSpPr txBox="1"/>
          <p:nvPr>
            <p:ph idx="1" type="subTitle"/>
          </p:nvPr>
        </p:nvSpPr>
        <p:spPr>
          <a:xfrm>
            <a:off x="1485750" y="1568325"/>
            <a:ext cx="6778800" cy="59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2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07" name="Google Shape;207;p23"/>
          <p:cNvSpPr txBox="1"/>
          <p:nvPr>
            <p:ph idx="2" type="subTitle"/>
          </p:nvPr>
        </p:nvSpPr>
        <p:spPr>
          <a:xfrm>
            <a:off x="1485750" y="2642321"/>
            <a:ext cx="6778800" cy="59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2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08" name="Google Shape;208;p23"/>
          <p:cNvSpPr txBox="1"/>
          <p:nvPr>
            <p:ph idx="3" type="subTitle"/>
          </p:nvPr>
        </p:nvSpPr>
        <p:spPr>
          <a:xfrm>
            <a:off x="1485750" y="3783825"/>
            <a:ext cx="6778800" cy="59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2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09" name="Google Shape;209;p23"/>
          <p:cNvSpPr txBox="1"/>
          <p:nvPr>
            <p:ph idx="4" type="subTitle"/>
          </p:nvPr>
        </p:nvSpPr>
        <p:spPr>
          <a:xfrm>
            <a:off x="1485750" y="1332525"/>
            <a:ext cx="6778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sz="2000">
                <a:solidFill>
                  <a:schemeClr val="dk1"/>
                </a:solidFill>
                <a:latin typeface="Public Sans"/>
                <a:ea typeface="Public Sans"/>
                <a:cs typeface="Public Sans"/>
                <a:sym typeface="Public Sa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210" name="Google Shape;210;p23"/>
          <p:cNvSpPr txBox="1"/>
          <p:nvPr>
            <p:ph idx="5" type="subTitle"/>
          </p:nvPr>
        </p:nvSpPr>
        <p:spPr>
          <a:xfrm>
            <a:off x="1485750" y="2384063"/>
            <a:ext cx="6778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sz="2000">
                <a:solidFill>
                  <a:schemeClr val="dk1"/>
                </a:solidFill>
                <a:latin typeface="Public Sans"/>
                <a:ea typeface="Public Sans"/>
                <a:cs typeface="Public Sans"/>
                <a:sym typeface="Public Sa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211" name="Google Shape;211;p23"/>
          <p:cNvSpPr txBox="1"/>
          <p:nvPr>
            <p:ph idx="6" type="subTitle"/>
          </p:nvPr>
        </p:nvSpPr>
        <p:spPr>
          <a:xfrm>
            <a:off x="1485750" y="3503125"/>
            <a:ext cx="6778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sz="2000">
                <a:solidFill>
                  <a:schemeClr val="dk1"/>
                </a:solidFill>
                <a:latin typeface="Public Sans"/>
                <a:ea typeface="Public Sans"/>
                <a:cs typeface="Public Sans"/>
                <a:sym typeface="Public Sa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212" name="Google Shape;212;p23"/>
          <p:cNvGrpSpPr/>
          <p:nvPr/>
        </p:nvGrpSpPr>
        <p:grpSpPr>
          <a:xfrm>
            <a:off x="-158360" y="-851467"/>
            <a:ext cx="9561047" cy="6679709"/>
            <a:chOff x="-158360" y="-851467"/>
            <a:chExt cx="9561047" cy="6679709"/>
          </a:xfrm>
        </p:grpSpPr>
        <p:grpSp>
          <p:nvGrpSpPr>
            <p:cNvPr id="213" name="Google Shape;213;p23"/>
            <p:cNvGrpSpPr/>
            <p:nvPr/>
          </p:nvGrpSpPr>
          <p:grpSpPr>
            <a:xfrm>
              <a:off x="-158360" y="4030992"/>
              <a:ext cx="4232325" cy="1797250"/>
              <a:chOff x="-158360" y="4030992"/>
              <a:chExt cx="4232325" cy="1797250"/>
            </a:xfrm>
          </p:grpSpPr>
          <p:pic>
            <p:nvPicPr>
              <p:cNvPr id="214" name="Google Shape;214;p23"/>
              <p:cNvPicPr preferRelativeResize="0"/>
              <p:nvPr/>
            </p:nvPicPr>
            <p:blipFill>
              <a:blip r:embed="rId3">
                <a:alphaModFix/>
              </a:blip>
              <a:stretch>
                <a:fillRect/>
              </a:stretch>
            </p:blipFill>
            <p:spPr>
              <a:xfrm flipH="1" rot="10800000">
                <a:off x="-158360" y="4030992"/>
                <a:ext cx="3336551" cy="1797250"/>
              </a:xfrm>
              <a:prstGeom prst="rect">
                <a:avLst/>
              </a:prstGeom>
              <a:noFill/>
              <a:ln>
                <a:noFill/>
              </a:ln>
            </p:spPr>
          </p:pic>
          <p:pic>
            <p:nvPicPr>
              <p:cNvPr id="215" name="Google Shape;215;p23"/>
              <p:cNvPicPr preferRelativeResize="0"/>
              <p:nvPr/>
            </p:nvPicPr>
            <p:blipFill>
              <a:blip r:embed="rId4">
                <a:alphaModFix/>
              </a:blip>
              <a:stretch>
                <a:fillRect/>
              </a:stretch>
            </p:blipFill>
            <p:spPr>
              <a:xfrm flipH="1" rot="10800000">
                <a:off x="-158360" y="4439742"/>
                <a:ext cx="4232325" cy="1338350"/>
              </a:xfrm>
              <a:prstGeom prst="rect">
                <a:avLst/>
              </a:prstGeom>
              <a:noFill/>
              <a:ln>
                <a:noFill/>
              </a:ln>
              <a:effectLst>
                <a:outerShdw blurRad="128588" rotWithShape="0" algn="bl" dir="11040000" dist="57150">
                  <a:schemeClr val="lt1">
                    <a:alpha val="25000"/>
                  </a:schemeClr>
                </a:outerShdw>
              </a:effectLst>
            </p:spPr>
          </p:pic>
        </p:grpSp>
        <p:grpSp>
          <p:nvGrpSpPr>
            <p:cNvPr id="216" name="Google Shape;216;p23"/>
            <p:cNvGrpSpPr/>
            <p:nvPr/>
          </p:nvGrpSpPr>
          <p:grpSpPr>
            <a:xfrm>
              <a:off x="4883436" y="-851467"/>
              <a:ext cx="4519251" cy="1875502"/>
              <a:chOff x="4883436" y="-851467"/>
              <a:chExt cx="4519251" cy="1875502"/>
            </a:xfrm>
          </p:grpSpPr>
          <p:pic>
            <p:nvPicPr>
              <p:cNvPr id="217" name="Google Shape;217;p23"/>
              <p:cNvPicPr preferRelativeResize="0"/>
              <p:nvPr/>
            </p:nvPicPr>
            <p:blipFill>
              <a:blip r:embed="rId3">
                <a:alphaModFix/>
              </a:blip>
              <a:stretch>
                <a:fillRect/>
              </a:stretch>
            </p:blipFill>
            <p:spPr>
              <a:xfrm flipH="1">
                <a:off x="6066136" y="-773214"/>
                <a:ext cx="3336551" cy="1797250"/>
              </a:xfrm>
              <a:prstGeom prst="rect">
                <a:avLst/>
              </a:prstGeom>
              <a:noFill/>
              <a:ln>
                <a:noFill/>
              </a:ln>
            </p:spPr>
          </p:pic>
          <p:pic>
            <p:nvPicPr>
              <p:cNvPr id="218" name="Google Shape;218;p23"/>
              <p:cNvPicPr preferRelativeResize="0"/>
              <p:nvPr/>
            </p:nvPicPr>
            <p:blipFill>
              <a:blip r:embed="rId4">
                <a:alphaModFix/>
              </a:blip>
              <a:stretch>
                <a:fillRect/>
              </a:stretch>
            </p:blipFill>
            <p:spPr>
              <a:xfrm flipH="1">
                <a:off x="4883436" y="-851467"/>
                <a:ext cx="4519251" cy="1429075"/>
              </a:xfrm>
              <a:prstGeom prst="rect">
                <a:avLst/>
              </a:prstGeom>
              <a:noFill/>
              <a:ln>
                <a:noFill/>
              </a:ln>
              <a:effectLst>
                <a:outerShdw blurRad="142875" rotWithShape="0" algn="bl" dir="11100000" dist="76200">
                  <a:schemeClr val="lt1">
                    <a:alpha val="25000"/>
                  </a:schemeClr>
                </a:outerShdw>
              </a:effectLst>
            </p:spPr>
          </p:pic>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19" name="Shape 219"/>
        <p:cNvGrpSpPr/>
        <p:nvPr/>
      </p:nvGrpSpPr>
      <p:grpSpPr>
        <a:xfrm>
          <a:off x="0" y="0"/>
          <a:ext cx="0" cy="0"/>
          <a:chOff x="0" y="0"/>
          <a:chExt cx="0" cy="0"/>
        </a:xfrm>
      </p:grpSpPr>
      <p:pic>
        <p:nvPicPr>
          <p:cNvPr id="220" name="Google Shape;220;p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1" name="Google Shape;221;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2" name="Google Shape;222;p24"/>
          <p:cNvSpPr txBox="1"/>
          <p:nvPr>
            <p:ph idx="1" type="subTitle"/>
          </p:nvPr>
        </p:nvSpPr>
        <p:spPr>
          <a:xfrm>
            <a:off x="1597238" y="1720965"/>
            <a:ext cx="2601000" cy="911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3" name="Google Shape;223;p24"/>
          <p:cNvSpPr txBox="1"/>
          <p:nvPr>
            <p:ph idx="2" type="subTitle"/>
          </p:nvPr>
        </p:nvSpPr>
        <p:spPr>
          <a:xfrm>
            <a:off x="5446513" y="1720965"/>
            <a:ext cx="2601000" cy="911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4" name="Google Shape;224;p24"/>
          <p:cNvSpPr txBox="1"/>
          <p:nvPr>
            <p:ph idx="3" type="subTitle"/>
          </p:nvPr>
        </p:nvSpPr>
        <p:spPr>
          <a:xfrm>
            <a:off x="1597238" y="3304965"/>
            <a:ext cx="2601000" cy="911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5" name="Google Shape;225;p24"/>
          <p:cNvSpPr txBox="1"/>
          <p:nvPr>
            <p:ph idx="4" type="subTitle"/>
          </p:nvPr>
        </p:nvSpPr>
        <p:spPr>
          <a:xfrm>
            <a:off x="5446513" y="3304965"/>
            <a:ext cx="2601000" cy="911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6" name="Google Shape;226;p24"/>
          <p:cNvSpPr txBox="1"/>
          <p:nvPr>
            <p:ph idx="5" type="subTitle"/>
          </p:nvPr>
        </p:nvSpPr>
        <p:spPr>
          <a:xfrm>
            <a:off x="1597238" y="1381540"/>
            <a:ext cx="2601000" cy="4773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27" name="Google Shape;227;p24"/>
          <p:cNvSpPr txBox="1"/>
          <p:nvPr>
            <p:ph idx="6" type="subTitle"/>
          </p:nvPr>
        </p:nvSpPr>
        <p:spPr>
          <a:xfrm>
            <a:off x="5446513" y="1381540"/>
            <a:ext cx="2601000" cy="4773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28" name="Google Shape;228;p24"/>
          <p:cNvSpPr txBox="1"/>
          <p:nvPr>
            <p:ph idx="7" type="subTitle"/>
          </p:nvPr>
        </p:nvSpPr>
        <p:spPr>
          <a:xfrm>
            <a:off x="1597238" y="2965490"/>
            <a:ext cx="2601000" cy="4773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29" name="Google Shape;229;p24"/>
          <p:cNvSpPr txBox="1"/>
          <p:nvPr>
            <p:ph idx="8" type="subTitle"/>
          </p:nvPr>
        </p:nvSpPr>
        <p:spPr>
          <a:xfrm>
            <a:off x="5446513" y="2965490"/>
            <a:ext cx="2601000" cy="4773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30" name="Google Shape;230;p24"/>
          <p:cNvGrpSpPr/>
          <p:nvPr/>
        </p:nvGrpSpPr>
        <p:grpSpPr>
          <a:xfrm>
            <a:off x="-158360" y="-851467"/>
            <a:ext cx="9561047" cy="6679709"/>
            <a:chOff x="-158360" y="-851467"/>
            <a:chExt cx="9561047" cy="6679709"/>
          </a:xfrm>
        </p:grpSpPr>
        <p:grpSp>
          <p:nvGrpSpPr>
            <p:cNvPr id="231" name="Google Shape;231;p24"/>
            <p:cNvGrpSpPr/>
            <p:nvPr/>
          </p:nvGrpSpPr>
          <p:grpSpPr>
            <a:xfrm>
              <a:off x="5170363" y="4030992"/>
              <a:ext cx="4232325" cy="1797250"/>
              <a:chOff x="5170363" y="4030992"/>
              <a:chExt cx="4232325" cy="1797250"/>
            </a:xfrm>
          </p:grpSpPr>
          <p:pic>
            <p:nvPicPr>
              <p:cNvPr id="232" name="Google Shape;232;p24"/>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233" name="Google Shape;233;p24"/>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9900000" dist="57150">
                  <a:schemeClr val="lt1">
                    <a:alpha val="25000"/>
                  </a:schemeClr>
                </a:outerShdw>
              </a:effectLst>
            </p:spPr>
          </p:pic>
        </p:grpSp>
        <p:grpSp>
          <p:nvGrpSpPr>
            <p:cNvPr id="234" name="Google Shape;234;p24"/>
            <p:cNvGrpSpPr/>
            <p:nvPr/>
          </p:nvGrpSpPr>
          <p:grpSpPr>
            <a:xfrm>
              <a:off x="-158360" y="-851467"/>
              <a:ext cx="4519251" cy="1875502"/>
              <a:chOff x="-158360" y="-851467"/>
              <a:chExt cx="4519251" cy="1875502"/>
            </a:xfrm>
          </p:grpSpPr>
          <p:pic>
            <p:nvPicPr>
              <p:cNvPr id="235" name="Google Shape;235;p24"/>
              <p:cNvPicPr preferRelativeResize="0"/>
              <p:nvPr/>
            </p:nvPicPr>
            <p:blipFill>
              <a:blip r:embed="rId3">
                <a:alphaModFix/>
              </a:blip>
              <a:stretch>
                <a:fillRect/>
              </a:stretch>
            </p:blipFill>
            <p:spPr>
              <a:xfrm>
                <a:off x="-158360" y="-773214"/>
                <a:ext cx="3336551" cy="1797250"/>
              </a:xfrm>
              <a:prstGeom prst="rect">
                <a:avLst/>
              </a:prstGeom>
              <a:noFill/>
              <a:ln>
                <a:noFill/>
              </a:ln>
            </p:spPr>
          </p:pic>
          <p:pic>
            <p:nvPicPr>
              <p:cNvPr id="236" name="Google Shape;236;p24"/>
              <p:cNvPicPr preferRelativeResize="0"/>
              <p:nvPr/>
            </p:nvPicPr>
            <p:blipFill>
              <a:blip r:embed="rId4">
                <a:alphaModFix/>
              </a:blip>
              <a:stretch>
                <a:fillRect/>
              </a:stretch>
            </p:blipFill>
            <p:spPr>
              <a:xfrm>
                <a:off x="-158360" y="-851467"/>
                <a:ext cx="4519251" cy="1429075"/>
              </a:xfrm>
              <a:prstGeom prst="rect">
                <a:avLst/>
              </a:prstGeom>
              <a:noFill/>
              <a:ln>
                <a:noFill/>
              </a:ln>
              <a:effectLst>
                <a:outerShdw blurRad="142875" rotWithShape="0" algn="bl" dir="10020000" dist="76200">
                  <a:schemeClr val="lt1">
                    <a:alpha val="25000"/>
                  </a:schemeClr>
                </a:outerShdw>
              </a:effectLst>
            </p:spPr>
          </p:pic>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237" name="Shape 237"/>
        <p:cNvGrpSpPr/>
        <p:nvPr/>
      </p:nvGrpSpPr>
      <p:grpSpPr>
        <a:xfrm>
          <a:off x="0" y="0"/>
          <a:ext cx="0" cy="0"/>
          <a:chOff x="0" y="0"/>
          <a:chExt cx="0" cy="0"/>
        </a:xfrm>
      </p:grpSpPr>
      <p:pic>
        <p:nvPicPr>
          <p:cNvPr id="238" name="Google Shape;238;p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9" name="Google Shape;239;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0" name="Google Shape;240;p25"/>
          <p:cNvSpPr txBox="1"/>
          <p:nvPr>
            <p:ph idx="1" type="subTitle"/>
          </p:nvPr>
        </p:nvSpPr>
        <p:spPr>
          <a:xfrm>
            <a:off x="1024244" y="2155600"/>
            <a:ext cx="2155800" cy="635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1" name="Google Shape;241;p25"/>
          <p:cNvSpPr txBox="1"/>
          <p:nvPr>
            <p:ph idx="2" type="subTitle"/>
          </p:nvPr>
        </p:nvSpPr>
        <p:spPr>
          <a:xfrm>
            <a:off x="3494094" y="2155600"/>
            <a:ext cx="2155800" cy="635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2" name="Google Shape;242;p25"/>
          <p:cNvSpPr txBox="1"/>
          <p:nvPr>
            <p:ph idx="3" type="subTitle"/>
          </p:nvPr>
        </p:nvSpPr>
        <p:spPr>
          <a:xfrm>
            <a:off x="1024244" y="3919924"/>
            <a:ext cx="2155800" cy="635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3" name="Google Shape;243;p25"/>
          <p:cNvSpPr txBox="1"/>
          <p:nvPr>
            <p:ph idx="4" type="subTitle"/>
          </p:nvPr>
        </p:nvSpPr>
        <p:spPr>
          <a:xfrm>
            <a:off x="3494094" y="3919924"/>
            <a:ext cx="2155800" cy="635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4" name="Google Shape;244;p25"/>
          <p:cNvSpPr txBox="1"/>
          <p:nvPr>
            <p:ph idx="5" type="subTitle"/>
          </p:nvPr>
        </p:nvSpPr>
        <p:spPr>
          <a:xfrm>
            <a:off x="5964019" y="2155604"/>
            <a:ext cx="2155800" cy="635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5" name="Google Shape;245;p25"/>
          <p:cNvSpPr txBox="1"/>
          <p:nvPr>
            <p:ph idx="6" type="subTitle"/>
          </p:nvPr>
        </p:nvSpPr>
        <p:spPr>
          <a:xfrm>
            <a:off x="5964019" y="3919926"/>
            <a:ext cx="2155800" cy="635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6" name="Google Shape;246;p25"/>
          <p:cNvSpPr txBox="1"/>
          <p:nvPr>
            <p:ph idx="7" type="subTitle"/>
          </p:nvPr>
        </p:nvSpPr>
        <p:spPr>
          <a:xfrm>
            <a:off x="1024244" y="1826100"/>
            <a:ext cx="2155800" cy="4926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47" name="Google Shape;247;p25"/>
          <p:cNvSpPr txBox="1"/>
          <p:nvPr>
            <p:ph idx="8" type="subTitle"/>
          </p:nvPr>
        </p:nvSpPr>
        <p:spPr>
          <a:xfrm>
            <a:off x="3494094" y="1826100"/>
            <a:ext cx="2155800" cy="4926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48" name="Google Shape;248;p25"/>
          <p:cNvSpPr txBox="1"/>
          <p:nvPr>
            <p:ph idx="9" type="subTitle"/>
          </p:nvPr>
        </p:nvSpPr>
        <p:spPr>
          <a:xfrm>
            <a:off x="5964019" y="1826100"/>
            <a:ext cx="2155800" cy="4926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49" name="Google Shape;249;p25"/>
          <p:cNvSpPr txBox="1"/>
          <p:nvPr>
            <p:ph idx="13" type="subTitle"/>
          </p:nvPr>
        </p:nvSpPr>
        <p:spPr>
          <a:xfrm>
            <a:off x="1024244" y="3590226"/>
            <a:ext cx="2155800" cy="4926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50" name="Google Shape;250;p25"/>
          <p:cNvSpPr txBox="1"/>
          <p:nvPr>
            <p:ph idx="14" type="subTitle"/>
          </p:nvPr>
        </p:nvSpPr>
        <p:spPr>
          <a:xfrm>
            <a:off x="3494094" y="3590226"/>
            <a:ext cx="2155800" cy="4926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51" name="Google Shape;251;p25"/>
          <p:cNvSpPr txBox="1"/>
          <p:nvPr>
            <p:ph idx="15" type="subTitle"/>
          </p:nvPr>
        </p:nvSpPr>
        <p:spPr>
          <a:xfrm>
            <a:off x="5964019" y="3590226"/>
            <a:ext cx="2155800" cy="4926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sz="2000">
                <a:solidFill>
                  <a:schemeClr val="dk1"/>
                </a:solidFill>
                <a:latin typeface="Public Sans"/>
                <a:ea typeface="Public Sans"/>
                <a:cs typeface="Public Sans"/>
                <a:sym typeface="Public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52" name="Google Shape;252;p25"/>
          <p:cNvGrpSpPr/>
          <p:nvPr/>
        </p:nvGrpSpPr>
        <p:grpSpPr>
          <a:xfrm>
            <a:off x="-158360" y="-851467"/>
            <a:ext cx="9561047" cy="6679709"/>
            <a:chOff x="-158360" y="-851467"/>
            <a:chExt cx="9561047" cy="6679709"/>
          </a:xfrm>
        </p:grpSpPr>
        <p:grpSp>
          <p:nvGrpSpPr>
            <p:cNvPr id="253" name="Google Shape;253;p25"/>
            <p:cNvGrpSpPr/>
            <p:nvPr/>
          </p:nvGrpSpPr>
          <p:grpSpPr>
            <a:xfrm>
              <a:off x="-158360" y="4030992"/>
              <a:ext cx="4232325" cy="1797250"/>
              <a:chOff x="-158360" y="4030992"/>
              <a:chExt cx="4232325" cy="1797250"/>
            </a:xfrm>
          </p:grpSpPr>
          <p:pic>
            <p:nvPicPr>
              <p:cNvPr id="254" name="Google Shape;254;p25"/>
              <p:cNvPicPr preferRelativeResize="0"/>
              <p:nvPr/>
            </p:nvPicPr>
            <p:blipFill>
              <a:blip r:embed="rId3">
                <a:alphaModFix/>
              </a:blip>
              <a:stretch>
                <a:fillRect/>
              </a:stretch>
            </p:blipFill>
            <p:spPr>
              <a:xfrm flipH="1" rot="10800000">
                <a:off x="-158360" y="4030992"/>
                <a:ext cx="3336551" cy="1797250"/>
              </a:xfrm>
              <a:prstGeom prst="rect">
                <a:avLst/>
              </a:prstGeom>
              <a:noFill/>
              <a:ln>
                <a:noFill/>
              </a:ln>
            </p:spPr>
          </p:pic>
          <p:pic>
            <p:nvPicPr>
              <p:cNvPr id="255" name="Google Shape;255;p25"/>
              <p:cNvPicPr preferRelativeResize="0"/>
              <p:nvPr/>
            </p:nvPicPr>
            <p:blipFill>
              <a:blip r:embed="rId4">
                <a:alphaModFix/>
              </a:blip>
              <a:stretch>
                <a:fillRect/>
              </a:stretch>
            </p:blipFill>
            <p:spPr>
              <a:xfrm flipH="1" rot="10800000">
                <a:off x="-158360" y="4439742"/>
                <a:ext cx="4232325" cy="1338350"/>
              </a:xfrm>
              <a:prstGeom prst="rect">
                <a:avLst/>
              </a:prstGeom>
              <a:noFill/>
              <a:ln>
                <a:noFill/>
              </a:ln>
              <a:effectLst>
                <a:outerShdw blurRad="128588" rotWithShape="0" algn="bl" dir="16020000" dist="57150">
                  <a:schemeClr val="lt1">
                    <a:alpha val="25000"/>
                  </a:schemeClr>
                </a:outerShdw>
              </a:effectLst>
            </p:spPr>
          </p:pic>
        </p:grpSp>
        <p:grpSp>
          <p:nvGrpSpPr>
            <p:cNvPr id="256" name="Google Shape;256;p25"/>
            <p:cNvGrpSpPr/>
            <p:nvPr/>
          </p:nvGrpSpPr>
          <p:grpSpPr>
            <a:xfrm>
              <a:off x="4883436" y="-851467"/>
              <a:ext cx="4519251" cy="1875502"/>
              <a:chOff x="4883436" y="-851467"/>
              <a:chExt cx="4519251" cy="1875502"/>
            </a:xfrm>
          </p:grpSpPr>
          <p:pic>
            <p:nvPicPr>
              <p:cNvPr id="257" name="Google Shape;257;p25"/>
              <p:cNvPicPr preferRelativeResize="0"/>
              <p:nvPr/>
            </p:nvPicPr>
            <p:blipFill>
              <a:blip r:embed="rId3">
                <a:alphaModFix/>
              </a:blip>
              <a:stretch>
                <a:fillRect/>
              </a:stretch>
            </p:blipFill>
            <p:spPr>
              <a:xfrm flipH="1">
                <a:off x="6066136" y="-773214"/>
                <a:ext cx="3336551" cy="1797250"/>
              </a:xfrm>
              <a:prstGeom prst="rect">
                <a:avLst/>
              </a:prstGeom>
              <a:noFill/>
              <a:ln>
                <a:noFill/>
              </a:ln>
            </p:spPr>
          </p:pic>
          <p:pic>
            <p:nvPicPr>
              <p:cNvPr id="258" name="Google Shape;258;p25"/>
              <p:cNvPicPr preferRelativeResize="0"/>
              <p:nvPr/>
            </p:nvPicPr>
            <p:blipFill>
              <a:blip r:embed="rId4">
                <a:alphaModFix/>
              </a:blip>
              <a:stretch>
                <a:fillRect/>
              </a:stretch>
            </p:blipFill>
            <p:spPr>
              <a:xfrm flipH="1">
                <a:off x="4883436" y="-851467"/>
                <a:ext cx="4519251" cy="1429075"/>
              </a:xfrm>
              <a:prstGeom prst="rect">
                <a:avLst/>
              </a:prstGeom>
              <a:noFill/>
              <a:ln>
                <a:noFill/>
              </a:ln>
              <a:effectLst>
                <a:outerShdw blurRad="142875" rotWithShape="0" algn="bl" dir="6360000" dist="76200">
                  <a:schemeClr val="lt1">
                    <a:alpha val="25000"/>
                  </a:schemeClr>
                </a:outerShdw>
              </a:effectLst>
            </p:spPr>
          </p:pic>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_1">
    <p:spTree>
      <p:nvGrpSpPr>
        <p:cNvPr id="259" name="Shape 259"/>
        <p:cNvGrpSpPr/>
        <p:nvPr/>
      </p:nvGrpSpPr>
      <p:grpSpPr>
        <a:xfrm>
          <a:off x="0" y="0"/>
          <a:ext cx="0" cy="0"/>
          <a:chOff x="0" y="0"/>
          <a:chExt cx="0" cy="0"/>
        </a:xfrm>
      </p:grpSpPr>
      <p:pic>
        <p:nvPicPr>
          <p:cNvPr id="260" name="Google Shape;260;p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1" name="Google Shape;261;p26"/>
          <p:cNvSpPr txBox="1"/>
          <p:nvPr>
            <p:ph hasCustomPrompt="1" type="title"/>
          </p:nvPr>
        </p:nvSpPr>
        <p:spPr>
          <a:xfrm>
            <a:off x="713225" y="1307025"/>
            <a:ext cx="3773700" cy="8796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2" name="Google Shape;262;p26"/>
          <p:cNvSpPr txBox="1"/>
          <p:nvPr>
            <p:ph idx="1" type="subTitle"/>
          </p:nvPr>
        </p:nvSpPr>
        <p:spPr>
          <a:xfrm>
            <a:off x="713225" y="1965651"/>
            <a:ext cx="3773700" cy="366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63" name="Google Shape;263;p26"/>
          <p:cNvSpPr txBox="1"/>
          <p:nvPr>
            <p:ph hasCustomPrompt="1" idx="2" type="title"/>
          </p:nvPr>
        </p:nvSpPr>
        <p:spPr>
          <a:xfrm>
            <a:off x="4657075" y="1307025"/>
            <a:ext cx="3773700" cy="8796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4" name="Google Shape;264;p26"/>
          <p:cNvSpPr txBox="1"/>
          <p:nvPr>
            <p:ph idx="3" type="subTitle"/>
          </p:nvPr>
        </p:nvSpPr>
        <p:spPr>
          <a:xfrm>
            <a:off x="4657075" y="1965676"/>
            <a:ext cx="3773700" cy="366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65" name="Google Shape;265;p26"/>
          <p:cNvSpPr txBox="1"/>
          <p:nvPr>
            <p:ph hasCustomPrompt="1" idx="4" type="title"/>
          </p:nvPr>
        </p:nvSpPr>
        <p:spPr>
          <a:xfrm>
            <a:off x="2685150" y="2811500"/>
            <a:ext cx="3773700" cy="8796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6" name="Google Shape;266;p26"/>
          <p:cNvSpPr txBox="1"/>
          <p:nvPr>
            <p:ph idx="5" type="subTitle"/>
          </p:nvPr>
        </p:nvSpPr>
        <p:spPr>
          <a:xfrm>
            <a:off x="2685150" y="3470174"/>
            <a:ext cx="3773700" cy="366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67" name="Shape 267"/>
        <p:cNvGrpSpPr/>
        <p:nvPr/>
      </p:nvGrpSpPr>
      <p:grpSpPr>
        <a:xfrm>
          <a:off x="0" y="0"/>
          <a:ext cx="0" cy="0"/>
          <a:chOff x="0" y="0"/>
          <a:chExt cx="0" cy="0"/>
        </a:xfrm>
      </p:grpSpPr>
      <p:pic>
        <p:nvPicPr>
          <p:cNvPr id="268" name="Google Shape;268;p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9" name="Google Shape;269;p27"/>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8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0" name="Google Shape;270;p27"/>
          <p:cNvSpPr txBox="1"/>
          <p:nvPr>
            <p:ph idx="1" type="subTitle"/>
          </p:nvPr>
        </p:nvSpPr>
        <p:spPr>
          <a:xfrm>
            <a:off x="2347900" y="1770662"/>
            <a:ext cx="4448100" cy="1224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1" name="Google Shape;271;p27"/>
          <p:cNvSpPr txBox="1"/>
          <p:nvPr/>
        </p:nvSpPr>
        <p:spPr>
          <a:xfrm>
            <a:off x="2501575" y="3699675"/>
            <a:ext cx="4140900" cy="55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000">
                <a:solidFill>
                  <a:schemeClr val="lt1"/>
                </a:solidFill>
                <a:latin typeface="Commissioner"/>
                <a:ea typeface="Commissioner"/>
                <a:cs typeface="Commissioner"/>
                <a:sym typeface="Commissioner"/>
              </a:rPr>
              <a:t>CREDITS: This presentation template was created by </a:t>
            </a:r>
            <a:r>
              <a:rPr b="1" lang="en" sz="1000" u="sng">
                <a:solidFill>
                  <a:schemeClr val="lt1"/>
                </a:solidFill>
                <a:latin typeface="Commissioner"/>
                <a:ea typeface="Commissioner"/>
                <a:cs typeface="Commissioner"/>
                <a:sym typeface="Commissioner"/>
                <a:hlinkClick r:id="rId3">
                  <a:extLst>
                    <a:ext uri="{A12FA001-AC4F-418D-AE19-62706E023703}">
                      <ahyp:hlinkClr val="tx"/>
                    </a:ext>
                  </a:extLst>
                </a:hlinkClick>
              </a:rPr>
              <a:t>Slidesgo</a:t>
            </a:r>
            <a:r>
              <a:rPr b="1" lang="en" sz="1000">
                <a:solidFill>
                  <a:schemeClr val="lt1"/>
                </a:solidFill>
                <a:latin typeface="Commissioner"/>
                <a:ea typeface="Commissioner"/>
                <a:cs typeface="Commissioner"/>
                <a:sym typeface="Commissioner"/>
              </a:rPr>
              <a:t>,</a:t>
            </a:r>
            <a:r>
              <a:rPr lang="en" sz="1000">
                <a:solidFill>
                  <a:schemeClr val="lt1"/>
                </a:solidFill>
                <a:latin typeface="Commissioner"/>
                <a:ea typeface="Commissioner"/>
                <a:cs typeface="Commissioner"/>
                <a:sym typeface="Commissioner"/>
              </a:rPr>
              <a:t> and includes icons by</a:t>
            </a:r>
            <a:r>
              <a:rPr b="1" lang="en" sz="1000">
                <a:solidFill>
                  <a:schemeClr val="lt1"/>
                </a:solidFill>
                <a:latin typeface="Commissioner"/>
                <a:ea typeface="Commissioner"/>
                <a:cs typeface="Commissioner"/>
                <a:sym typeface="Commissioner"/>
              </a:rPr>
              <a:t> </a:t>
            </a:r>
            <a:r>
              <a:rPr b="1" lang="en" sz="1000" u="sng">
                <a:solidFill>
                  <a:schemeClr val="lt1"/>
                </a:solidFill>
                <a:latin typeface="Commissioner"/>
                <a:ea typeface="Commissioner"/>
                <a:cs typeface="Commissioner"/>
                <a:sym typeface="Commissioner"/>
                <a:hlinkClick r:id="rId4">
                  <a:extLst>
                    <a:ext uri="{A12FA001-AC4F-418D-AE19-62706E023703}">
                      <ahyp:hlinkClr val="tx"/>
                    </a:ext>
                  </a:extLst>
                </a:hlinkClick>
              </a:rPr>
              <a:t>Flaticon</a:t>
            </a:r>
            <a:r>
              <a:rPr b="1" lang="en" sz="1000">
                <a:solidFill>
                  <a:schemeClr val="lt1"/>
                </a:solidFill>
                <a:latin typeface="Commissioner"/>
                <a:ea typeface="Commissioner"/>
                <a:cs typeface="Commissioner"/>
                <a:sym typeface="Commissioner"/>
              </a:rPr>
              <a:t>,</a:t>
            </a:r>
            <a:r>
              <a:rPr lang="en" sz="1000">
                <a:solidFill>
                  <a:schemeClr val="lt1"/>
                </a:solidFill>
                <a:latin typeface="Commissioner"/>
                <a:ea typeface="Commissioner"/>
                <a:cs typeface="Commissioner"/>
                <a:sym typeface="Commissioner"/>
              </a:rPr>
              <a:t> and infographics &amp; images by </a:t>
            </a:r>
            <a:r>
              <a:rPr b="1" lang="en" sz="1000" u="sng">
                <a:solidFill>
                  <a:schemeClr val="lt1"/>
                </a:solidFill>
                <a:latin typeface="Commissioner"/>
                <a:ea typeface="Commissioner"/>
                <a:cs typeface="Commissioner"/>
                <a:sym typeface="Commissioner"/>
                <a:hlinkClick r:id="rId5">
                  <a:extLst>
                    <a:ext uri="{A12FA001-AC4F-418D-AE19-62706E023703}">
                      <ahyp:hlinkClr val="tx"/>
                    </a:ext>
                  </a:extLst>
                </a:hlinkClick>
              </a:rPr>
              <a:t>Freepik</a:t>
            </a:r>
            <a:r>
              <a:rPr b="1" lang="en" sz="1000" u="sng">
                <a:solidFill>
                  <a:schemeClr val="lt1"/>
                </a:solidFill>
                <a:latin typeface="Commissioner"/>
                <a:ea typeface="Commissioner"/>
                <a:cs typeface="Commissioner"/>
                <a:sym typeface="Commissioner"/>
              </a:rPr>
              <a:t> </a:t>
            </a:r>
            <a:endParaRPr b="1" sz="1000" u="sng">
              <a:solidFill>
                <a:schemeClr val="lt1"/>
              </a:solidFill>
              <a:latin typeface="Commissioner"/>
              <a:ea typeface="Commissioner"/>
              <a:cs typeface="Commissioner"/>
              <a:sym typeface="Commissioner"/>
            </a:endParaRPr>
          </a:p>
        </p:txBody>
      </p:sp>
      <p:grpSp>
        <p:nvGrpSpPr>
          <p:cNvPr id="272" name="Google Shape;272;p27"/>
          <p:cNvGrpSpPr/>
          <p:nvPr/>
        </p:nvGrpSpPr>
        <p:grpSpPr>
          <a:xfrm>
            <a:off x="-158360" y="-851467"/>
            <a:ext cx="9561047" cy="6679709"/>
            <a:chOff x="-158360" y="-851467"/>
            <a:chExt cx="9561047" cy="6679709"/>
          </a:xfrm>
        </p:grpSpPr>
        <p:grpSp>
          <p:nvGrpSpPr>
            <p:cNvPr id="273" name="Google Shape;273;p27"/>
            <p:cNvGrpSpPr/>
            <p:nvPr/>
          </p:nvGrpSpPr>
          <p:grpSpPr>
            <a:xfrm>
              <a:off x="-158360" y="4030992"/>
              <a:ext cx="4232325" cy="1797250"/>
              <a:chOff x="-158360" y="4030992"/>
              <a:chExt cx="4232325" cy="1797250"/>
            </a:xfrm>
          </p:grpSpPr>
          <p:pic>
            <p:nvPicPr>
              <p:cNvPr id="274" name="Google Shape;274;p27"/>
              <p:cNvPicPr preferRelativeResize="0"/>
              <p:nvPr/>
            </p:nvPicPr>
            <p:blipFill>
              <a:blip r:embed="rId6">
                <a:alphaModFix/>
              </a:blip>
              <a:stretch>
                <a:fillRect/>
              </a:stretch>
            </p:blipFill>
            <p:spPr>
              <a:xfrm flipH="1" rot="10800000">
                <a:off x="-158360" y="4030992"/>
                <a:ext cx="3336551" cy="1797250"/>
              </a:xfrm>
              <a:prstGeom prst="rect">
                <a:avLst/>
              </a:prstGeom>
              <a:noFill/>
              <a:ln>
                <a:noFill/>
              </a:ln>
            </p:spPr>
          </p:pic>
          <p:pic>
            <p:nvPicPr>
              <p:cNvPr id="275" name="Google Shape;275;p27"/>
              <p:cNvPicPr preferRelativeResize="0"/>
              <p:nvPr/>
            </p:nvPicPr>
            <p:blipFill>
              <a:blip r:embed="rId7">
                <a:alphaModFix/>
              </a:blip>
              <a:stretch>
                <a:fillRect/>
              </a:stretch>
            </p:blipFill>
            <p:spPr>
              <a:xfrm flipH="1" rot="10800000">
                <a:off x="-158360" y="4439742"/>
                <a:ext cx="4232325" cy="1338350"/>
              </a:xfrm>
              <a:prstGeom prst="rect">
                <a:avLst/>
              </a:prstGeom>
              <a:noFill/>
              <a:ln>
                <a:noFill/>
              </a:ln>
              <a:effectLst>
                <a:outerShdw blurRad="128588" rotWithShape="0" algn="bl" dir="11040000" dist="57150">
                  <a:schemeClr val="lt1">
                    <a:alpha val="25000"/>
                  </a:schemeClr>
                </a:outerShdw>
              </a:effectLst>
            </p:spPr>
          </p:pic>
        </p:grpSp>
        <p:grpSp>
          <p:nvGrpSpPr>
            <p:cNvPr id="276" name="Google Shape;276;p27"/>
            <p:cNvGrpSpPr/>
            <p:nvPr/>
          </p:nvGrpSpPr>
          <p:grpSpPr>
            <a:xfrm>
              <a:off x="4883436" y="-851467"/>
              <a:ext cx="4519251" cy="1875502"/>
              <a:chOff x="4883436" y="-851467"/>
              <a:chExt cx="4519251" cy="1875502"/>
            </a:xfrm>
          </p:grpSpPr>
          <p:pic>
            <p:nvPicPr>
              <p:cNvPr id="277" name="Google Shape;277;p27"/>
              <p:cNvPicPr preferRelativeResize="0"/>
              <p:nvPr/>
            </p:nvPicPr>
            <p:blipFill>
              <a:blip r:embed="rId6">
                <a:alphaModFix/>
              </a:blip>
              <a:stretch>
                <a:fillRect/>
              </a:stretch>
            </p:blipFill>
            <p:spPr>
              <a:xfrm flipH="1">
                <a:off x="6066136" y="-773214"/>
                <a:ext cx="3336551" cy="1797250"/>
              </a:xfrm>
              <a:prstGeom prst="rect">
                <a:avLst/>
              </a:prstGeom>
              <a:noFill/>
              <a:ln>
                <a:noFill/>
              </a:ln>
            </p:spPr>
          </p:pic>
          <p:pic>
            <p:nvPicPr>
              <p:cNvPr id="278" name="Google Shape;278;p27"/>
              <p:cNvPicPr preferRelativeResize="0"/>
              <p:nvPr/>
            </p:nvPicPr>
            <p:blipFill>
              <a:blip r:embed="rId7">
                <a:alphaModFix/>
              </a:blip>
              <a:stretch>
                <a:fillRect/>
              </a:stretch>
            </p:blipFill>
            <p:spPr>
              <a:xfrm flipH="1">
                <a:off x="4883436" y="-851467"/>
                <a:ext cx="4519251" cy="1429075"/>
              </a:xfrm>
              <a:prstGeom prst="rect">
                <a:avLst/>
              </a:prstGeom>
              <a:noFill/>
              <a:ln>
                <a:noFill/>
              </a:ln>
              <a:effectLst>
                <a:outerShdw blurRad="142875" rotWithShape="0" algn="bl" dir="11100000" dist="76200">
                  <a:schemeClr val="lt1">
                    <a:alpha val="25000"/>
                  </a:schemeClr>
                </a:outerShdw>
              </a:effectLst>
            </p:spPr>
          </p:pic>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279" name="Shape 279"/>
        <p:cNvGrpSpPr/>
        <p:nvPr/>
      </p:nvGrpSpPr>
      <p:grpSpPr>
        <a:xfrm>
          <a:off x="0" y="0"/>
          <a:ext cx="0" cy="0"/>
          <a:chOff x="0" y="0"/>
          <a:chExt cx="0" cy="0"/>
        </a:xfrm>
      </p:grpSpPr>
      <p:pic>
        <p:nvPicPr>
          <p:cNvPr id="280" name="Google Shape;280;p2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81" name="Google Shape;281;p28"/>
          <p:cNvGrpSpPr/>
          <p:nvPr/>
        </p:nvGrpSpPr>
        <p:grpSpPr>
          <a:xfrm>
            <a:off x="-158360" y="-851467"/>
            <a:ext cx="9561047" cy="6679709"/>
            <a:chOff x="-158360" y="-851467"/>
            <a:chExt cx="9561047" cy="6679709"/>
          </a:xfrm>
        </p:grpSpPr>
        <p:grpSp>
          <p:nvGrpSpPr>
            <p:cNvPr id="282" name="Google Shape;282;p28"/>
            <p:cNvGrpSpPr/>
            <p:nvPr/>
          </p:nvGrpSpPr>
          <p:grpSpPr>
            <a:xfrm>
              <a:off x="-158360" y="4030992"/>
              <a:ext cx="4232325" cy="1797250"/>
              <a:chOff x="-158360" y="4030992"/>
              <a:chExt cx="4232325" cy="1797250"/>
            </a:xfrm>
          </p:grpSpPr>
          <p:pic>
            <p:nvPicPr>
              <p:cNvPr id="283" name="Google Shape;283;p28"/>
              <p:cNvPicPr preferRelativeResize="0"/>
              <p:nvPr/>
            </p:nvPicPr>
            <p:blipFill>
              <a:blip r:embed="rId3">
                <a:alphaModFix/>
              </a:blip>
              <a:stretch>
                <a:fillRect/>
              </a:stretch>
            </p:blipFill>
            <p:spPr>
              <a:xfrm flipH="1" rot="10800000">
                <a:off x="-158360" y="4030992"/>
                <a:ext cx="3336551" cy="1797250"/>
              </a:xfrm>
              <a:prstGeom prst="rect">
                <a:avLst/>
              </a:prstGeom>
              <a:noFill/>
              <a:ln>
                <a:noFill/>
              </a:ln>
            </p:spPr>
          </p:pic>
          <p:pic>
            <p:nvPicPr>
              <p:cNvPr id="284" name="Google Shape;284;p28"/>
              <p:cNvPicPr preferRelativeResize="0"/>
              <p:nvPr/>
            </p:nvPicPr>
            <p:blipFill>
              <a:blip r:embed="rId4">
                <a:alphaModFix/>
              </a:blip>
              <a:stretch>
                <a:fillRect/>
              </a:stretch>
            </p:blipFill>
            <p:spPr>
              <a:xfrm flipH="1" rot="10800000">
                <a:off x="-158360" y="4439742"/>
                <a:ext cx="4232325" cy="1338350"/>
              </a:xfrm>
              <a:prstGeom prst="rect">
                <a:avLst/>
              </a:prstGeom>
              <a:noFill/>
              <a:ln>
                <a:noFill/>
              </a:ln>
              <a:effectLst>
                <a:outerShdw blurRad="128588" rotWithShape="0" algn="bl" dir="11220000" dist="57150">
                  <a:schemeClr val="lt1">
                    <a:alpha val="25000"/>
                  </a:schemeClr>
                </a:outerShdw>
              </a:effectLst>
            </p:spPr>
          </p:pic>
        </p:grpSp>
        <p:grpSp>
          <p:nvGrpSpPr>
            <p:cNvPr id="285" name="Google Shape;285;p28"/>
            <p:cNvGrpSpPr/>
            <p:nvPr/>
          </p:nvGrpSpPr>
          <p:grpSpPr>
            <a:xfrm>
              <a:off x="4883436" y="-851467"/>
              <a:ext cx="4519251" cy="1875502"/>
              <a:chOff x="4883436" y="-851467"/>
              <a:chExt cx="4519251" cy="1875502"/>
            </a:xfrm>
          </p:grpSpPr>
          <p:pic>
            <p:nvPicPr>
              <p:cNvPr id="286" name="Google Shape;286;p28"/>
              <p:cNvPicPr preferRelativeResize="0"/>
              <p:nvPr/>
            </p:nvPicPr>
            <p:blipFill>
              <a:blip r:embed="rId3">
                <a:alphaModFix/>
              </a:blip>
              <a:stretch>
                <a:fillRect/>
              </a:stretch>
            </p:blipFill>
            <p:spPr>
              <a:xfrm flipH="1">
                <a:off x="6066136" y="-773214"/>
                <a:ext cx="3336551" cy="1797250"/>
              </a:xfrm>
              <a:prstGeom prst="rect">
                <a:avLst/>
              </a:prstGeom>
              <a:noFill/>
              <a:ln>
                <a:noFill/>
              </a:ln>
            </p:spPr>
          </p:pic>
          <p:pic>
            <p:nvPicPr>
              <p:cNvPr id="287" name="Google Shape;287;p28"/>
              <p:cNvPicPr preferRelativeResize="0"/>
              <p:nvPr/>
            </p:nvPicPr>
            <p:blipFill>
              <a:blip r:embed="rId4">
                <a:alphaModFix/>
              </a:blip>
              <a:stretch>
                <a:fillRect/>
              </a:stretch>
            </p:blipFill>
            <p:spPr>
              <a:xfrm flipH="1">
                <a:off x="4883436" y="-851467"/>
                <a:ext cx="4519251" cy="1429075"/>
              </a:xfrm>
              <a:prstGeom prst="rect">
                <a:avLst/>
              </a:prstGeom>
              <a:noFill/>
              <a:ln>
                <a:noFill/>
              </a:ln>
              <a:effectLst>
                <a:outerShdw blurRad="142875" rotWithShape="0" algn="bl" dir="10800000" dist="76200">
                  <a:schemeClr val="lt1">
                    <a:alpha val="25000"/>
                  </a:schemeClr>
                </a:outerShdw>
              </a:effectLst>
            </p:spPr>
          </p:pic>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288" name="Shape 288"/>
        <p:cNvGrpSpPr/>
        <p:nvPr/>
      </p:nvGrpSpPr>
      <p:grpSpPr>
        <a:xfrm>
          <a:off x="0" y="0"/>
          <a:ext cx="0" cy="0"/>
          <a:chOff x="0" y="0"/>
          <a:chExt cx="0" cy="0"/>
        </a:xfrm>
      </p:grpSpPr>
      <p:pic>
        <p:nvPicPr>
          <p:cNvPr id="289" name="Google Shape;289;p2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90" name="Google Shape;290;p29"/>
          <p:cNvGrpSpPr/>
          <p:nvPr/>
        </p:nvGrpSpPr>
        <p:grpSpPr>
          <a:xfrm>
            <a:off x="-158360" y="-851467"/>
            <a:ext cx="9561047" cy="6679709"/>
            <a:chOff x="-158360" y="-851467"/>
            <a:chExt cx="9561047" cy="6679709"/>
          </a:xfrm>
        </p:grpSpPr>
        <p:grpSp>
          <p:nvGrpSpPr>
            <p:cNvPr id="291" name="Google Shape;291;p29"/>
            <p:cNvGrpSpPr/>
            <p:nvPr/>
          </p:nvGrpSpPr>
          <p:grpSpPr>
            <a:xfrm>
              <a:off x="5170363" y="4030992"/>
              <a:ext cx="4232325" cy="1797250"/>
              <a:chOff x="5170363" y="4030992"/>
              <a:chExt cx="4232325" cy="1797250"/>
            </a:xfrm>
          </p:grpSpPr>
          <p:pic>
            <p:nvPicPr>
              <p:cNvPr id="292" name="Google Shape;292;p29"/>
              <p:cNvPicPr preferRelativeResize="0"/>
              <p:nvPr/>
            </p:nvPicPr>
            <p:blipFill>
              <a:blip r:embed="rId3">
                <a:alphaModFix/>
              </a:blip>
              <a:stretch>
                <a:fillRect/>
              </a:stretch>
            </p:blipFill>
            <p:spPr>
              <a:xfrm rot="10800000">
                <a:off x="6066136" y="4030992"/>
                <a:ext cx="3336551" cy="1797250"/>
              </a:xfrm>
              <a:prstGeom prst="rect">
                <a:avLst/>
              </a:prstGeom>
              <a:noFill/>
              <a:ln>
                <a:noFill/>
              </a:ln>
            </p:spPr>
          </p:pic>
          <p:pic>
            <p:nvPicPr>
              <p:cNvPr id="293" name="Google Shape;293;p29"/>
              <p:cNvPicPr preferRelativeResize="0"/>
              <p:nvPr/>
            </p:nvPicPr>
            <p:blipFill>
              <a:blip r:embed="rId4">
                <a:alphaModFix/>
              </a:blip>
              <a:stretch>
                <a:fillRect/>
              </a:stretch>
            </p:blipFill>
            <p:spPr>
              <a:xfrm rot="10800000">
                <a:off x="5170363" y="4439742"/>
                <a:ext cx="4232325" cy="1338350"/>
              </a:xfrm>
              <a:prstGeom prst="rect">
                <a:avLst/>
              </a:prstGeom>
              <a:noFill/>
              <a:ln>
                <a:noFill/>
              </a:ln>
              <a:effectLst>
                <a:outerShdw blurRad="128588" rotWithShape="0" algn="bl" dir="9900000" dist="57150">
                  <a:schemeClr val="lt1">
                    <a:alpha val="25000"/>
                  </a:schemeClr>
                </a:outerShdw>
              </a:effectLst>
            </p:spPr>
          </p:pic>
        </p:grpSp>
        <p:grpSp>
          <p:nvGrpSpPr>
            <p:cNvPr id="294" name="Google Shape;294;p29"/>
            <p:cNvGrpSpPr/>
            <p:nvPr/>
          </p:nvGrpSpPr>
          <p:grpSpPr>
            <a:xfrm>
              <a:off x="-158360" y="-851467"/>
              <a:ext cx="4519251" cy="1875502"/>
              <a:chOff x="-158360" y="-851467"/>
              <a:chExt cx="4519251" cy="1875502"/>
            </a:xfrm>
          </p:grpSpPr>
          <p:pic>
            <p:nvPicPr>
              <p:cNvPr id="295" name="Google Shape;295;p29"/>
              <p:cNvPicPr preferRelativeResize="0"/>
              <p:nvPr/>
            </p:nvPicPr>
            <p:blipFill>
              <a:blip r:embed="rId3">
                <a:alphaModFix/>
              </a:blip>
              <a:stretch>
                <a:fillRect/>
              </a:stretch>
            </p:blipFill>
            <p:spPr>
              <a:xfrm>
                <a:off x="-158360" y="-773214"/>
                <a:ext cx="3336551" cy="1797250"/>
              </a:xfrm>
              <a:prstGeom prst="rect">
                <a:avLst/>
              </a:prstGeom>
              <a:noFill/>
              <a:ln>
                <a:noFill/>
              </a:ln>
            </p:spPr>
          </p:pic>
          <p:pic>
            <p:nvPicPr>
              <p:cNvPr id="296" name="Google Shape;296;p29"/>
              <p:cNvPicPr preferRelativeResize="0"/>
              <p:nvPr/>
            </p:nvPicPr>
            <p:blipFill>
              <a:blip r:embed="rId4">
                <a:alphaModFix/>
              </a:blip>
              <a:stretch>
                <a:fillRect/>
              </a:stretch>
            </p:blipFill>
            <p:spPr>
              <a:xfrm>
                <a:off x="-158360" y="-851467"/>
                <a:ext cx="4519251" cy="1429075"/>
              </a:xfrm>
              <a:prstGeom prst="rect">
                <a:avLst/>
              </a:prstGeom>
              <a:noFill/>
              <a:ln>
                <a:noFill/>
              </a:ln>
              <a:effectLst>
                <a:outerShdw blurRad="142875" rotWithShape="0" algn="bl" dir="10020000" dist="76200">
                  <a:schemeClr val="lt1">
                    <a:alpha val="25000"/>
                  </a:schemeClr>
                </a:outerShdw>
              </a:effectLst>
            </p:spPr>
          </p:pic>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00" name="Shape 300"/>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01" name="Shape 301"/>
        <p:cNvGrpSpPr/>
        <p:nvPr/>
      </p:nvGrpSpPr>
      <p:grpSpPr>
        <a:xfrm>
          <a:off x="0" y="0"/>
          <a:ext cx="0" cy="0"/>
          <a:chOff x="0" y="0"/>
          <a:chExt cx="0" cy="0"/>
        </a:xfrm>
      </p:grpSpPr>
      <p:sp>
        <p:nvSpPr>
          <p:cNvPr id="302" name="Google Shape;302;p3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1pPr>
            <a:lvl2pPr lvl="1"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2pPr>
            <a:lvl3pPr lvl="2"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3pPr>
            <a:lvl4pPr lvl="3"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4pPr>
            <a:lvl5pPr lvl="4"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5pPr>
            <a:lvl6pPr lvl="5"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6pPr>
            <a:lvl7pPr lvl="6"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7pPr>
            <a:lvl8pPr lvl="7"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8pPr>
            <a:lvl9pPr lvl="8" rtl="0" algn="ctr">
              <a:spcBef>
                <a:spcPts val="0"/>
              </a:spcBef>
              <a:spcAft>
                <a:spcPts val="0"/>
              </a:spcAft>
              <a:buClr>
                <a:schemeClr val="dk1"/>
              </a:buClr>
              <a:buSzPts val="3000"/>
              <a:buFont typeface="Public Sans"/>
              <a:buNone/>
              <a:defRPr sz="3000">
                <a:solidFill>
                  <a:schemeClr val="dk1"/>
                </a:solidFill>
                <a:latin typeface="Public Sans"/>
                <a:ea typeface="Public Sans"/>
                <a:cs typeface="Public Sans"/>
                <a:sym typeface="Public Sans"/>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1pPr>
            <a:lvl2pPr indent="-317500" lvl="1" marL="9144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2pPr>
            <a:lvl3pPr indent="-317500" lvl="2" marL="13716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3pPr>
            <a:lvl4pPr indent="-317500" lvl="3" marL="18288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4pPr>
            <a:lvl5pPr indent="-317500" lvl="4" marL="22860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5pPr>
            <a:lvl6pPr indent="-317500" lvl="5" marL="27432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6pPr>
            <a:lvl7pPr indent="-317500" lvl="6" marL="32004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7pPr>
            <a:lvl8pPr indent="-317500" lvl="7" marL="36576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8pPr>
            <a:lvl9pPr indent="-317500" lvl="8" marL="4114800">
              <a:lnSpc>
                <a:spcPct val="115000"/>
              </a:lnSpc>
              <a:spcBef>
                <a:spcPts val="0"/>
              </a:spcBef>
              <a:spcAft>
                <a:spcPts val="0"/>
              </a:spcAft>
              <a:buClr>
                <a:schemeClr val="lt1"/>
              </a:buClr>
              <a:buSzPts val="1400"/>
              <a:buFont typeface="Commissioner"/>
              <a:buChar char="■"/>
              <a:defRPr>
                <a:solidFill>
                  <a:schemeClr val="lt1"/>
                </a:solidFill>
                <a:latin typeface="Commissioner"/>
                <a:ea typeface="Commissioner"/>
                <a:cs typeface="Commissioner"/>
                <a:sym typeface="Commission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97" name="Shape 297"/>
        <p:cNvGrpSpPr/>
        <p:nvPr/>
      </p:nvGrpSpPr>
      <p:grpSpPr>
        <a:xfrm>
          <a:off x="0" y="0"/>
          <a:ext cx="0" cy="0"/>
          <a:chOff x="0" y="0"/>
          <a:chExt cx="0" cy="0"/>
        </a:xfrm>
      </p:grpSpPr>
      <p:sp>
        <p:nvSpPr>
          <p:cNvPr id="298" name="Google Shape;298;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99" name="Google Shape;299;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20" Type="http://schemas.openxmlformats.org/officeDocument/2006/relationships/slide" Target="/ppt/slides/slide36.xml"/><Relationship Id="rId2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s://bit.ly/3A1uf1Q" TargetMode="External"/><Relationship Id="rId9"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hyperlink" Target="https://www.freepik.com/?utm_source=slidesgo_template&amp;utm_medium=referral-link&amp;utm_campaign=promo-slide&amp;utm_term=slidesgo&amp;utm_content=freepik" TargetMode="External"/><Relationship Id="rId8" Type="http://schemas.openxmlformats.org/officeDocument/2006/relationships/hyperlink" Target="https://www.flaticon.com/?utm_source=slidesgo_template&amp;utm_medium=referral-link&amp;utm_campaign=promo-slide&amp;utm_term=slidesgo&amp;utm_content=flaticon" TargetMode="External"/><Relationship Id="rId11"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slide" Target="/ppt/slides/slide34.xml"/><Relationship Id="rId12" Type="http://schemas.openxmlformats.org/officeDocument/2006/relationships/hyperlink" Target="https://www.videvo.net/?utm_source=slidesgo_template&amp;utm_medium=referral-link&amp;utm_campaign=sg_resources&amp;utm_content=videvo" TargetMode="External"/><Relationship Id="rId15" Type="http://schemas.openxmlformats.org/officeDocument/2006/relationships/slide" Target="/ppt/slides/slide30.xml"/><Relationship Id="rId14" Type="http://schemas.openxmlformats.org/officeDocument/2006/relationships/slide" Target="/ppt/slides/slide31.xml"/><Relationship Id="rId17" Type="http://schemas.openxmlformats.org/officeDocument/2006/relationships/slide" Target="/ppt/slides/slide28.xml"/><Relationship Id="rId16" Type="http://schemas.openxmlformats.org/officeDocument/2006/relationships/slide" Target="/ppt/slides/slide30.xml"/><Relationship Id="rId19" Type="http://schemas.openxmlformats.org/officeDocument/2006/relationships/slide" Target="/ppt/slides/slide42.xml"/><Relationship Id="rId18" Type="http://schemas.openxmlformats.org/officeDocument/2006/relationships/slide" Target="/ppt/slides/slide3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 Id="rId3" Type="http://schemas.openxmlformats.org/officeDocument/2006/relationships/image" Target="../media/image1.png"/><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 Id="rId3" Type="http://schemas.openxmlformats.org/officeDocument/2006/relationships/image" Target="../media/image1.png"/><Relationship Id="rId4" Type="http://schemas.openxmlformats.org/officeDocument/2006/relationships/image" Target="../media/image10.png"/><Relationship Id="rId5" Type="http://schemas.openxmlformats.org/officeDocument/2006/relationships/image" Target="../media/image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8.xml"/><Relationship Id="rId3" Type="http://schemas.openxmlformats.org/officeDocument/2006/relationships/image" Target="../media/image1.png"/><Relationship Id="rId4" Type="http://schemas.openxmlformats.org/officeDocument/2006/relationships/image" Target="../media/image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 Id="rId3" Type="http://schemas.openxmlformats.org/officeDocument/2006/relationships/image" Target="../media/image24.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25.jpg"/><Relationship Id="rId4" Type="http://schemas.openxmlformats.org/officeDocument/2006/relationships/image" Target="../media/image1.png"/><Relationship Id="rId5" Type="http://schemas.openxmlformats.org/officeDocument/2006/relationships/image" Target="../media/image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 Id="rId3" Type="http://schemas.openxmlformats.org/officeDocument/2006/relationships/image" Target="../media/image1.png"/><Relationship Id="rId4" Type="http://schemas.openxmlformats.org/officeDocument/2006/relationships/image" Target="../media/image10.png"/><Relationship Id="rId5" Type="http://schemas.openxmlformats.org/officeDocument/2006/relationships/image" Target="../media/image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hyperlink" Target="https://docs.google.com/spreadsheets/d/1bTJBSNXWICw7x7f26_z2hEIPrEpRubtlceZUzqVYVZQ/copy" TargetMode="External"/><Relationship Id="rId4" Type="http://schemas.openxmlformats.org/officeDocument/2006/relationships/image" Target="../media/image8.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hyperlink" Target="https://docs.google.com/spreadsheets/d/1bTJBSNXWICw7x7f26_z2hEIPrEpRubtlceZUzqVYVZQ/copy" TargetMode="External"/><Relationship Id="rId4" Type="http://schemas.openxmlformats.org/officeDocument/2006/relationships/image" Target="../media/image1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image" Target="../media/image6.png"/><Relationship Id="rId4" Type="http://schemas.openxmlformats.org/officeDocument/2006/relationships/image" Target="../media/image19.png"/><Relationship Id="rId5" Type="http://schemas.openxmlformats.org/officeDocument/2006/relationships/image" Target="../media/image1.png"/><Relationship Id="rId6" Type="http://schemas.openxmlformats.org/officeDocument/2006/relationships/image" Target="../media/image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 Id="rId3" Type="http://schemas.openxmlformats.org/officeDocument/2006/relationships/hyperlink" Target="https://www.freepik.com/free-vector/abstract-wavy-background_3876818.htm/?utm_source=slidesgo_template&amp;utm_medium=referral-link&amp;utm_campaign=sg_resources&amp;utm_content=freepik" TargetMode="External"/><Relationship Id="rId4" Type="http://schemas.openxmlformats.org/officeDocument/2006/relationships/image" Target="../media/image7.png"/><Relationship Id="rId9" Type="http://schemas.openxmlformats.org/officeDocument/2006/relationships/image" Target="../media/image9.png"/><Relationship Id="rId5" Type="http://schemas.openxmlformats.org/officeDocument/2006/relationships/image" Target="../media/image18.png"/><Relationship Id="rId6" Type="http://schemas.openxmlformats.org/officeDocument/2006/relationships/image" Target="../media/image5.png"/><Relationship Id="rId7" Type="http://schemas.openxmlformats.org/officeDocument/2006/relationships/image" Target="../media/image23.png"/><Relationship Id="rId8" Type="http://schemas.openxmlformats.org/officeDocument/2006/relationships/image" Target="../media/image12.png"/><Relationship Id="rId11" Type="http://schemas.openxmlformats.org/officeDocument/2006/relationships/image" Target="../media/image16.png"/><Relationship Id="rId10" Type="http://schemas.openxmlformats.org/officeDocument/2006/relationships/image" Target="../media/image22.png"/><Relationship Id="rId12" Type="http://schemas.openxmlformats.org/officeDocument/2006/relationships/image" Target="../media/image1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 Id="rId3" Type="http://schemas.openxmlformats.org/officeDocument/2006/relationships/hyperlink" Target="https://www.freepik.com/free-vector/corporate-business-landing-page_5683337.htm/?utm_source=slidesgo_template&amp;utm_medium=referral-link&amp;utm_campaign=sg_resources&amp;utm_content=freepik" TargetMode="External"/><Relationship Id="rId4" Type="http://schemas.openxmlformats.org/officeDocument/2006/relationships/hyperlink" Target="https://www.freepik.com/free-photo/pollution-concept-factory-emisions_18268011.htm/?utm_source=slidesgo_template&amp;utm_medium=referral-link&amp;utm_campaign=sg_resources&amp;utm_content=freepik" TargetMode="External"/><Relationship Id="rId5" Type="http://schemas.openxmlformats.org/officeDocument/2006/relationships/hyperlink" Target="https://www.freepik.com/free-photo/people-wearing-masks-protest_14370975.htm/?utm_source=slidesgo_template&amp;utm_medium=referral-link&amp;utm_campaign=sg_resources&amp;utm_content=freepik" TargetMode="External"/><Relationship Id="rId6" Type="http://schemas.openxmlformats.org/officeDocument/2006/relationships/hyperlink" Target="https://www.flaticon.com/packs/ecology-145/?utm_source=slidesgo_template&amp;utm_medium=referral-link&amp;utm_campaign=sg_credits&amp;utm_content=flaticon"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 Id="rId3" Type="http://schemas.openxmlformats.org/officeDocument/2006/relationships/hyperlink" Target="https://fonts.google.com/specimen/Public+Sans" TargetMode="External"/><Relationship Id="rId4" Type="http://schemas.openxmlformats.org/officeDocument/2006/relationships/hyperlink" Target="https://fonts.google.com/specimen/Commissioner"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png"/><Relationship Id="rId14" Type="http://schemas.openxmlformats.org/officeDocument/2006/relationships/image" Target="../media/image27.png"/><Relationship Id="rId17" Type="http://schemas.openxmlformats.org/officeDocument/2006/relationships/image" Target="../media/image15.png"/><Relationship Id="rId16" Type="http://schemas.openxmlformats.org/officeDocument/2006/relationships/image" Target="../media/image21.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 Id="rId3" Type="http://schemas.openxmlformats.org/officeDocument/2006/relationships/hyperlink" Target="https://bit.ly/2ZjL1p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 Id="rId3" Type="http://schemas.openxmlformats.org/officeDocument/2006/relationships/hyperlink" Target="https://workspace.google.com/marketplace/app/icons_for_slides_docs/381578326502"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 name="Shape 306"/>
        <p:cNvGrpSpPr/>
        <p:nvPr/>
      </p:nvGrpSpPr>
      <p:grpSpPr>
        <a:xfrm>
          <a:off x="0" y="0"/>
          <a:ext cx="0" cy="0"/>
          <a:chOff x="0" y="0"/>
          <a:chExt cx="0" cy="0"/>
        </a:xfrm>
      </p:grpSpPr>
      <p:sp>
        <p:nvSpPr>
          <p:cNvPr id="307" name="Google Shape;307;p33"/>
          <p:cNvSpPr txBox="1"/>
          <p:nvPr>
            <p:ph type="ctrTitle"/>
          </p:nvPr>
        </p:nvSpPr>
        <p:spPr>
          <a:xfrm>
            <a:off x="1577850" y="1678056"/>
            <a:ext cx="5988300" cy="13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Greenwashing Impact </a:t>
            </a:r>
            <a:endParaRPr/>
          </a:p>
          <a:p>
            <a:pPr indent="0" lvl="0" marL="0" rtl="0" algn="ctr">
              <a:spcBef>
                <a:spcPts val="0"/>
              </a:spcBef>
              <a:spcAft>
                <a:spcPts val="0"/>
              </a:spcAft>
              <a:buNone/>
            </a:pPr>
            <a:r>
              <a:rPr lang="en"/>
              <a:t>Thesis Defense</a:t>
            </a:r>
            <a:endParaRPr/>
          </a:p>
        </p:txBody>
      </p:sp>
      <p:sp>
        <p:nvSpPr>
          <p:cNvPr id="308" name="Google Shape;308;p33"/>
          <p:cNvSpPr txBox="1"/>
          <p:nvPr>
            <p:ph idx="1" type="subTitle"/>
          </p:nvPr>
        </p:nvSpPr>
        <p:spPr>
          <a:xfrm>
            <a:off x="3178450" y="3062656"/>
            <a:ext cx="2787000" cy="65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309" name="Google Shape;309;p33"/>
          <p:cNvGrpSpPr/>
          <p:nvPr/>
        </p:nvGrpSpPr>
        <p:grpSpPr>
          <a:xfrm>
            <a:off x="-62675" y="0"/>
            <a:ext cx="4232169" cy="2069725"/>
            <a:chOff x="-62675" y="0"/>
            <a:chExt cx="4232169" cy="2069725"/>
          </a:xfrm>
        </p:grpSpPr>
        <p:pic>
          <p:nvPicPr>
            <p:cNvPr id="310" name="Google Shape;310;p33"/>
            <p:cNvPicPr preferRelativeResize="0"/>
            <p:nvPr/>
          </p:nvPicPr>
          <p:blipFill>
            <a:blip r:embed="rId3">
              <a:alphaModFix/>
            </a:blip>
            <a:stretch>
              <a:fillRect/>
            </a:stretch>
          </p:blipFill>
          <p:spPr>
            <a:xfrm>
              <a:off x="-62675" y="175800"/>
              <a:ext cx="3516025" cy="1893925"/>
            </a:xfrm>
            <a:prstGeom prst="rect">
              <a:avLst/>
            </a:prstGeom>
            <a:noFill/>
            <a:ln>
              <a:noFill/>
            </a:ln>
          </p:spPr>
        </p:pic>
        <p:pic>
          <p:nvPicPr>
            <p:cNvPr id="311" name="Google Shape;311;p33"/>
            <p:cNvPicPr preferRelativeResize="0"/>
            <p:nvPr/>
          </p:nvPicPr>
          <p:blipFill>
            <a:blip r:embed="rId4">
              <a:alphaModFix/>
            </a:blip>
            <a:stretch>
              <a:fillRect/>
            </a:stretch>
          </p:blipFill>
          <p:spPr>
            <a:xfrm>
              <a:off x="-62675" y="0"/>
              <a:ext cx="4232169" cy="1338300"/>
            </a:xfrm>
            <a:prstGeom prst="rect">
              <a:avLst/>
            </a:prstGeom>
            <a:noFill/>
            <a:ln>
              <a:noFill/>
            </a:ln>
            <a:effectLst>
              <a:outerShdw blurRad="128588" rotWithShape="0" algn="bl" dir="6360000" dist="57150">
                <a:schemeClr val="lt1">
                  <a:alpha val="24000"/>
                </a:schemeClr>
              </a:outerShdw>
            </a:effectLst>
          </p:spPr>
        </p:pic>
      </p:grpSp>
      <p:grpSp>
        <p:nvGrpSpPr>
          <p:cNvPr id="312" name="Google Shape;312;p33"/>
          <p:cNvGrpSpPr/>
          <p:nvPr/>
        </p:nvGrpSpPr>
        <p:grpSpPr>
          <a:xfrm>
            <a:off x="5200624" y="3037225"/>
            <a:ext cx="4006026" cy="2106275"/>
            <a:chOff x="5200624" y="3037225"/>
            <a:chExt cx="4006026" cy="2106275"/>
          </a:xfrm>
        </p:grpSpPr>
        <p:pic>
          <p:nvPicPr>
            <p:cNvPr id="313" name="Google Shape;313;p33"/>
            <p:cNvPicPr preferRelativeResize="0"/>
            <p:nvPr/>
          </p:nvPicPr>
          <p:blipFill>
            <a:blip r:embed="rId3">
              <a:alphaModFix/>
            </a:blip>
            <a:stretch>
              <a:fillRect/>
            </a:stretch>
          </p:blipFill>
          <p:spPr>
            <a:xfrm rot="10800000">
              <a:off x="6348109" y="3037225"/>
              <a:ext cx="2858541" cy="1539763"/>
            </a:xfrm>
            <a:prstGeom prst="rect">
              <a:avLst/>
            </a:prstGeom>
            <a:noFill/>
            <a:ln>
              <a:noFill/>
            </a:ln>
          </p:spPr>
        </p:pic>
        <p:pic>
          <p:nvPicPr>
            <p:cNvPr id="314" name="Google Shape;314;p33"/>
            <p:cNvPicPr preferRelativeResize="0"/>
            <p:nvPr/>
          </p:nvPicPr>
          <p:blipFill>
            <a:blip r:embed="rId4">
              <a:alphaModFix/>
            </a:blip>
            <a:stretch>
              <a:fillRect/>
            </a:stretch>
          </p:blipFill>
          <p:spPr>
            <a:xfrm rot="10800000">
              <a:off x="5200624" y="3876716"/>
              <a:ext cx="4006026" cy="1266784"/>
            </a:xfrm>
            <a:prstGeom prst="rect">
              <a:avLst/>
            </a:prstGeom>
            <a:noFill/>
            <a:ln>
              <a:noFill/>
            </a:ln>
            <a:effectLst>
              <a:outerShdw blurRad="142875" rotWithShape="0" algn="bl" dir="18660000" dist="95250">
                <a:schemeClr val="lt1">
                  <a:alpha val="15000"/>
                </a:schemeClr>
              </a:outerShdw>
            </a:effectLst>
          </p:spPr>
        </p:pic>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 name="Shape 318"/>
        <p:cNvGrpSpPr/>
        <p:nvPr/>
      </p:nvGrpSpPr>
      <p:grpSpPr>
        <a:xfrm>
          <a:off x="0" y="0"/>
          <a:ext cx="0" cy="0"/>
          <a:chOff x="0" y="0"/>
          <a:chExt cx="0" cy="0"/>
        </a:xfrm>
      </p:grpSpPr>
      <p:sp>
        <p:nvSpPr>
          <p:cNvPr id="319" name="Google Shape;319;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320" name="Google Shape;320;p34"/>
          <p:cNvSpPr txBox="1"/>
          <p:nvPr>
            <p:ph idx="1" type="body"/>
          </p:nvPr>
        </p:nvSpPr>
        <p:spPr>
          <a:xfrm>
            <a:off x="720000" y="1258125"/>
            <a:ext cx="7704000" cy="323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sp>
        <p:nvSpPr>
          <p:cNvPr id="321" name="Google Shape;321;p34"/>
          <p:cNvSpPr txBox="1"/>
          <p:nvPr/>
        </p:nvSpPr>
        <p:spPr>
          <a:xfrm>
            <a:off x="937000" y="4019232"/>
            <a:ext cx="3374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Commissioner"/>
                <a:ea typeface="Commissioner"/>
                <a:cs typeface="Commissioner"/>
                <a:sym typeface="Commissioner"/>
              </a:rPr>
              <a:t>For more info:</a:t>
            </a:r>
            <a:br>
              <a:rPr lang="en" sz="800">
                <a:solidFill>
                  <a:schemeClr val="lt1"/>
                </a:solidFill>
                <a:latin typeface="Commissioner"/>
                <a:ea typeface="Commissioner"/>
                <a:cs typeface="Commissioner"/>
                <a:sym typeface="Commissioner"/>
              </a:rPr>
            </a:br>
            <a:r>
              <a:rPr b="1" lang="en" sz="1000" u="sng">
                <a:solidFill>
                  <a:schemeClr val="lt1"/>
                </a:solidFill>
                <a:latin typeface="Commissioner"/>
                <a:ea typeface="Commissioner"/>
                <a:cs typeface="Commissioner"/>
                <a:sym typeface="Commissioner"/>
                <a:hlinkClick r:id="rId3">
                  <a:extLst>
                    <a:ext uri="{A12FA001-AC4F-418D-AE19-62706E023703}">
                      <ahyp:hlinkClr val="tx"/>
                    </a:ext>
                  </a:extLst>
                </a:hlinkClick>
              </a:rPr>
              <a:t>SLIDESGO</a:t>
            </a:r>
            <a:r>
              <a:rPr b="1" lang="en" sz="1000">
                <a:solidFill>
                  <a:schemeClr val="lt1"/>
                </a:solidFill>
                <a:uFill>
                  <a:noFill/>
                </a:uFill>
                <a:latin typeface="Commissioner"/>
                <a:ea typeface="Commissioner"/>
                <a:cs typeface="Commissioner"/>
                <a:sym typeface="Commissioner"/>
                <a:hlinkClick r:id="rId4">
                  <a:extLst>
                    <a:ext uri="{A12FA001-AC4F-418D-AE19-62706E023703}">
                      <ahyp:hlinkClr val="tx"/>
                    </a:ext>
                  </a:extLst>
                </a:hlinkClick>
              </a:rPr>
              <a:t> </a:t>
            </a:r>
            <a:r>
              <a:rPr b="1" lang="en" sz="1000">
                <a:solidFill>
                  <a:schemeClr val="lt1"/>
                </a:solidFill>
                <a:latin typeface="Commissioner"/>
                <a:ea typeface="Commissioner"/>
                <a:cs typeface="Commissioner"/>
                <a:sym typeface="Commissioner"/>
              </a:rPr>
              <a:t>| </a:t>
            </a:r>
            <a:r>
              <a:rPr b="1" lang="en" sz="1000" u="sng">
                <a:solidFill>
                  <a:schemeClr val="lt1"/>
                </a:solidFill>
                <a:latin typeface="Commissioner"/>
                <a:ea typeface="Commissioner"/>
                <a:cs typeface="Commissioner"/>
                <a:sym typeface="Commissioner"/>
                <a:hlinkClick r:id="rId5">
                  <a:extLst>
                    <a:ext uri="{A12FA001-AC4F-418D-AE19-62706E023703}">
                      <ahyp:hlinkClr val="tx"/>
                    </a:ext>
                  </a:extLst>
                </a:hlinkClick>
              </a:rPr>
              <a:t>BLOG</a:t>
            </a:r>
            <a:r>
              <a:rPr b="1" lang="en" sz="1000">
                <a:solidFill>
                  <a:schemeClr val="lt1"/>
                </a:solidFill>
                <a:latin typeface="Commissioner"/>
                <a:ea typeface="Commissioner"/>
                <a:cs typeface="Commissioner"/>
                <a:sym typeface="Commissioner"/>
              </a:rPr>
              <a:t> | </a:t>
            </a:r>
            <a:r>
              <a:rPr b="1" lang="en" sz="1000" u="sng">
                <a:solidFill>
                  <a:schemeClr val="lt1"/>
                </a:solidFill>
                <a:latin typeface="Commissioner"/>
                <a:ea typeface="Commissioner"/>
                <a:cs typeface="Commissioner"/>
                <a:sym typeface="Commissioner"/>
                <a:hlinkClick r:id="rId6">
                  <a:extLst>
                    <a:ext uri="{A12FA001-AC4F-418D-AE19-62706E023703}">
                      <ahyp:hlinkClr val="tx"/>
                    </a:ext>
                  </a:extLst>
                </a:hlinkClick>
              </a:rPr>
              <a:t>FAQ</a:t>
            </a:r>
            <a:r>
              <a:rPr b="1" lang="en" sz="1000" u="sng">
                <a:solidFill>
                  <a:schemeClr val="lt1"/>
                </a:solidFill>
                <a:latin typeface="Commissioner"/>
                <a:ea typeface="Commissioner"/>
                <a:cs typeface="Commissioner"/>
                <a:sym typeface="Commissioner"/>
              </a:rPr>
              <a:t>s</a:t>
            </a:r>
            <a:endParaRPr b="1" sz="1000" u="sng">
              <a:solidFill>
                <a:schemeClr val="lt1"/>
              </a:solidFill>
              <a:latin typeface="Commissioner"/>
              <a:ea typeface="Commissioner"/>
              <a:cs typeface="Commissioner"/>
              <a:sym typeface="Commissioner"/>
            </a:endParaRPr>
          </a:p>
        </p:txBody>
      </p:sp>
      <p:sp>
        <p:nvSpPr>
          <p:cNvPr id="322" name="Google Shape;322;p34"/>
          <p:cNvSpPr txBox="1"/>
          <p:nvPr/>
        </p:nvSpPr>
        <p:spPr>
          <a:xfrm>
            <a:off x="4311700" y="4019232"/>
            <a:ext cx="4005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Commissioner"/>
                <a:ea typeface="Commissioner"/>
                <a:cs typeface="Commissioner"/>
                <a:sym typeface="Commissioner"/>
              </a:rPr>
              <a:t>You can visit our sister </a:t>
            </a:r>
            <a:r>
              <a:rPr lang="en" sz="900">
                <a:solidFill>
                  <a:schemeClr val="lt1"/>
                </a:solidFill>
                <a:latin typeface="Commissioner"/>
                <a:ea typeface="Commissioner"/>
                <a:cs typeface="Commissioner"/>
                <a:sym typeface="Commissioner"/>
              </a:rPr>
              <a:t>projects</a:t>
            </a:r>
            <a:r>
              <a:rPr lang="en" sz="900">
                <a:solidFill>
                  <a:schemeClr val="lt1"/>
                </a:solidFill>
                <a:latin typeface="Commissioner"/>
                <a:ea typeface="Commissioner"/>
                <a:cs typeface="Commissioner"/>
                <a:sym typeface="Commissioner"/>
              </a:rPr>
              <a:t>:</a:t>
            </a:r>
            <a:br>
              <a:rPr lang="en" sz="800">
                <a:solidFill>
                  <a:schemeClr val="lt1"/>
                </a:solidFill>
                <a:latin typeface="Commissioner"/>
                <a:ea typeface="Commissioner"/>
                <a:cs typeface="Commissioner"/>
                <a:sym typeface="Commissioner"/>
              </a:rPr>
            </a:br>
            <a:r>
              <a:rPr b="1" lang="en" sz="1000" u="sng">
                <a:solidFill>
                  <a:schemeClr val="lt1"/>
                </a:solidFill>
                <a:latin typeface="Commissioner"/>
                <a:ea typeface="Commissioner"/>
                <a:cs typeface="Commissioner"/>
                <a:sym typeface="Commissioner"/>
                <a:hlinkClick r:id="rId7">
                  <a:extLst>
                    <a:ext uri="{A12FA001-AC4F-418D-AE19-62706E023703}">
                      <ahyp:hlinkClr val="tx"/>
                    </a:ext>
                  </a:extLst>
                </a:hlinkClick>
              </a:rPr>
              <a:t>FREEPIK</a:t>
            </a:r>
            <a:r>
              <a:rPr b="1" lang="en" sz="1000">
                <a:solidFill>
                  <a:schemeClr val="lt1"/>
                </a:solidFill>
                <a:latin typeface="Commissioner"/>
                <a:ea typeface="Commissioner"/>
                <a:cs typeface="Commissioner"/>
                <a:sym typeface="Commissioner"/>
              </a:rPr>
              <a:t> | </a:t>
            </a:r>
            <a:r>
              <a:rPr b="1" lang="en" sz="1000" u="sng">
                <a:solidFill>
                  <a:schemeClr val="lt1"/>
                </a:solidFill>
                <a:latin typeface="Commissioner"/>
                <a:ea typeface="Commissioner"/>
                <a:cs typeface="Commissioner"/>
                <a:sym typeface="Commissioner"/>
                <a:hlinkClick r:id="rId8">
                  <a:extLst>
                    <a:ext uri="{A12FA001-AC4F-418D-AE19-62706E023703}">
                      <ahyp:hlinkClr val="tx"/>
                    </a:ext>
                  </a:extLst>
                </a:hlinkClick>
              </a:rPr>
              <a:t>FLATICON</a:t>
            </a:r>
            <a:r>
              <a:rPr b="1" lang="en" sz="1000">
                <a:solidFill>
                  <a:schemeClr val="lt1"/>
                </a:solidFill>
                <a:latin typeface="Commissioner"/>
                <a:ea typeface="Commissioner"/>
                <a:cs typeface="Commissioner"/>
                <a:sym typeface="Commissioner"/>
              </a:rPr>
              <a:t> | </a:t>
            </a:r>
            <a:r>
              <a:rPr b="1" lang="en" sz="1000" u="sng">
                <a:solidFill>
                  <a:schemeClr val="lt1"/>
                </a:solidFill>
                <a:latin typeface="Commissioner"/>
                <a:ea typeface="Commissioner"/>
                <a:cs typeface="Commissioner"/>
                <a:sym typeface="Commissioner"/>
                <a:hlinkClick r:id="rId9">
                  <a:extLst>
                    <a:ext uri="{A12FA001-AC4F-418D-AE19-62706E023703}">
                      <ahyp:hlinkClr val="tx"/>
                    </a:ext>
                  </a:extLst>
                </a:hlinkClick>
              </a:rPr>
              <a:t>STORYSET</a:t>
            </a:r>
            <a:r>
              <a:rPr b="1" lang="en" sz="1000">
                <a:solidFill>
                  <a:schemeClr val="lt1"/>
                </a:solidFill>
                <a:latin typeface="Commissioner"/>
                <a:ea typeface="Commissioner"/>
                <a:cs typeface="Commissioner"/>
                <a:sym typeface="Commissioner"/>
              </a:rPr>
              <a:t> | </a:t>
            </a:r>
            <a:r>
              <a:rPr b="1" lang="en" sz="1000" u="sng">
                <a:solidFill>
                  <a:schemeClr val="lt1"/>
                </a:solidFill>
                <a:latin typeface="Commissioner"/>
                <a:ea typeface="Commissioner"/>
                <a:cs typeface="Commissioner"/>
                <a:sym typeface="Commissioner"/>
                <a:hlinkClick r:id="rId10">
                  <a:extLst>
                    <a:ext uri="{A12FA001-AC4F-418D-AE19-62706E023703}">
                      <ahyp:hlinkClr val="tx"/>
                    </a:ext>
                  </a:extLst>
                </a:hlinkClick>
              </a:rPr>
              <a:t>WEPIK</a:t>
            </a:r>
            <a:r>
              <a:rPr b="1" lang="en" sz="1000">
                <a:solidFill>
                  <a:schemeClr val="lt1"/>
                </a:solidFill>
                <a:uFill>
                  <a:noFill/>
                </a:uFill>
                <a:latin typeface="Commissioner"/>
                <a:ea typeface="Commissioner"/>
                <a:cs typeface="Commissioner"/>
                <a:sym typeface="Commissioner"/>
                <a:hlinkClick r:id="rId11">
                  <a:extLst>
                    <a:ext uri="{A12FA001-AC4F-418D-AE19-62706E023703}">
                      <ahyp:hlinkClr val="tx"/>
                    </a:ext>
                  </a:extLst>
                </a:hlinkClick>
              </a:rPr>
              <a:t> </a:t>
            </a:r>
            <a:r>
              <a:rPr b="1" lang="en" sz="1000">
                <a:solidFill>
                  <a:schemeClr val="lt1"/>
                </a:solidFill>
                <a:latin typeface="Commissioner"/>
                <a:ea typeface="Commissioner"/>
                <a:cs typeface="Commissioner"/>
                <a:sym typeface="Commissioner"/>
              </a:rPr>
              <a:t>| </a:t>
            </a:r>
            <a:r>
              <a:rPr b="1" lang="en" sz="1000" u="sng">
                <a:solidFill>
                  <a:schemeClr val="lt1"/>
                </a:solidFill>
                <a:latin typeface="Commissioner"/>
                <a:ea typeface="Commissioner"/>
                <a:cs typeface="Commissioner"/>
                <a:sym typeface="Commissioner"/>
                <a:hlinkClick r:id="rId12">
                  <a:extLst>
                    <a:ext uri="{A12FA001-AC4F-418D-AE19-62706E023703}">
                      <ahyp:hlinkClr val="tx"/>
                    </a:ext>
                  </a:extLst>
                </a:hlinkClick>
              </a:rPr>
              <a:t>VIDEVO</a:t>
            </a:r>
            <a:endParaRPr b="1" sz="1000" u="sng">
              <a:solidFill>
                <a:schemeClr val="lt1"/>
              </a:solidFill>
              <a:latin typeface="Commissioner"/>
              <a:ea typeface="Commissioner"/>
              <a:cs typeface="Commissioner"/>
              <a:sym typeface="Commissioner"/>
            </a:endParaRPr>
          </a:p>
        </p:txBody>
      </p:sp>
      <p:graphicFrame>
        <p:nvGraphicFramePr>
          <p:cNvPr id="323" name="Google Shape;323;p34"/>
          <p:cNvGraphicFramePr/>
          <p:nvPr/>
        </p:nvGraphicFramePr>
        <p:xfrm>
          <a:off x="719988" y="1705379"/>
          <a:ext cx="3000000" cy="3000000"/>
        </p:xfrm>
        <a:graphic>
          <a:graphicData uri="http://schemas.openxmlformats.org/drawingml/2006/table">
            <a:tbl>
              <a:tblPr>
                <a:noFill/>
                <a:tableStyleId>{9EEC7CB3-EAE6-4A39-B62A-DE208ABE0CEE}</a:tableStyleId>
              </a:tblPr>
              <a:tblGrid>
                <a:gridCol w="2362450"/>
                <a:gridCol w="5341550"/>
              </a:tblGrid>
              <a:tr h="361525">
                <a:tc>
                  <a:txBody>
                    <a:bodyPr/>
                    <a:lstStyle/>
                    <a:p>
                      <a:pPr indent="0" lvl="0" marL="0" rtl="0" algn="ctr">
                        <a:spcBef>
                          <a:spcPts val="0"/>
                        </a:spcBef>
                        <a:spcAft>
                          <a:spcPts val="0"/>
                        </a:spcAft>
                        <a:buNone/>
                      </a:pPr>
                      <a:r>
                        <a:rPr b="1" lang="en" sz="1000" u="sng">
                          <a:solidFill>
                            <a:schemeClr val="lt1"/>
                          </a:solidFill>
                          <a:latin typeface="Commissioner"/>
                          <a:ea typeface="Commissioner"/>
                          <a:cs typeface="Commissioner"/>
                          <a:sym typeface="Commissioner"/>
                          <a:hlinkClick action="ppaction://hlinksldjump" r:id="rId13">
                            <a:extLst>
                              <a:ext uri="{A12FA001-AC4F-418D-AE19-62706E023703}">
                                <ahyp:hlinkClr val="tx"/>
                              </a:ext>
                            </a:extLst>
                          </a:hlinkClick>
                        </a:rPr>
                        <a:t>Fonts</a:t>
                      </a:r>
                      <a:endParaRPr b="1"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1600"/>
                        </a:spcAft>
                        <a:buNone/>
                      </a:pPr>
                      <a:r>
                        <a:rPr lang="en" sz="1000">
                          <a:solidFill>
                            <a:schemeClr val="lt1"/>
                          </a:solidFill>
                          <a:latin typeface="Commissioner"/>
                          <a:ea typeface="Commissioner"/>
                          <a:cs typeface="Commissioner"/>
                          <a:sym typeface="Commissioner"/>
                        </a:rPr>
                        <a:t>To view this template correctly in PowerPoint, download and install the fonts we </a:t>
                      </a:r>
                      <a:r>
                        <a:rPr lang="en" sz="1000">
                          <a:solidFill>
                            <a:schemeClr val="lt1"/>
                          </a:solidFill>
                          <a:latin typeface="Commissioner"/>
                          <a:ea typeface="Commissioner"/>
                          <a:cs typeface="Commissioner"/>
                          <a:sym typeface="Commissioner"/>
                        </a:rPr>
                        <a:t>used</a:t>
                      </a:r>
                      <a:endParaRPr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1000" u="sng">
                          <a:solidFill>
                            <a:schemeClr val="lt1"/>
                          </a:solidFill>
                          <a:latin typeface="Commissioner"/>
                          <a:ea typeface="Commissioner"/>
                          <a:cs typeface="Commissioner"/>
                          <a:sym typeface="Commissioner"/>
                          <a:hlinkClick action="ppaction://hlinksldjump" r:id="rId14">
                            <a:extLst>
                              <a:ext uri="{A12FA001-AC4F-418D-AE19-62706E023703}">
                                <ahyp:hlinkClr val="tx"/>
                              </a:ext>
                            </a:extLst>
                          </a:hlinkClick>
                        </a:rPr>
                        <a:t>Used</a:t>
                      </a:r>
                      <a:r>
                        <a:rPr b="1" lang="en" sz="1000">
                          <a:solidFill>
                            <a:schemeClr val="lt1"/>
                          </a:solidFill>
                          <a:latin typeface="Commissioner"/>
                          <a:ea typeface="Commissioner"/>
                          <a:cs typeface="Commissioner"/>
                          <a:sym typeface="Commissioner"/>
                        </a:rPr>
                        <a:t> and </a:t>
                      </a:r>
                      <a:r>
                        <a:rPr b="1" lang="en" sz="1000" u="sng">
                          <a:solidFill>
                            <a:schemeClr val="lt1"/>
                          </a:solidFill>
                          <a:latin typeface="Commissioner"/>
                          <a:ea typeface="Commissioner"/>
                          <a:cs typeface="Commissioner"/>
                          <a:sym typeface="Commissioner"/>
                          <a:hlinkClick action="ppaction://hlinksldjump" r:id="rId15">
                            <a:extLst>
                              <a:ext uri="{A12FA001-AC4F-418D-AE19-62706E023703}">
                                <ahyp:hlinkClr val="tx"/>
                              </a:ext>
                            </a:extLst>
                          </a:hlinkClick>
                        </a:rPr>
                        <a:t>alternative</a:t>
                      </a:r>
                      <a:r>
                        <a:rPr b="1" lang="en" sz="1000" u="sng">
                          <a:solidFill>
                            <a:schemeClr val="lt1"/>
                          </a:solidFill>
                          <a:latin typeface="Commissioner"/>
                          <a:ea typeface="Commissioner"/>
                          <a:cs typeface="Commissioner"/>
                          <a:sym typeface="Commissioner"/>
                          <a:hlinkClick action="ppaction://hlinksldjump" r:id="rId16">
                            <a:extLst>
                              <a:ext uri="{A12FA001-AC4F-418D-AE19-62706E023703}">
                                <ahyp:hlinkClr val="tx"/>
                              </a:ext>
                            </a:extLst>
                          </a:hlinkClick>
                        </a:rPr>
                        <a:t> resources</a:t>
                      </a:r>
                      <a:endParaRPr b="1" sz="1000" u="sng">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marR="0" rtl="0" algn="ctr">
                        <a:lnSpc>
                          <a:spcPct val="100000"/>
                        </a:lnSpc>
                        <a:spcBef>
                          <a:spcPts val="0"/>
                        </a:spcBef>
                        <a:spcAft>
                          <a:spcPts val="1600"/>
                        </a:spcAft>
                        <a:buNone/>
                      </a:pPr>
                      <a:r>
                        <a:rPr lang="en" sz="1000">
                          <a:solidFill>
                            <a:schemeClr val="lt1"/>
                          </a:solidFill>
                          <a:latin typeface="Commissioner"/>
                          <a:ea typeface="Commissioner"/>
                          <a:cs typeface="Commissioner"/>
                          <a:sym typeface="Commissioner"/>
                        </a:rPr>
                        <a:t>An assortment of graphic resources that are suitable for use in this presentation</a:t>
                      </a:r>
                      <a:endParaRPr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1000" u="sng">
                          <a:solidFill>
                            <a:schemeClr val="lt1"/>
                          </a:solidFill>
                          <a:latin typeface="Commissioner"/>
                          <a:ea typeface="Commissioner"/>
                          <a:cs typeface="Commissioner"/>
                          <a:sym typeface="Commissioner"/>
                          <a:hlinkClick action="ppaction://hlinksldjump" r:id="rId17">
                            <a:extLst>
                              <a:ext uri="{A12FA001-AC4F-418D-AE19-62706E023703}">
                                <ahyp:hlinkClr val="tx"/>
                              </a:ext>
                            </a:extLst>
                          </a:hlinkClick>
                        </a:rPr>
                        <a:t>Thanks slide</a:t>
                      </a:r>
                      <a:endParaRPr b="1" sz="1000" u="sng">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1600"/>
                        </a:spcAft>
                        <a:buNone/>
                      </a:pPr>
                      <a:r>
                        <a:rPr lang="en" sz="1000">
                          <a:solidFill>
                            <a:schemeClr val="lt1"/>
                          </a:solidFill>
                          <a:latin typeface="Commissioner"/>
                          <a:ea typeface="Commissioner"/>
                          <a:cs typeface="Commissioner"/>
                          <a:sym typeface="Commissioner"/>
                        </a:rPr>
                        <a:t>You must keep it so that proper credits for our design are given</a:t>
                      </a:r>
                      <a:endParaRPr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1000" u="sng">
                          <a:solidFill>
                            <a:schemeClr val="lt1"/>
                          </a:solidFill>
                          <a:latin typeface="Commissioner"/>
                          <a:ea typeface="Commissioner"/>
                          <a:cs typeface="Commissioner"/>
                          <a:sym typeface="Commissioner"/>
                          <a:hlinkClick action="ppaction://hlinksldjump" r:id="rId18">
                            <a:extLst>
                              <a:ext uri="{A12FA001-AC4F-418D-AE19-62706E023703}">
                                <ahyp:hlinkClr val="tx"/>
                              </a:ext>
                            </a:extLst>
                          </a:hlinkClick>
                        </a:rPr>
                        <a:t>Colors</a:t>
                      </a:r>
                      <a:endParaRPr b="1"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1600"/>
                        </a:spcAft>
                        <a:buNone/>
                      </a:pPr>
                      <a:r>
                        <a:rPr lang="en" sz="1000">
                          <a:solidFill>
                            <a:schemeClr val="lt1"/>
                          </a:solidFill>
                          <a:latin typeface="Commissioner"/>
                          <a:ea typeface="Commissioner"/>
                          <a:cs typeface="Commissioner"/>
                          <a:sym typeface="Commissioner"/>
                        </a:rPr>
                        <a:t>All the colors used in this presentation</a:t>
                      </a:r>
                      <a:endParaRPr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1000" u="sng">
                          <a:solidFill>
                            <a:schemeClr val="lt1"/>
                          </a:solidFill>
                          <a:latin typeface="Commissioner"/>
                          <a:ea typeface="Commissioner"/>
                          <a:cs typeface="Commissioner"/>
                          <a:sym typeface="Commissioner"/>
                          <a:hlinkClick action="ppaction://hlinksldjump" r:id="rId19">
                            <a:extLst>
                              <a:ext uri="{A12FA001-AC4F-418D-AE19-62706E023703}">
                                <ahyp:hlinkClr val="tx"/>
                              </a:ext>
                            </a:extLst>
                          </a:hlinkClick>
                        </a:rPr>
                        <a:t>Icons</a:t>
                      </a:r>
                      <a:r>
                        <a:rPr b="1" lang="en" sz="1000">
                          <a:solidFill>
                            <a:schemeClr val="lt1"/>
                          </a:solidFill>
                          <a:latin typeface="Commissioner"/>
                          <a:ea typeface="Commissioner"/>
                          <a:cs typeface="Commissioner"/>
                          <a:sym typeface="Commissioner"/>
                        </a:rPr>
                        <a:t> and </a:t>
                      </a:r>
                      <a:r>
                        <a:rPr b="1" lang="en" sz="1000" u="sng">
                          <a:solidFill>
                            <a:schemeClr val="lt1"/>
                          </a:solidFill>
                          <a:latin typeface="Commissioner"/>
                          <a:ea typeface="Commissioner"/>
                          <a:cs typeface="Commissioner"/>
                          <a:sym typeface="Commissioner"/>
                          <a:hlinkClick action="ppaction://hlinksldjump" r:id="rId20">
                            <a:extLst>
                              <a:ext uri="{A12FA001-AC4F-418D-AE19-62706E023703}">
                                <ahyp:hlinkClr val="tx"/>
                              </a:ext>
                            </a:extLst>
                          </a:hlinkClick>
                        </a:rPr>
                        <a:t>infographic resources</a:t>
                      </a:r>
                      <a:endParaRPr b="1"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Commissioner"/>
                          <a:ea typeface="Commissioner"/>
                          <a:cs typeface="Commissioner"/>
                          <a:sym typeface="Commissioner"/>
                        </a:rPr>
                        <a:t>These can be used in the template, and their size and color can be edited</a:t>
                      </a:r>
                      <a:endParaRPr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1000">
                          <a:solidFill>
                            <a:schemeClr val="lt1"/>
                          </a:solidFill>
                          <a:latin typeface="Commissioner"/>
                          <a:ea typeface="Commissioner"/>
                          <a:cs typeface="Commissioner"/>
                          <a:sym typeface="Commissioner"/>
                        </a:rPr>
                        <a:t>Editable presentation theme </a:t>
                      </a:r>
                      <a:endParaRPr b="1" sz="10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1600"/>
                        </a:spcAft>
                        <a:buNone/>
                      </a:pPr>
                      <a:r>
                        <a:rPr lang="en" sz="1000">
                          <a:solidFill>
                            <a:schemeClr val="lt1"/>
                          </a:solidFill>
                          <a:latin typeface="Commissioner"/>
                          <a:ea typeface="Commissioner"/>
                          <a:cs typeface="Commissioner"/>
                          <a:sym typeface="Commissioner"/>
                        </a:rPr>
                        <a:t>You can edit the master slides easily. For more info, click </a:t>
                      </a:r>
                      <a:r>
                        <a:rPr b="1" lang="en" sz="1000" u="sng">
                          <a:solidFill>
                            <a:schemeClr val="lt1"/>
                          </a:solidFill>
                          <a:latin typeface="Commissioner"/>
                          <a:ea typeface="Commissioner"/>
                          <a:cs typeface="Commissioner"/>
                          <a:sym typeface="Commissioner"/>
                          <a:hlinkClick r:id="rId21">
                            <a:extLst>
                              <a:ext uri="{A12FA001-AC4F-418D-AE19-62706E023703}">
                                <ahyp:hlinkClr val="tx"/>
                              </a:ext>
                            </a:extLst>
                          </a:hlinkClick>
                        </a:rPr>
                        <a:t>here</a:t>
                      </a:r>
                      <a:endParaRPr b="1" sz="1000" u="sng">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329" name="Google Shape;329;p35"/>
          <p:cNvSpPr txBox="1"/>
          <p:nvPr>
            <p:ph idx="3" type="subTitle"/>
          </p:nvPr>
        </p:nvSpPr>
        <p:spPr>
          <a:xfrm>
            <a:off x="3374550" y="3690926"/>
            <a:ext cx="23949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p>
        </p:txBody>
      </p:sp>
      <p:sp>
        <p:nvSpPr>
          <p:cNvPr id="330" name="Google Shape;330;p35"/>
          <p:cNvSpPr txBox="1"/>
          <p:nvPr>
            <p:ph idx="1" type="subTitle"/>
          </p:nvPr>
        </p:nvSpPr>
        <p:spPr>
          <a:xfrm>
            <a:off x="713225" y="2049075"/>
            <a:ext cx="23949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31" name="Google Shape;331;p35"/>
          <p:cNvSpPr txBox="1"/>
          <p:nvPr>
            <p:ph idx="2" type="subTitle"/>
          </p:nvPr>
        </p:nvSpPr>
        <p:spPr>
          <a:xfrm>
            <a:off x="713225" y="3690926"/>
            <a:ext cx="23949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32" name="Google Shape;332;p35"/>
          <p:cNvSpPr txBox="1"/>
          <p:nvPr>
            <p:ph idx="4" type="subTitle"/>
          </p:nvPr>
        </p:nvSpPr>
        <p:spPr>
          <a:xfrm>
            <a:off x="3374550" y="2049075"/>
            <a:ext cx="23949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33" name="Google Shape;333;p35"/>
          <p:cNvSpPr txBox="1"/>
          <p:nvPr>
            <p:ph idx="5" type="title"/>
          </p:nvPr>
        </p:nvSpPr>
        <p:spPr>
          <a:xfrm>
            <a:off x="1460075" y="11967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34" name="Google Shape;334;p35"/>
          <p:cNvSpPr txBox="1"/>
          <p:nvPr>
            <p:ph idx="6" type="title"/>
          </p:nvPr>
        </p:nvSpPr>
        <p:spPr>
          <a:xfrm>
            <a:off x="4121400" y="28387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35" name="Google Shape;335;p35"/>
          <p:cNvSpPr txBox="1"/>
          <p:nvPr>
            <p:ph idx="7" type="title"/>
          </p:nvPr>
        </p:nvSpPr>
        <p:spPr>
          <a:xfrm>
            <a:off x="1460075" y="28387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36" name="Google Shape;336;p35"/>
          <p:cNvSpPr txBox="1"/>
          <p:nvPr>
            <p:ph idx="8" type="title"/>
          </p:nvPr>
        </p:nvSpPr>
        <p:spPr>
          <a:xfrm>
            <a:off x="4121400" y="11967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37" name="Google Shape;337;p35"/>
          <p:cNvSpPr txBox="1"/>
          <p:nvPr>
            <p:ph idx="9" type="subTitle"/>
          </p:nvPr>
        </p:nvSpPr>
        <p:spPr>
          <a:xfrm>
            <a:off x="6035875" y="3690926"/>
            <a:ext cx="23949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38" name="Google Shape;338;p35"/>
          <p:cNvSpPr txBox="1"/>
          <p:nvPr>
            <p:ph idx="13" type="subTitle"/>
          </p:nvPr>
        </p:nvSpPr>
        <p:spPr>
          <a:xfrm>
            <a:off x="6035875" y="2049075"/>
            <a:ext cx="23949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39" name="Google Shape;339;p35"/>
          <p:cNvSpPr txBox="1"/>
          <p:nvPr>
            <p:ph idx="14" type="title"/>
          </p:nvPr>
        </p:nvSpPr>
        <p:spPr>
          <a:xfrm>
            <a:off x="6782725" y="28387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40" name="Google Shape;340;p35"/>
          <p:cNvSpPr txBox="1"/>
          <p:nvPr>
            <p:ph idx="15" type="title"/>
          </p:nvPr>
        </p:nvSpPr>
        <p:spPr>
          <a:xfrm>
            <a:off x="6782725" y="11967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41" name="Google Shape;341;p35"/>
          <p:cNvSpPr txBox="1"/>
          <p:nvPr>
            <p:ph idx="16" type="subTitle"/>
          </p:nvPr>
        </p:nvSpPr>
        <p:spPr>
          <a:xfrm>
            <a:off x="713225" y="1691500"/>
            <a:ext cx="2394900" cy="50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Statement</a:t>
            </a:r>
            <a:endParaRPr/>
          </a:p>
        </p:txBody>
      </p:sp>
      <p:sp>
        <p:nvSpPr>
          <p:cNvPr id="342" name="Google Shape;342;p35"/>
          <p:cNvSpPr txBox="1"/>
          <p:nvPr>
            <p:ph idx="17" type="subTitle"/>
          </p:nvPr>
        </p:nvSpPr>
        <p:spPr>
          <a:xfrm>
            <a:off x="713225" y="3333373"/>
            <a:ext cx="2394900" cy="50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343" name="Google Shape;343;p35"/>
          <p:cNvSpPr txBox="1"/>
          <p:nvPr>
            <p:ph idx="18" type="subTitle"/>
          </p:nvPr>
        </p:nvSpPr>
        <p:spPr>
          <a:xfrm>
            <a:off x="3374550" y="3333373"/>
            <a:ext cx="2394900" cy="50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344" name="Google Shape;344;p35"/>
          <p:cNvSpPr txBox="1"/>
          <p:nvPr>
            <p:ph idx="19" type="subTitle"/>
          </p:nvPr>
        </p:nvSpPr>
        <p:spPr>
          <a:xfrm>
            <a:off x="3374550" y="1691500"/>
            <a:ext cx="2394900" cy="50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a:t>
            </a:r>
            <a:endParaRPr/>
          </a:p>
        </p:txBody>
      </p:sp>
      <p:sp>
        <p:nvSpPr>
          <p:cNvPr id="345" name="Google Shape;345;p35"/>
          <p:cNvSpPr txBox="1"/>
          <p:nvPr>
            <p:ph idx="20" type="subTitle"/>
          </p:nvPr>
        </p:nvSpPr>
        <p:spPr>
          <a:xfrm>
            <a:off x="6035875" y="3333373"/>
            <a:ext cx="2394900" cy="50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346" name="Google Shape;346;p35"/>
          <p:cNvSpPr txBox="1"/>
          <p:nvPr>
            <p:ph idx="21" type="subTitle"/>
          </p:nvPr>
        </p:nvSpPr>
        <p:spPr>
          <a:xfrm>
            <a:off x="6035875" y="1691500"/>
            <a:ext cx="2394900" cy="50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36"/>
          <p:cNvSpPr txBox="1"/>
          <p:nvPr>
            <p:ph type="title"/>
          </p:nvPr>
        </p:nvSpPr>
        <p:spPr>
          <a:xfrm>
            <a:off x="2351175" y="2419588"/>
            <a:ext cx="44415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Statement</a:t>
            </a:r>
            <a:endParaRPr/>
          </a:p>
        </p:txBody>
      </p:sp>
      <p:sp>
        <p:nvSpPr>
          <p:cNvPr id="352" name="Google Shape;352;p36"/>
          <p:cNvSpPr txBox="1"/>
          <p:nvPr>
            <p:ph idx="1" type="subTitle"/>
          </p:nvPr>
        </p:nvSpPr>
        <p:spPr>
          <a:xfrm>
            <a:off x="2351175" y="3110988"/>
            <a:ext cx="4441500" cy="41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53" name="Google Shape;353;p36"/>
          <p:cNvSpPr txBox="1"/>
          <p:nvPr>
            <p:ph idx="2" type="title"/>
          </p:nvPr>
        </p:nvSpPr>
        <p:spPr>
          <a:xfrm>
            <a:off x="3909825" y="1433013"/>
            <a:ext cx="1324200" cy="106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354" name="Google Shape;354;p36"/>
          <p:cNvGrpSpPr/>
          <p:nvPr/>
        </p:nvGrpSpPr>
        <p:grpSpPr>
          <a:xfrm>
            <a:off x="4874825" y="3"/>
            <a:ext cx="4331850" cy="2218325"/>
            <a:chOff x="4874825" y="3"/>
            <a:chExt cx="4331850" cy="2218325"/>
          </a:xfrm>
        </p:grpSpPr>
        <p:pic>
          <p:nvPicPr>
            <p:cNvPr id="355" name="Google Shape;355;p36"/>
            <p:cNvPicPr preferRelativeResize="0"/>
            <p:nvPr/>
          </p:nvPicPr>
          <p:blipFill>
            <a:blip r:embed="rId3">
              <a:alphaModFix/>
            </a:blip>
            <a:stretch>
              <a:fillRect/>
            </a:stretch>
          </p:blipFill>
          <p:spPr>
            <a:xfrm flipH="1">
              <a:off x="5215720" y="68596"/>
              <a:ext cx="3990955" cy="2149732"/>
            </a:xfrm>
            <a:prstGeom prst="rect">
              <a:avLst/>
            </a:prstGeom>
            <a:noFill/>
            <a:ln>
              <a:noFill/>
            </a:ln>
          </p:spPr>
        </p:pic>
        <p:pic>
          <p:nvPicPr>
            <p:cNvPr id="356" name="Google Shape;356;p36"/>
            <p:cNvPicPr preferRelativeResize="0"/>
            <p:nvPr/>
          </p:nvPicPr>
          <p:blipFill>
            <a:blip r:embed="rId4">
              <a:alphaModFix/>
            </a:blip>
            <a:stretch>
              <a:fillRect/>
            </a:stretch>
          </p:blipFill>
          <p:spPr>
            <a:xfrm flipH="1">
              <a:off x="4874825" y="3"/>
              <a:ext cx="4331850" cy="1369810"/>
            </a:xfrm>
            <a:prstGeom prst="rect">
              <a:avLst/>
            </a:prstGeom>
            <a:noFill/>
            <a:ln>
              <a:noFill/>
            </a:ln>
            <a:effectLst>
              <a:outerShdw blurRad="142875" rotWithShape="0" algn="bl" dir="10200000" dist="76200">
                <a:schemeClr val="lt1">
                  <a:alpha val="25000"/>
                </a:schemeClr>
              </a:outerShdw>
            </a:effectLst>
          </p:spPr>
        </p:pic>
      </p:grpSp>
      <p:grpSp>
        <p:nvGrpSpPr>
          <p:cNvPr id="357" name="Google Shape;357;p36"/>
          <p:cNvGrpSpPr/>
          <p:nvPr/>
        </p:nvGrpSpPr>
        <p:grpSpPr>
          <a:xfrm>
            <a:off x="-62675" y="2993775"/>
            <a:ext cx="4071249" cy="2149725"/>
            <a:chOff x="-62675" y="2993775"/>
            <a:chExt cx="4071249" cy="2149725"/>
          </a:xfrm>
        </p:grpSpPr>
        <p:pic>
          <p:nvPicPr>
            <p:cNvPr id="358" name="Google Shape;358;p36"/>
            <p:cNvPicPr preferRelativeResize="0"/>
            <p:nvPr/>
          </p:nvPicPr>
          <p:blipFill>
            <a:blip r:embed="rId3">
              <a:alphaModFix/>
            </a:blip>
            <a:stretch>
              <a:fillRect/>
            </a:stretch>
          </p:blipFill>
          <p:spPr>
            <a:xfrm flipH="1" rot="10800000">
              <a:off x="-62675" y="2993775"/>
              <a:ext cx="3969948" cy="2138470"/>
            </a:xfrm>
            <a:prstGeom prst="rect">
              <a:avLst/>
            </a:prstGeom>
            <a:noFill/>
            <a:ln>
              <a:noFill/>
            </a:ln>
          </p:spPr>
        </p:pic>
        <p:pic>
          <p:nvPicPr>
            <p:cNvPr id="359" name="Google Shape;359;p36"/>
            <p:cNvPicPr preferRelativeResize="0"/>
            <p:nvPr/>
          </p:nvPicPr>
          <p:blipFill>
            <a:blip r:embed="rId5">
              <a:alphaModFix/>
            </a:blip>
            <a:stretch>
              <a:fillRect/>
            </a:stretch>
          </p:blipFill>
          <p:spPr>
            <a:xfrm flipH="1">
              <a:off x="-62673" y="3898971"/>
              <a:ext cx="4071248" cy="1244530"/>
            </a:xfrm>
            <a:prstGeom prst="rect">
              <a:avLst/>
            </a:prstGeom>
            <a:noFill/>
            <a:ln>
              <a:noFill/>
            </a:ln>
            <a:effectLst>
              <a:outerShdw blurRad="142875" rotWithShape="0" algn="bl" dir="12240000" dist="76200">
                <a:schemeClr val="lt1">
                  <a:alpha val="25000"/>
                </a:schemeClr>
              </a:outerShdw>
            </a:effectLst>
          </p:spPr>
        </p:pic>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Purpose statement</a:t>
            </a:r>
            <a:endParaRPr/>
          </a:p>
        </p:txBody>
      </p:sp>
      <p:sp>
        <p:nvSpPr>
          <p:cNvPr id="365" name="Google Shape;365;p37"/>
          <p:cNvSpPr txBox="1"/>
          <p:nvPr>
            <p:ph idx="1" type="subTitle"/>
          </p:nvPr>
        </p:nvSpPr>
        <p:spPr>
          <a:xfrm>
            <a:off x="720025" y="1554480"/>
            <a:ext cx="7704000" cy="53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66" name="Google Shape;366;p37"/>
          <p:cNvSpPr txBox="1"/>
          <p:nvPr>
            <p:ph idx="2" type="subTitle"/>
          </p:nvPr>
        </p:nvSpPr>
        <p:spPr>
          <a:xfrm>
            <a:off x="720025" y="2674038"/>
            <a:ext cx="7704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67" name="Google Shape;367;p37"/>
          <p:cNvSpPr txBox="1"/>
          <p:nvPr>
            <p:ph idx="3" type="subTitle"/>
          </p:nvPr>
        </p:nvSpPr>
        <p:spPr>
          <a:xfrm>
            <a:off x="720025" y="3787363"/>
            <a:ext cx="7704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68" name="Google Shape;368;p37"/>
          <p:cNvSpPr txBox="1"/>
          <p:nvPr>
            <p:ph idx="4" type="subTitle"/>
          </p:nvPr>
        </p:nvSpPr>
        <p:spPr>
          <a:xfrm>
            <a:off x="720025" y="1177009"/>
            <a:ext cx="7704000" cy="53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a:t>
            </a:r>
            <a:r>
              <a:rPr lang="en"/>
              <a:t>hat about Mercury?</a:t>
            </a:r>
            <a:endParaRPr/>
          </a:p>
        </p:txBody>
      </p:sp>
      <p:sp>
        <p:nvSpPr>
          <p:cNvPr id="369" name="Google Shape;369;p37"/>
          <p:cNvSpPr txBox="1"/>
          <p:nvPr>
            <p:ph idx="5" type="subTitle"/>
          </p:nvPr>
        </p:nvSpPr>
        <p:spPr>
          <a:xfrm>
            <a:off x="720025" y="2293038"/>
            <a:ext cx="77040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a:t>
            </a:r>
            <a:r>
              <a:rPr lang="en"/>
              <a:t>hat about Venus?</a:t>
            </a:r>
            <a:endParaRPr/>
          </a:p>
        </p:txBody>
      </p:sp>
      <p:sp>
        <p:nvSpPr>
          <p:cNvPr id="370" name="Google Shape;370;p37"/>
          <p:cNvSpPr txBox="1"/>
          <p:nvPr>
            <p:ph idx="6" type="subTitle"/>
          </p:nvPr>
        </p:nvSpPr>
        <p:spPr>
          <a:xfrm>
            <a:off x="720025" y="3406363"/>
            <a:ext cx="77040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 name="Shape 374"/>
        <p:cNvGrpSpPr/>
        <p:nvPr/>
      </p:nvGrpSpPr>
      <p:grpSpPr>
        <a:xfrm>
          <a:off x="0" y="0"/>
          <a:ext cx="0" cy="0"/>
          <a:chOff x="0" y="0"/>
          <a:chExt cx="0" cy="0"/>
        </a:xfrm>
      </p:grpSpPr>
      <p:sp>
        <p:nvSpPr>
          <p:cNvPr id="375" name="Google Shape;375;p38"/>
          <p:cNvSpPr txBox="1"/>
          <p:nvPr>
            <p:ph idx="1" type="subTitle"/>
          </p:nvPr>
        </p:nvSpPr>
        <p:spPr>
          <a:xfrm>
            <a:off x="985075" y="1457350"/>
            <a:ext cx="7173900" cy="1808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376" name="Google Shape;376;p38"/>
          <p:cNvSpPr txBox="1"/>
          <p:nvPr>
            <p:ph type="title"/>
          </p:nvPr>
        </p:nvSpPr>
        <p:spPr>
          <a:xfrm>
            <a:off x="985075" y="3265449"/>
            <a:ext cx="71739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grpSp>
        <p:nvGrpSpPr>
          <p:cNvPr id="377" name="Google Shape;377;p38"/>
          <p:cNvGrpSpPr/>
          <p:nvPr/>
        </p:nvGrpSpPr>
        <p:grpSpPr>
          <a:xfrm>
            <a:off x="5815865" y="11"/>
            <a:ext cx="3654600" cy="1787264"/>
            <a:chOff x="5815865" y="11"/>
            <a:chExt cx="3654600" cy="1787264"/>
          </a:xfrm>
        </p:grpSpPr>
        <p:pic>
          <p:nvPicPr>
            <p:cNvPr id="378" name="Google Shape;378;p38"/>
            <p:cNvPicPr preferRelativeResize="0"/>
            <p:nvPr/>
          </p:nvPicPr>
          <p:blipFill>
            <a:blip r:embed="rId3">
              <a:alphaModFix/>
            </a:blip>
            <a:stretch>
              <a:fillRect/>
            </a:stretch>
          </p:blipFill>
          <p:spPr>
            <a:xfrm flipH="1">
              <a:off x="6434276" y="151819"/>
              <a:ext cx="3036188" cy="1635456"/>
            </a:xfrm>
            <a:prstGeom prst="rect">
              <a:avLst/>
            </a:prstGeom>
            <a:noFill/>
            <a:ln>
              <a:noFill/>
            </a:ln>
          </p:spPr>
        </p:pic>
        <p:pic>
          <p:nvPicPr>
            <p:cNvPr id="379" name="Google Shape;379;p38"/>
            <p:cNvPicPr preferRelativeResize="0"/>
            <p:nvPr/>
          </p:nvPicPr>
          <p:blipFill>
            <a:blip r:embed="rId4">
              <a:alphaModFix/>
            </a:blip>
            <a:stretch>
              <a:fillRect/>
            </a:stretch>
          </p:blipFill>
          <p:spPr>
            <a:xfrm flipH="1">
              <a:off x="5815865" y="11"/>
              <a:ext cx="3654600" cy="1155659"/>
            </a:xfrm>
            <a:prstGeom prst="rect">
              <a:avLst/>
            </a:prstGeom>
            <a:noFill/>
            <a:ln>
              <a:noFill/>
            </a:ln>
            <a:effectLst>
              <a:outerShdw blurRad="128588" rotWithShape="0" algn="bl" dir="6360000" dist="57150">
                <a:schemeClr val="lt1">
                  <a:alpha val="24000"/>
                </a:schemeClr>
              </a:outerShdw>
            </a:effectLst>
          </p:spPr>
        </p:pic>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 name="Shape 383"/>
        <p:cNvGrpSpPr/>
        <p:nvPr/>
      </p:nvGrpSpPr>
      <p:grpSpPr>
        <a:xfrm>
          <a:off x="0" y="0"/>
          <a:ext cx="0" cy="0"/>
          <a:chOff x="0" y="0"/>
          <a:chExt cx="0" cy="0"/>
        </a:xfrm>
      </p:grpSpPr>
      <p:sp>
        <p:nvSpPr>
          <p:cNvPr id="384" name="Google Shape;384;p39"/>
          <p:cNvSpPr txBox="1"/>
          <p:nvPr>
            <p:ph type="title"/>
          </p:nvPr>
        </p:nvSpPr>
        <p:spPr>
          <a:xfrm>
            <a:off x="1284000" y="1831463"/>
            <a:ext cx="6576000" cy="10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385" name="Google Shape;385;p39"/>
          <p:cNvSpPr txBox="1"/>
          <p:nvPr>
            <p:ph idx="1" type="subTitle"/>
          </p:nvPr>
        </p:nvSpPr>
        <p:spPr>
          <a:xfrm>
            <a:off x="1284000" y="2814938"/>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386" name="Google Shape;386;p39"/>
          <p:cNvGrpSpPr/>
          <p:nvPr/>
        </p:nvGrpSpPr>
        <p:grpSpPr>
          <a:xfrm>
            <a:off x="5072751" y="2993775"/>
            <a:ext cx="4071249" cy="2149725"/>
            <a:chOff x="5072751" y="2993775"/>
            <a:chExt cx="4071249" cy="2149725"/>
          </a:xfrm>
        </p:grpSpPr>
        <p:pic>
          <p:nvPicPr>
            <p:cNvPr id="387" name="Google Shape;387;p39"/>
            <p:cNvPicPr preferRelativeResize="0"/>
            <p:nvPr/>
          </p:nvPicPr>
          <p:blipFill>
            <a:blip r:embed="rId3">
              <a:alphaModFix/>
            </a:blip>
            <a:stretch>
              <a:fillRect/>
            </a:stretch>
          </p:blipFill>
          <p:spPr>
            <a:xfrm rot="10800000">
              <a:off x="5174052" y="2993775"/>
              <a:ext cx="3969948" cy="2138470"/>
            </a:xfrm>
            <a:prstGeom prst="rect">
              <a:avLst/>
            </a:prstGeom>
            <a:noFill/>
            <a:ln>
              <a:noFill/>
            </a:ln>
          </p:spPr>
        </p:pic>
        <p:pic>
          <p:nvPicPr>
            <p:cNvPr id="388" name="Google Shape;388;p39"/>
            <p:cNvPicPr preferRelativeResize="0"/>
            <p:nvPr/>
          </p:nvPicPr>
          <p:blipFill>
            <a:blip r:embed="rId4">
              <a:alphaModFix/>
            </a:blip>
            <a:stretch>
              <a:fillRect/>
            </a:stretch>
          </p:blipFill>
          <p:spPr>
            <a:xfrm>
              <a:off x="5072751" y="3898971"/>
              <a:ext cx="4071248" cy="1244530"/>
            </a:xfrm>
            <a:prstGeom prst="rect">
              <a:avLst/>
            </a:prstGeom>
            <a:noFill/>
            <a:ln>
              <a:noFill/>
            </a:ln>
            <a:effectLst>
              <a:outerShdw blurRad="142875" rotWithShape="0" algn="bl" dir="12240000" dist="76200">
                <a:schemeClr val="lt1">
                  <a:alpha val="25000"/>
                </a:schemeClr>
              </a:outerShdw>
            </a:effectLst>
          </p:spPr>
        </p:pic>
      </p:grpSp>
      <p:grpSp>
        <p:nvGrpSpPr>
          <p:cNvPr id="389" name="Google Shape;389;p39"/>
          <p:cNvGrpSpPr/>
          <p:nvPr/>
        </p:nvGrpSpPr>
        <p:grpSpPr>
          <a:xfrm>
            <a:off x="-62675" y="0"/>
            <a:ext cx="3654600" cy="1921500"/>
            <a:chOff x="-62675" y="0"/>
            <a:chExt cx="3654600" cy="1921500"/>
          </a:xfrm>
        </p:grpSpPr>
        <p:pic>
          <p:nvPicPr>
            <p:cNvPr id="390" name="Google Shape;390;p39"/>
            <p:cNvPicPr preferRelativeResize="0"/>
            <p:nvPr/>
          </p:nvPicPr>
          <p:blipFill>
            <a:blip r:embed="rId3">
              <a:alphaModFix/>
            </a:blip>
            <a:stretch>
              <a:fillRect/>
            </a:stretch>
          </p:blipFill>
          <p:spPr>
            <a:xfrm>
              <a:off x="-62675" y="516814"/>
              <a:ext cx="2607777" cy="1404686"/>
            </a:xfrm>
            <a:prstGeom prst="rect">
              <a:avLst/>
            </a:prstGeom>
            <a:noFill/>
            <a:ln>
              <a:noFill/>
            </a:ln>
          </p:spPr>
        </p:pic>
        <p:pic>
          <p:nvPicPr>
            <p:cNvPr id="391" name="Google Shape;391;p39"/>
            <p:cNvPicPr preferRelativeResize="0"/>
            <p:nvPr/>
          </p:nvPicPr>
          <p:blipFill>
            <a:blip r:embed="rId5">
              <a:alphaModFix/>
            </a:blip>
            <a:stretch>
              <a:fillRect/>
            </a:stretch>
          </p:blipFill>
          <p:spPr>
            <a:xfrm>
              <a:off x="-62675" y="0"/>
              <a:ext cx="3654600" cy="1155654"/>
            </a:xfrm>
            <a:prstGeom prst="rect">
              <a:avLst/>
            </a:prstGeom>
            <a:noFill/>
            <a:ln>
              <a:noFill/>
            </a:ln>
            <a:effectLst>
              <a:outerShdw blurRad="142875" rotWithShape="0" algn="bl" dir="18660000" dist="95250">
                <a:schemeClr val="lt1">
                  <a:alpha val="15000"/>
                </a:schemeClr>
              </a:outerShdw>
            </a:effectLst>
          </p:spPr>
        </p:pic>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 name="Shape 395"/>
        <p:cNvGrpSpPr/>
        <p:nvPr/>
      </p:nvGrpSpPr>
      <p:grpSpPr>
        <a:xfrm>
          <a:off x="0" y="0"/>
          <a:ext cx="0" cy="0"/>
          <a:chOff x="0" y="0"/>
          <a:chExt cx="0" cy="0"/>
        </a:xfrm>
      </p:grpSpPr>
      <p:sp>
        <p:nvSpPr>
          <p:cNvPr id="396" name="Google Shape;396;p40"/>
          <p:cNvSpPr txBox="1"/>
          <p:nvPr>
            <p:ph idx="1" type="subTitle"/>
          </p:nvPr>
        </p:nvSpPr>
        <p:spPr>
          <a:xfrm>
            <a:off x="713225" y="1965651"/>
            <a:ext cx="3773700" cy="36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97" name="Google Shape;397;p40"/>
          <p:cNvSpPr txBox="1"/>
          <p:nvPr>
            <p:ph type="title"/>
          </p:nvPr>
        </p:nvSpPr>
        <p:spPr>
          <a:xfrm>
            <a:off x="713225" y="1307025"/>
            <a:ext cx="3773700" cy="87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98" name="Google Shape;398;p40"/>
          <p:cNvSpPr txBox="1"/>
          <p:nvPr>
            <p:ph idx="2" type="title"/>
          </p:nvPr>
        </p:nvSpPr>
        <p:spPr>
          <a:xfrm>
            <a:off x="4657075" y="1307025"/>
            <a:ext cx="3773700" cy="87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99" name="Google Shape;399;p40"/>
          <p:cNvSpPr txBox="1"/>
          <p:nvPr>
            <p:ph idx="3" type="subTitle"/>
          </p:nvPr>
        </p:nvSpPr>
        <p:spPr>
          <a:xfrm>
            <a:off x="4657075" y="1965676"/>
            <a:ext cx="3773700" cy="36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400" name="Google Shape;400;p40"/>
          <p:cNvSpPr txBox="1"/>
          <p:nvPr>
            <p:ph idx="4" type="title"/>
          </p:nvPr>
        </p:nvSpPr>
        <p:spPr>
          <a:xfrm>
            <a:off x="2685150" y="2811500"/>
            <a:ext cx="3773700" cy="87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401" name="Google Shape;401;p40"/>
          <p:cNvSpPr txBox="1"/>
          <p:nvPr>
            <p:ph idx="5" type="subTitle"/>
          </p:nvPr>
        </p:nvSpPr>
        <p:spPr>
          <a:xfrm>
            <a:off x="2685150" y="3470174"/>
            <a:ext cx="3773700" cy="36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402" name="Google Shape;402;p40"/>
          <p:cNvGrpSpPr/>
          <p:nvPr/>
        </p:nvGrpSpPr>
        <p:grpSpPr>
          <a:xfrm rot="-5400000">
            <a:off x="738367" y="2745574"/>
            <a:ext cx="1668846" cy="3258851"/>
            <a:chOff x="-59137" y="-56385"/>
            <a:chExt cx="2218325" cy="4331850"/>
          </a:xfrm>
        </p:grpSpPr>
        <p:pic>
          <p:nvPicPr>
            <p:cNvPr id="403" name="Google Shape;403;p40"/>
            <p:cNvPicPr preferRelativeResize="0"/>
            <p:nvPr/>
          </p:nvPicPr>
          <p:blipFill>
            <a:blip r:embed="rId3">
              <a:alphaModFix/>
            </a:blip>
            <a:stretch>
              <a:fillRect/>
            </a:stretch>
          </p:blipFill>
          <p:spPr>
            <a:xfrm flipH="1" rot="-5400000">
              <a:off x="-911156" y="864227"/>
              <a:ext cx="3990955" cy="2149732"/>
            </a:xfrm>
            <a:prstGeom prst="rect">
              <a:avLst/>
            </a:prstGeom>
            <a:noFill/>
            <a:ln>
              <a:noFill/>
            </a:ln>
          </p:spPr>
        </p:pic>
        <p:pic>
          <p:nvPicPr>
            <p:cNvPr id="404" name="Google Shape;404;p40"/>
            <p:cNvPicPr preferRelativeResize="0"/>
            <p:nvPr/>
          </p:nvPicPr>
          <p:blipFill>
            <a:blip r:embed="rId4">
              <a:alphaModFix/>
            </a:blip>
            <a:stretch>
              <a:fillRect/>
            </a:stretch>
          </p:blipFill>
          <p:spPr>
            <a:xfrm flipH="1" rot="-5400000">
              <a:off x="-1540157" y="1424635"/>
              <a:ext cx="4331850" cy="1369810"/>
            </a:xfrm>
            <a:prstGeom prst="rect">
              <a:avLst/>
            </a:prstGeom>
            <a:noFill/>
            <a:ln>
              <a:noFill/>
            </a:ln>
            <a:effectLst>
              <a:outerShdw blurRad="142875" rotWithShape="0" algn="bl" dir="17100000" dist="76200">
                <a:schemeClr val="lt1">
                  <a:alpha val="25000"/>
                </a:schemeClr>
              </a:outerShdw>
            </a:effectLst>
          </p:spPr>
        </p:pic>
      </p:grpSp>
      <p:grpSp>
        <p:nvGrpSpPr>
          <p:cNvPr id="405" name="Google Shape;405;p40"/>
          <p:cNvGrpSpPr/>
          <p:nvPr/>
        </p:nvGrpSpPr>
        <p:grpSpPr>
          <a:xfrm>
            <a:off x="4748773" y="-329362"/>
            <a:ext cx="4519251" cy="1875502"/>
            <a:chOff x="4833273" y="-851467"/>
            <a:chExt cx="4519251" cy="1875502"/>
          </a:xfrm>
        </p:grpSpPr>
        <p:pic>
          <p:nvPicPr>
            <p:cNvPr id="406" name="Google Shape;406;p40"/>
            <p:cNvPicPr preferRelativeResize="0"/>
            <p:nvPr/>
          </p:nvPicPr>
          <p:blipFill>
            <a:blip r:embed="rId3">
              <a:alphaModFix/>
            </a:blip>
            <a:stretch>
              <a:fillRect/>
            </a:stretch>
          </p:blipFill>
          <p:spPr>
            <a:xfrm flipH="1">
              <a:off x="6015974" y="-773214"/>
              <a:ext cx="3336551" cy="1797250"/>
            </a:xfrm>
            <a:prstGeom prst="rect">
              <a:avLst/>
            </a:prstGeom>
            <a:noFill/>
            <a:ln>
              <a:noFill/>
            </a:ln>
          </p:spPr>
        </p:pic>
        <p:pic>
          <p:nvPicPr>
            <p:cNvPr id="407" name="Google Shape;407;p40"/>
            <p:cNvPicPr preferRelativeResize="0"/>
            <p:nvPr/>
          </p:nvPicPr>
          <p:blipFill>
            <a:blip r:embed="rId4">
              <a:alphaModFix/>
            </a:blip>
            <a:stretch>
              <a:fillRect/>
            </a:stretch>
          </p:blipFill>
          <p:spPr>
            <a:xfrm flipH="1">
              <a:off x="4833273" y="-851467"/>
              <a:ext cx="4519251" cy="1429075"/>
            </a:xfrm>
            <a:prstGeom prst="rect">
              <a:avLst/>
            </a:prstGeom>
            <a:noFill/>
            <a:ln>
              <a:noFill/>
            </a:ln>
            <a:effectLst>
              <a:outerShdw blurRad="142875" rotWithShape="0" algn="bl" dir="11100000" dist="76200">
                <a:schemeClr val="lt1">
                  <a:alpha val="25000"/>
                </a:schemeClr>
              </a:outerShdw>
            </a:effectLst>
          </p:spPr>
        </p:pic>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41"/>
          <p:cNvSpPr txBox="1"/>
          <p:nvPr>
            <p:ph type="title"/>
          </p:nvPr>
        </p:nvSpPr>
        <p:spPr>
          <a:xfrm>
            <a:off x="720000" y="1324800"/>
            <a:ext cx="3519600" cy="165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413" name="Google Shape;413;p41"/>
          <p:cNvSpPr txBox="1"/>
          <p:nvPr>
            <p:ph idx="1" type="subTitle"/>
          </p:nvPr>
        </p:nvSpPr>
        <p:spPr>
          <a:xfrm>
            <a:off x="720000" y="2978150"/>
            <a:ext cx="3519600" cy="84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414" name="Google Shape;414;p41"/>
          <p:cNvPicPr preferRelativeResize="0"/>
          <p:nvPr>
            <p:ph idx="2" type="pic"/>
          </p:nvPr>
        </p:nvPicPr>
        <p:blipFill rotWithShape="1">
          <a:blip r:embed="rId3">
            <a:alphaModFix/>
          </a:blip>
          <a:srcRect b="0" l="1740" r="11687" t="0"/>
          <a:stretch/>
        </p:blipFill>
        <p:spPr>
          <a:xfrm>
            <a:off x="5013150" y="862950"/>
            <a:ext cx="3417600" cy="3417600"/>
          </a:xfrm>
          <a:prstGeom prst="ellipse">
            <a:avLst/>
          </a:prstGeom>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 name="Shape 418"/>
        <p:cNvGrpSpPr/>
        <p:nvPr/>
      </p:nvGrpSpPr>
      <p:grpSpPr>
        <a:xfrm>
          <a:off x="0" y="0"/>
          <a:ext cx="0" cy="0"/>
          <a:chOff x="0" y="0"/>
          <a:chExt cx="0" cy="0"/>
        </a:xfrm>
      </p:grpSpPr>
      <p:pic>
        <p:nvPicPr>
          <p:cNvPr id="419" name="Google Shape;419;p42"/>
          <p:cNvPicPr preferRelativeResize="0"/>
          <p:nvPr>
            <p:ph idx="2" type="pic"/>
          </p:nvPr>
        </p:nvPicPr>
        <p:blipFill rotWithShape="1">
          <a:blip r:embed="rId3">
            <a:alphaModFix/>
          </a:blip>
          <a:srcRect b="7807" l="0" r="0" t="7798"/>
          <a:stretch/>
        </p:blipFill>
        <p:spPr>
          <a:xfrm>
            <a:off x="0" y="0"/>
            <a:ext cx="9144003" cy="5143504"/>
          </a:xfrm>
          <a:prstGeom prst="rect">
            <a:avLst/>
          </a:prstGeom>
        </p:spPr>
      </p:pic>
      <p:grpSp>
        <p:nvGrpSpPr>
          <p:cNvPr id="420" name="Google Shape;420;p42"/>
          <p:cNvGrpSpPr/>
          <p:nvPr/>
        </p:nvGrpSpPr>
        <p:grpSpPr>
          <a:xfrm>
            <a:off x="-208522" y="-851467"/>
            <a:ext cx="4519251" cy="1875502"/>
            <a:chOff x="-208522" y="-851467"/>
            <a:chExt cx="4519251" cy="1875502"/>
          </a:xfrm>
        </p:grpSpPr>
        <p:pic>
          <p:nvPicPr>
            <p:cNvPr id="421" name="Google Shape;421;p42"/>
            <p:cNvPicPr preferRelativeResize="0"/>
            <p:nvPr/>
          </p:nvPicPr>
          <p:blipFill>
            <a:blip r:embed="rId4">
              <a:alphaModFix/>
            </a:blip>
            <a:stretch>
              <a:fillRect/>
            </a:stretch>
          </p:blipFill>
          <p:spPr>
            <a:xfrm>
              <a:off x="-208522" y="-773214"/>
              <a:ext cx="3336551" cy="1797250"/>
            </a:xfrm>
            <a:prstGeom prst="rect">
              <a:avLst/>
            </a:prstGeom>
            <a:noFill/>
            <a:ln>
              <a:noFill/>
            </a:ln>
          </p:spPr>
        </p:pic>
        <p:pic>
          <p:nvPicPr>
            <p:cNvPr id="422" name="Google Shape;422;p42"/>
            <p:cNvPicPr preferRelativeResize="0"/>
            <p:nvPr/>
          </p:nvPicPr>
          <p:blipFill>
            <a:blip r:embed="rId5">
              <a:alphaModFix/>
            </a:blip>
            <a:stretch>
              <a:fillRect/>
            </a:stretch>
          </p:blipFill>
          <p:spPr>
            <a:xfrm>
              <a:off x="-208522" y="-851467"/>
              <a:ext cx="4519251" cy="1429075"/>
            </a:xfrm>
            <a:prstGeom prst="rect">
              <a:avLst/>
            </a:prstGeom>
            <a:noFill/>
            <a:ln>
              <a:noFill/>
            </a:ln>
            <a:effectLst>
              <a:outerShdw blurRad="142875" rotWithShape="0" algn="bl" dir="6360000" dist="76200">
                <a:schemeClr val="lt1">
                  <a:alpha val="25000"/>
                </a:schemeClr>
              </a:outerShdw>
            </a:effectLst>
          </p:spPr>
        </p:pic>
      </p:grpSp>
      <p:sp>
        <p:nvSpPr>
          <p:cNvPr id="423" name="Google Shape;423;p42"/>
          <p:cNvSpPr txBox="1"/>
          <p:nvPr>
            <p:ph type="title"/>
          </p:nvPr>
        </p:nvSpPr>
        <p:spPr>
          <a:xfrm>
            <a:off x="720000" y="679325"/>
            <a:ext cx="7710900" cy="66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424" name="Google Shape;424;p42"/>
          <p:cNvGrpSpPr/>
          <p:nvPr/>
        </p:nvGrpSpPr>
        <p:grpSpPr>
          <a:xfrm flipH="1" rot="10800000">
            <a:off x="4908473" y="4073183"/>
            <a:ext cx="4519251" cy="1875502"/>
            <a:chOff x="4833273" y="-851467"/>
            <a:chExt cx="4519251" cy="1875502"/>
          </a:xfrm>
        </p:grpSpPr>
        <p:pic>
          <p:nvPicPr>
            <p:cNvPr id="425" name="Google Shape;425;p42"/>
            <p:cNvPicPr preferRelativeResize="0"/>
            <p:nvPr/>
          </p:nvPicPr>
          <p:blipFill>
            <a:blip r:embed="rId4">
              <a:alphaModFix/>
            </a:blip>
            <a:stretch>
              <a:fillRect/>
            </a:stretch>
          </p:blipFill>
          <p:spPr>
            <a:xfrm flipH="1">
              <a:off x="6015974" y="-773214"/>
              <a:ext cx="3336551" cy="1797250"/>
            </a:xfrm>
            <a:prstGeom prst="rect">
              <a:avLst/>
            </a:prstGeom>
            <a:noFill/>
            <a:ln>
              <a:noFill/>
            </a:ln>
          </p:spPr>
        </p:pic>
        <p:pic>
          <p:nvPicPr>
            <p:cNvPr id="426" name="Google Shape;426;p42"/>
            <p:cNvPicPr preferRelativeResize="0"/>
            <p:nvPr/>
          </p:nvPicPr>
          <p:blipFill>
            <a:blip r:embed="rId5">
              <a:alphaModFix/>
            </a:blip>
            <a:stretch>
              <a:fillRect/>
            </a:stretch>
          </p:blipFill>
          <p:spPr>
            <a:xfrm flipH="1">
              <a:off x="4833273" y="-851467"/>
              <a:ext cx="4519251" cy="1429075"/>
            </a:xfrm>
            <a:prstGeom prst="rect">
              <a:avLst/>
            </a:prstGeom>
            <a:noFill/>
            <a:ln>
              <a:noFill/>
            </a:ln>
            <a:effectLst>
              <a:outerShdw blurRad="142875" rotWithShape="0" algn="bl" dir="11100000" dist="76200">
                <a:schemeClr val="lt1">
                  <a:alpha val="25000"/>
                </a:schemeClr>
              </a:outerShdw>
            </a:effectLst>
          </p:spPr>
        </p:pic>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0" name="Shape 430"/>
        <p:cNvGrpSpPr/>
        <p:nvPr/>
      </p:nvGrpSpPr>
      <p:grpSpPr>
        <a:xfrm>
          <a:off x="0" y="0"/>
          <a:ext cx="0" cy="0"/>
          <a:chOff x="0" y="0"/>
          <a:chExt cx="0" cy="0"/>
        </a:xfrm>
      </p:grpSpPr>
      <p:sp>
        <p:nvSpPr>
          <p:cNvPr id="431" name="Google Shape;431;p43"/>
          <p:cNvSpPr txBox="1"/>
          <p:nvPr>
            <p:ph type="title"/>
          </p:nvPr>
        </p:nvSpPr>
        <p:spPr>
          <a:xfrm>
            <a:off x="2506900" y="1554075"/>
            <a:ext cx="4130100" cy="203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432" name="Google Shape;432;p43"/>
          <p:cNvGrpSpPr/>
          <p:nvPr/>
        </p:nvGrpSpPr>
        <p:grpSpPr>
          <a:xfrm flipH="1" rot="5400000">
            <a:off x="893363" y="2094991"/>
            <a:ext cx="2149725" cy="4071249"/>
            <a:chOff x="-59137" y="1131641"/>
            <a:chExt cx="2149725" cy="4071249"/>
          </a:xfrm>
        </p:grpSpPr>
        <p:pic>
          <p:nvPicPr>
            <p:cNvPr id="433" name="Google Shape;433;p43"/>
            <p:cNvPicPr preferRelativeResize="0"/>
            <p:nvPr/>
          </p:nvPicPr>
          <p:blipFill>
            <a:blip r:embed="rId3">
              <a:alphaModFix/>
            </a:blip>
            <a:stretch>
              <a:fillRect/>
            </a:stretch>
          </p:blipFill>
          <p:spPr>
            <a:xfrm rot="-5400000">
              <a:off x="-963621" y="2148681"/>
              <a:ext cx="3969948" cy="2138470"/>
            </a:xfrm>
            <a:prstGeom prst="rect">
              <a:avLst/>
            </a:prstGeom>
            <a:noFill/>
            <a:ln>
              <a:noFill/>
            </a:ln>
          </p:spPr>
        </p:pic>
        <p:pic>
          <p:nvPicPr>
            <p:cNvPr id="434" name="Google Shape;434;p43"/>
            <p:cNvPicPr preferRelativeResize="0"/>
            <p:nvPr/>
          </p:nvPicPr>
          <p:blipFill>
            <a:blip r:embed="rId4">
              <a:alphaModFix/>
            </a:blip>
            <a:stretch>
              <a:fillRect/>
            </a:stretch>
          </p:blipFill>
          <p:spPr>
            <a:xfrm rot="5400000">
              <a:off x="-1472496" y="2545000"/>
              <a:ext cx="4071248" cy="1244530"/>
            </a:xfrm>
            <a:prstGeom prst="rect">
              <a:avLst/>
            </a:prstGeom>
            <a:noFill/>
            <a:ln>
              <a:noFill/>
            </a:ln>
            <a:effectLst>
              <a:outerShdw blurRad="142875" rotWithShape="0" algn="bl" dir="14280000" dist="76200">
                <a:schemeClr val="lt1">
                  <a:alpha val="25000"/>
                </a:schemeClr>
              </a:outerShdw>
            </a:effectLst>
          </p:spPr>
        </p:pic>
      </p:grpSp>
      <p:grpSp>
        <p:nvGrpSpPr>
          <p:cNvPr id="435" name="Google Shape;435;p43"/>
          <p:cNvGrpSpPr/>
          <p:nvPr/>
        </p:nvGrpSpPr>
        <p:grpSpPr>
          <a:xfrm rot="-5400000">
            <a:off x="5952363" y="-1109162"/>
            <a:ext cx="2218325" cy="4331850"/>
            <a:chOff x="6992613" y="871038"/>
            <a:chExt cx="2218325" cy="4331850"/>
          </a:xfrm>
        </p:grpSpPr>
        <p:pic>
          <p:nvPicPr>
            <p:cNvPr id="436" name="Google Shape;436;p43"/>
            <p:cNvPicPr preferRelativeResize="0"/>
            <p:nvPr/>
          </p:nvPicPr>
          <p:blipFill>
            <a:blip r:embed="rId3">
              <a:alphaModFix/>
            </a:blip>
            <a:stretch>
              <a:fillRect/>
            </a:stretch>
          </p:blipFill>
          <p:spPr>
            <a:xfrm flipH="1" rot="5400000">
              <a:off x="6072002" y="2132545"/>
              <a:ext cx="3990955" cy="2149732"/>
            </a:xfrm>
            <a:prstGeom prst="rect">
              <a:avLst/>
            </a:prstGeom>
            <a:noFill/>
            <a:ln>
              <a:noFill/>
            </a:ln>
          </p:spPr>
        </p:pic>
        <p:pic>
          <p:nvPicPr>
            <p:cNvPr id="437" name="Google Shape;437;p43"/>
            <p:cNvPicPr preferRelativeResize="0"/>
            <p:nvPr/>
          </p:nvPicPr>
          <p:blipFill>
            <a:blip r:embed="rId5">
              <a:alphaModFix/>
            </a:blip>
            <a:stretch>
              <a:fillRect/>
            </a:stretch>
          </p:blipFill>
          <p:spPr>
            <a:xfrm flipH="1" rot="5400000">
              <a:off x="6360108" y="2352058"/>
              <a:ext cx="4331850" cy="1369810"/>
            </a:xfrm>
            <a:prstGeom prst="rect">
              <a:avLst/>
            </a:prstGeom>
            <a:noFill/>
            <a:ln>
              <a:noFill/>
            </a:ln>
            <a:effectLst>
              <a:outerShdw blurRad="142875" rotWithShape="0" algn="bl" dir="10200000" dist="76200">
                <a:schemeClr val="lt1">
                  <a:alpha val="25000"/>
                </a:schemeClr>
              </a:outerShdw>
            </a:effectLst>
          </p:spPr>
        </p:pic>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urrent situation &amp; problems statement</a:t>
            </a:r>
            <a:endParaRPr/>
          </a:p>
        </p:txBody>
      </p:sp>
      <p:cxnSp>
        <p:nvCxnSpPr>
          <p:cNvPr id="443" name="Google Shape;443;p44"/>
          <p:cNvCxnSpPr/>
          <p:nvPr/>
        </p:nvCxnSpPr>
        <p:spPr>
          <a:xfrm>
            <a:off x="4898669" y="3537751"/>
            <a:ext cx="373200" cy="0"/>
          </a:xfrm>
          <a:prstGeom prst="straightConnector1">
            <a:avLst/>
          </a:prstGeom>
          <a:noFill/>
          <a:ln cap="flat" cmpd="sng" w="9525">
            <a:solidFill>
              <a:schemeClr val="dk1"/>
            </a:solidFill>
            <a:prstDash val="solid"/>
            <a:round/>
            <a:headEnd len="med" w="med" type="none"/>
            <a:tailEnd len="med" w="med" type="stealth"/>
          </a:ln>
        </p:spPr>
      </p:cxnSp>
      <p:cxnSp>
        <p:nvCxnSpPr>
          <p:cNvPr id="444" name="Google Shape;444;p44"/>
          <p:cNvCxnSpPr/>
          <p:nvPr/>
        </p:nvCxnSpPr>
        <p:spPr>
          <a:xfrm>
            <a:off x="6653105" y="3537751"/>
            <a:ext cx="373200" cy="0"/>
          </a:xfrm>
          <a:prstGeom prst="straightConnector1">
            <a:avLst/>
          </a:prstGeom>
          <a:noFill/>
          <a:ln cap="flat" cmpd="sng" w="9525">
            <a:solidFill>
              <a:schemeClr val="dk1"/>
            </a:solidFill>
            <a:prstDash val="solid"/>
            <a:round/>
            <a:headEnd len="med" w="med" type="none"/>
            <a:tailEnd len="med" w="med" type="stealth"/>
          </a:ln>
        </p:spPr>
      </p:cxnSp>
      <p:sp>
        <p:nvSpPr>
          <p:cNvPr id="445" name="Google Shape;445;p44"/>
          <p:cNvSpPr txBox="1"/>
          <p:nvPr/>
        </p:nvSpPr>
        <p:spPr>
          <a:xfrm>
            <a:off x="839727" y="1765400"/>
            <a:ext cx="2439900" cy="4881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Clr>
                <a:srgbClr val="000000"/>
              </a:buClr>
              <a:buSzPts val="1100"/>
              <a:buFont typeface="Arial"/>
              <a:buNone/>
            </a:pPr>
            <a:r>
              <a:rPr lang="en" sz="2000">
                <a:solidFill>
                  <a:schemeClr val="dk1"/>
                </a:solidFill>
                <a:latin typeface="Public Sans"/>
                <a:ea typeface="Public Sans"/>
                <a:cs typeface="Public Sans"/>
                <a:sym typeface="Public Sans"/>
              </a:rPr>
              <a:t>Current situation</a:t>
            </a:r>
            <a:endParaRPr sz="2000">
              <a:solidFill>
                <a:schemeClr val="dk1"/>
              </a:solidFill>
              <a:latin typeface="Public Sans"/>
              <a:ea typeface="Public Sans"/>
              <a:cs typeface="Public Sans"/>
              <a:sym typeface="Public Sans"/>
            </a:endParaRPr>
          </a:p>
        </p:txBody>
      </p:sp>
      <p:sp>
        <p:nvSpPr>
          <p:cNvPr id="446" name="Google Shape;446;p44"/>
          <p:cNvSpPr txBox="1"/>
          <p:nvPr/>
        </p:nvSpPr>
        <p:spPr>
          <a:xfrm>
            <a:off x="839700" y="2177300"/>
            <a:ext cx="2439900" cy="13605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sz="1200">
                <a:solidFill>
                  <a:schemeClr val="lt1"/>
                </a:solidFill>
                <a:latin typeface="Commissioner"/>
                <a:ea typeface="Commissioner"/>
                <a:cs typeface="Commissioner"/>
                <a:sym typeface="Commissioner"/>
              </a:rPr>
              <a:t>Jupiter is a gas giant and the biggest planet in the Solar System. It's the fourth-brightest object in the night sky. It was named after the Roman god of the skies and lightning</a:t>
            </a:r>
            <a:endParaRPr sz="1200">
              <a:solidFill>
                <a:schemeClr val="lt1"/>
              </a:solidFill>
              <a:latin typeface="Commissioner"/>
              <a:ea typeface="Commissioner"/>
              <a:cs typeface="Commissioner"/>
              <a:sym typeface="Commissioner"/>
            </a:endParaRPr>
          </a:p>
          <a:p>
            <a:pPr indent="0" lvl="0" marL="0" rtl="0" algn="r">
              <a:lnSpc>
                <a:spcPct val="115000"/>
              </a:lnSpc>
              <a:spcBef>
                <a:spcPts val="0"/>
              </a:spcBef>
              <a:spcAft>
                <a:spcPts val="0"/>
              </a:spcAft>
              <a:buNone/>
            </a:pPr>
            <a:r>
              <a:t/>
            </a:r>
            <a:endParaRPr sz="1200">
              <a:solidFill>
                <a:schemeClr val="lt1"/>
              </a:solidFill>
              <a:latin typeface="Commissioner"/>
              <a:ea typeface="Commissioner"/>
              <a:cs typeface="Commissioner"/>
              <a:sym typeface="Commissioner"/>
            </a:endParaRPr>
          </a:p>
        </p:txBody>
      </p:sp>
      <p:sp>
        <p:nvSpPr>
          <p:cNvPr id="447" name="Google Shape;447;p44"/>
          <p:cNvSpPr/>
          <p:nvPr/>
        </p:nvSpPr>
        <p:spPr>
          <a:xfrm rot="-5400000">
            <a:off x="2176642" y="2519830"/>
            <a:ext cx="2487451" cy="240"/>
          </a:xfrm>
          <a:custGeom>
            <a:rect b="b" l="l" r="r" t="t"/>
            <a:pathLst>
              <a:path extrusionOk="0" fill="none" h="1" w="5962">
                <a:moveTo>
                  <a:pt x="0" y="1"/>
                </a:moveTo>
                <a:lnTo>
                  <a:pt x="5962" y="1"/>
                </a:ln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 name="Google Shape;448;p44"/>
          <p:cNvGrpSpPr/>
          <p:nvPr/>
        </p:nvGrpSpPr>
        <p:grpSpPr>
          <a:xfrm>
            <a:off x="3611222" y="2947547"/>
            <a:ext cx="1188970" cy="182682"/>
            <a:chOff x="621575" y="2498644"/>
            <a:chExt cx="1272306" cy="195486"/>
          </a:xfrm>
        </p:grpSpPr>
        <p:sp>
          <p:nvSpPr>
            <p:cNvPr id="449" name="Google Shape;449;p44"/>
            <p:cNvSpPr/>
            <p:nvPr/>
          </p:nvSpPr>
          <p:spPr>
            <a:xfrm>
              <a:off x="1257614" y="2498644"/>
              <a:ext cx="213" cy="195486"/>
            </a:xfrm>
            <a:custGeom>
              <a:rect b="b" l="l" r="r" t="t"/>
              <a:pathLst>
                <a:path extrusionOk="0" fill="none" h="916" w="1">
                  <a:moveTo>
                    <a:pt x="1" y="1"/>
                  </a:moveTo>
                  <a:lnTo>
                    <a:pt x="1" y="916"/>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a:off x="621575" y="2498644"/>
              <a:ext cx="1272306" cy="213"/>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44"/>
          <p:cNvSpPr txBox="1"/>
          <p:nvPr/>
        </p:nvSpPr>
        <p:spPr>
          <a:xfrm>
            <a:off x="3444363" y="1894200"/>
            <a:ext cx="1522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lang="en" sz="2000">
                <a:solidFill>
                  <a:schemeClr val="dk1"/>
                </a:solidFill>
                <a:latin typeface="Public Sans"/>
                <a:ea typeface="Public Sans"/>
                <a:cs typeface="Public Sans"/>
                <a:sym typeface="Public Sans"/>
              </a:rPr>
              <a:t>Earth</a:t>
            </a:r>
            <a:endParaRPr sz="2000">
              <a:solidFill>
                <a:schemeClr val="dk1"/>
              </a:solidFill>
              <a:latin typeface="Public Sans"/>
              <a:ea typeface="Public Sans"/>
              <a:cs typeface="Public Sans"/>
              <a:sym typeface="Public Sans"/>
            </a:endParaRPr>
          </a:p>
        </p:txBody>
      </p:sp>
      <p:sp>
        <p:nvSpPr>
          <p:cNvPr id="452" name="Google Shape;452;p44"/>
          <p:cNvSpPr txBox="1"/>
          <p:nvPr/>
        </p:nvSpPr>
        <p:spPr>
          <a:xfrm>
            <a:off x="3444363" y="2177300"/>
            <a:ext cx="1522800" cy="696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lt1"/>
                </a:solidFill>
                <a:latin typeface="Commissioner"/>
                <a:ea typeface="Commissioner"/>
                <a:cs typeface="Commissioner"/>
                <a:sym typeface="Commissioner"/>
              </a:rPr>
              <a:t>Earth is the third planet from the Sun and has life</a:t>
            </a:r>
            <a:endParaRPr sz="1200">
              <a:solidFill>
                <a:schemeClr val="lt1"/>
              </a:solidFill>
              <a:latin typeface="Commissioner"/>
              <a:ea typeface="Commissioner"/>
              <a:cs typeface="Commissioner"/>
              <a:sym typeface="Commissioner"/>
            </a:endParaRPr>
          </a:p>
        </p:txBody>
      </p:sp>
      <p:grpSp>
        <p:nvGrpSpPr>
          <p:cNvPr id="453" name="Google Shape;453;p44"/>
          <p:cNvGrpSpPr/>
          <p:nvPr/>
        </p:nvGrpSpPr>
        <p:grpSpPr>
          <a:xfrm>
            <a:off x="5363311" y="2947547"/>
            <a:ext cx="1188970" cy="182682"/>
            <a:chOff x="621575" y="2498644"/>
            <a:chExt cx="1272306" cy="195486"/>
          </a:xfrm>
        </p:grpSpPr>
        <p:sp>
          <p:nvSpPr>
            <p:cNvPr id="454" name="Google Shape;454;p44"/>
            <p:cNvSpPr/>
            <p:nvPr/>
          </p:nvSpPr>
          <p:spPr>
            <a:xfrm>
              <a:off x="1257614" y="2498644"/>
              <a:ext cx="213" cy="195486"/>
            </a:xfrm>
            <a:custGeom>
              <a:rect b="b" l="l" r="r" t="t"/>
              <a:pathLst>
                <a:path extrusionOk="0" fill="none" h="916" w="1">
                  <a:moveTo>
                    <a:pt x="1" y="1"/>
                  </a:moveTo>
                  <a:lnTo>
                    <a:pt x="1" y="916"/>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4"/>
            <p:cNvSpPr/>
            <p:nvPr/>
          </p:nvSpPr>
          <p:spPr>
            <a:xfrm>
              <a:off x="621575" y="2498644"/>
              <a:ext cx="1272306" cy="213"/>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 name="Google Shape;456;p44"/>
          <p:cNvSpPr txBox="1"/>
          <p:nvPr/>
        </p:nvSpPr>
        <p:spPr>
          <a:xfrm>
            <a:off x="5196467" y="1894200"/>
            <a:ext cx="1522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lang="en" sz="2000">
                <a:solidFill>
                  <a:schemeClr val="dk1"/>
                </a:solidFill>
                <a:latin typeface="Public Sans"/>
                <a:ea typeface="Public Sans"/>
                <a:cs typeface="Public Sans"/>
                <a:sym typeface="Public Sans"/>
              </a:rPr>
              <a:t>Mars</a:t>
            </a:r>
            <a:endParaRPr sz="2000">
              <a:solidFill>
                <a:schemeClr val="dk1"/>
              </a:solidFill>
              <a:latin typeface="Public Sans"/>
              <a:ea typeface="Public Sans"/>
              <a:cs typeface="Public Sans"/>
              <a:sym typeface="Public Sans"/>
            </a:endParaRPr>
          </a:p>
        </p:txBody>
      </p:sp>
      <p:sp>
        <p:nvSpPr>
          <p:cNvPr id="457" name="Google Shape;457;p44"/>
          <p:cNvSpPr txBox="1"/>
          <p:nvPr/>
        </p:nvSpPr>
        <p:spPr>
          <a:xfrm>
            <a:off x="5196451" y="2177300"/>
            <a:ext cx="1522800" cy="696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lt1"/>
                </a:solidFill>
                <a:latin typeface="Commissioner"/>
                <a:ea typeface="Commissioner"/>
                <a:cs typeface="Commissioner"/>
                <a:sym typeface="Commissioner"/>
              </a:rPr>
              <a:t>Despite being red, Mars is actually a cold place</a:t>
            </a:r>
            <a:endParaRPr sz="1200">
              <a:solidFill>
                <a:schemeClr val="lt1"/>
              </a:solidFill>
              <a:latin typeface="Commissioner"/>
              <a:ea typeface="Commissioner"/>
              <a:cs typeface="Commissioner"/>
              <a:sym typeface="Commissioner"/>
            </a:endParaRPr>
          </a:p>
        </p:txBody>
      </p:sp>
      <p:grpSp>
        <p:nvGrpSpPr>
          <p:cNvPr id="458" name="Google Shape;458;p44"/>
          <p:cNvGrpSpPr/>
          <p:nvPr/>
        </p:nvGrpSpPr>
        <p:grpSpPr>
          <a:xfrm>
            <a:off x="7115374" y="2962272"/>
            <a:ext cx="1188970" cy="182682"/>
            <a:chOff x="621575" y="2498644"/>
            <a:chExt cx="1272306" cy="195486"/>
          </a:xfrm>
        </p:grpSpPr>
        <p:sp>
          <p:nvSpPr>
            <p:cNvPr id="459" name="Google Shape;459;p44"/>
            <p:cNvSpPr/>
            <p:nvPr/>
          </p:nvSpPr>
          <p:spPr>
            <a:xfrm>
              <a:off x="1257614" y="2498644"/>
              <a:ext cx="213" cy="195486"/>
            </a:xfrm>
            <a:custGeom>
              <a:rect b="b" l="l" r="r" t="t"/>
              <a:pathLst>
                <a:path extrusionOk="0" fill="none" h="916" w="1">
                  <a:moveTo>
                    <a:pt x="1" y="1"/>
                  </a:moveTo>
                  <a:lnTo>
                    <a:pt x="1" y="916"/>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4"/>
            <p:cNvSpPr/>
            <p:nvPr/>
          </p:nvSpPr>
          <p:spPr>
            <a:xfrm>
              <a:off x="621575" y="2498644"/>
              <a:ext cx="1272306" cy="213"/>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44"/>
          <p:cNvSpPr txBox="1"/>
          <p:nvPr/>
        </p:nvSpPr>
        <p:spPr>
          <a:xfrm>
            <a:off x="6898779" y="1894200"/>
            <a:ext cx="1522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lang="en" sz="2000">
                <a:solidFill>
                  <a:schemeClr val="dk1"/>
                </a:solidFill>
                <a:latin typeface="Public Sans"/>
                <a:ea typeface="Public Sans"/>
                <a:cs typeface="Public Sans"/>
                <a:sym typeface="Public Sans"/>
              </a:rPr>
              <a:t>Mercury</a:t>
            </a:r>
            <a:endParaRPr sz="2000">
              <a:solidFill>
                <a:schemeClr val="dk1"/>
              </a:solidFill>
              <a:latin typeface="Public Sans"/>
              <a:ea typeface="Public Sans"/>
              <a:cs typeface="Public Sans"/>
              <a:sym typeface="Public Sans"/>
            </a:endParaRPr>
          </a:p>
        </p:txBody>
      </p:sp>
      <p:sp>
        <p:nvSpPr>
          <p:cNvPr id="462" name="Google Shape;462;p44"/>
          <p:cNvSpPr txBox="1"/>
          <p:nvPr/>
        </p:nvSpPr>
        <p:spPr>
          <a:xfrm>
            <a:off x="6898751" y="2177300"/>
            <a:ext cx="1522800" cy="696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lt1"/>
                </a:solidFill>
                <a:latin typeface="Commissioner"/>
                <a:ea typeface="Commissioner"/>
                <a:cs typeface="Commissioner"/>
                <a:sym typeface="Commissioner"/>
              </a:rPr>
              <a:t>Mercury is the smallest planet in the Solar System</a:t>
            </a:r>
            <a:endParaRPr sz="1200">
              <a:solidFill>
                <a:schemeClr val="lt1"/>
              </a:solidFill>
              <a:latin typeface="Commissioner"/>
              <a:ea typeface="Commissioner"/>
              <a:cs typeface="Commissioner"/>
              <a:sym typeface="Commissioner"/>
            </a:endParaRPr>
          </a:p>
        </p:txBody>
      </p:sp>
      <p:sp>
        <p:nvSpPr>
          <p:cNvPr id="463" name="Google Shape;463;p44"/>
          <p:cNvSpPr/>
          <p:nvPr/>
        </p:nvSpPr>
        <p:spPr>
          <a:xfrm flipH="1" rot="10800000">
            <a:off x="3600613" y="4125225"/>
            <a:ext cx="4703750" cy="67825"/>
          </a:xfrm>
          <a:custGeom>
            <a:rect b="b" l="l" r="r" t="t"/>
            <a:pathLst>
              <a:path extrusionOk="0" fill="none" h="1" w="5962">
                <a:moveTo>
                  <a:pt x="0" y="1"/>
                </a:moveTo>
                <a:lnTo>
                  <a:pt x="5962" y="1"/>
                </a:ln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4"/>
          <p:cNvSpPr txBox="1"/>
          <p:nvPr/>
        </p:nvSpPr>
        <p:spPr>
          <a:xfrm>
            <a:off x="5196437" y="4233869"/>
            <a:ext cx="1522800" cy="374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sz="2000">
                <a:solidFill>
                  <a:schemeClr val="dk1"/>
                </a:solidFill>
                <a:latin typeface="Public Sans"/>
                <a:ea typeface="Public Sans"/>
                <a:cs typeface="Public Sans"/>
                <a:sym typeface="Public Sans"/>
              </a:rPr>
              <a:t>Problems</a:t>
            </a:r>
            <a:endParaRPr sz="2000">
              <a:solidFill>
                <a:schemeClr val="dk1"/>
              </a:solidFill>
              <a:latin typeface="Public Sans"/>
              <a:ea typeface="Public Sans"/>
              <a:cs typeface="Public Sans"/>
              <a:sym typeface="Public Sans"/>
            </a:endParaRPr>
          </a:p>
        </p:txBody>
      </p:sp>
      <p:grpSp>
        <p:nvGrpSpPr>
          <p:cNvPr id="465" name="Google Shape;465;p44"/>
          <p:cNvGrpSpPr/>
          <p:nvPr/>
        </p:nvGrpSpPr>
        <p:grpSpPr>
          <a:xfrm>
            <a:off x="3986727" y="3260280"/>
            <a:ext cx="438104" cy="424373"/>
            <a:chOff x="4012502" y="1406909"/>
            <a:chExt cx="438104" cy="424373"/>
          </a:xfrm>
        </p:grpSpPr>
        <p:sp>
          <p:nvSpPr>
            <p:cNvPr id="466" name="Google Shape;466;p44"/>
            <p:cNvSpPr/>
            <p:nvPr/>
          </p:nvSpPr>
          <p:spPr>
            <a:xfrm>
              <a:off x="4144476" y="1406909"/>
              <a:ext cx="194235" cy="203757"/>
            </a:xfrm>
            <a:custGeom>
              <a:rect b="b" l="l" r="r" t="t"/>
              <a:pathLst>
                <a:path extrusionOk="0" h="8859" w="8445">
                  <a:moveTo>
                    <a:pt x="3993" y="1102"/>
                  </a:moveTo>
                  <a:lnTo>
                    <a:pt x="4085" y="1148"/>
                  </a:lnTo>
                  <a:lnTo>
                    <a:pt x="4222" y="1194"/>
                  </a:lnTo>
                  <a:lnTo>
                    <a:pt x="4314" y="1239"/>
                  </a:lnTo>
                  <a:lnTo>
                    <a:pt x="4360" y="1331"/>
                  </a:lnTo>
                  <a:lnTo>
                    <a:pt x="6793" y="5554"/>
                  </a:lnTo>
                  <a:lnTo>
                    <a:pt x="7343" y="5232"/>
                  </a:lnTo>
                  <a:lnTo>
                    <a:pt x="7343" y="7344"/>
                  </a:lnTo>
                  <a:lnTo>
                    <a:pt x="5508" y="6288"/>
                  </a:lnTo>
                  <a:lnTo>
                    <a:pt x="6012" y="6013"/>
                  </a:lnTo>
                  <a:lnTo>
                    <a:pt x="4498" y="3305"/>
                  </a:lnTo>
                  <a:lnTo>
                    <a:pt x="4406" y="3167"/>
                  </a:lnTo>
                  <a:lnTo>
                    <a:pt x="4268" y="3075"/>
                  </a:lnTo>
                  <a:lnTo>
                    <a:pt x="4131" y="3029"/>
                  </a:lnTo>
                  <a:lnTo>
                    <a:pt x="3855" y="3029"/>
                  </a:lnTo>
                  <a:lnTo>
                    <a:pt x="3718" y="3075"/>
                  </a:lnTo>
                  <a:lnTo>
                    <a:pt x="3626" y="3167"/>
                  </a:lnTo>
                  <a:lnTo>
                    <a:pt x="3488" y="3305"/>
                  </a:lnTo>
                  <a:lnTo>
                    <a:pt x="1928" y="6013"/>
                  </a:lnTo>
                  <a:lnTo>
                    <a:pt x="1836" y="6150"/>
                  </a:lnTo>
                  <a:lnTo>
                    <a:pt x="1744" y="6196"/>
                  </a:lnTo>
                  <a:lnTo>
                    <a:pt x="1606" y="6242"/>
                  </a:lnTo>
                  <a:lnTo>
                    <a:pt x="1515" y="6242"/>
                  </a:lnTo>
                  <a:lnTo>
                    <a:pt x="1377" y="6196"/>
                  </a:lnTo>
                  <a:lnTo>
                    <a:pt x="1285" y="6150"/>
                  </a:lnTo>
                  <a:lnTo>
                    <a:pt x="1193" y="6059"/>
                  </a:lnTo>
                  <a:lnTo>
                    <a:pt x="1102" y="5921"/>
                  </a:lnTo>
                  <a:lnTo>
                    <a:pt x="1102" y="5737"/>
                  </a:lnTo>
                  <a:lnTo>
                    <a:pt x="1147" y="5554"/>
                  </a:lnTo>
                  <a:lnTo>
                    <a:pt x="3626" y="1331"/>
                  </a:lnTo>
                  <a:lnTo>
                    <a:pt x="3672" y="1239"/>
                  </a:lnTo>
                  <a:lnTo>
                    <a:pt x="3764" y="1194"/>
                  </a:lnTo>
                  <a:lnTo>
                    <a:pt x="3901" y="1148"/>
                  </a:lnTo>
                  <a:lnTo>
                    <a:pt x="3993" y="1102"/>
                  </a:lnTo>
                  <a:close/>
                  <a:moveTo>
                    <a:pt x="3993" y="0"/>
                  </a:moveTo>
                  <a:lnTo>
                    <a:pt x="3580" y="46"/>
                  </a:lnTo>
                  <a:lnTo>
                    <a:pt x="3213" y="184"/>
                  </a:lnTo>
                  <a:lnTo>
                    <a:pt x="3075" y="322"/>
                  </a:lnTo>
                  <a:lnTo>
                    <a:pt x="2891" y="459"/>
                  </a:lnTo>
                  <a:lnTo>
                    <a:pt x="2754" y="597"/>
                  </a:lnTo>
                  <a:lnTo>
                    <a:pt x="2616" y="781"/>
                  </a:lnTo>
                  <a:lnTo>
                    <a:pt x="184" y="5003"/>
                  </a:lnTo>
                  <a:lnTo>
                    <a:pt x="46" y="5278"/>
                  </a:lnTo>
                  <a:lnTo>
                    <a:pt x="0" y="5600"/>
                  </a:lnTo>
                  <a:lnTo>
                    <a:pt x="0" y="5921"/>
                  </a:lnTo>
                  <a:lnTo>
                    <a:pt x="46" y="6196"/>
                  </a:lnTo>
                  <a:lnTo>
                    <a:pt x="138" y="6472"/>
                  </a:lnTo>
                  <a:lnTo>
                    <a:pt x="321" y="6747"/>
                  </a:lnTo>
                  <a:lnTo>
                    <a:pt x="505" y="6976"/>
                  </a:lnTo>
                  <a:lnTo>
                    <a:pt x="780" y="7160"/>
                  </a:lnTo>
                  <a:lnTo>
                    <a:pt x="1056" y="7298"/>
                  </a:lnTo>
                  <a:lnTo>
                    <a:pt x="1377" y="7344"/>
                  </a:lnTo>
                  <a:lnTo>
                    <a:pt x="1652" y="7344"/>
                  </a:lnTo>
                  <a:lnTo>
                    <a:pt x="1974" y="7298"/>
                  </a:lnTo>
                  <a:lnTo>
                    <a:pt x="2249" y="7206"/>
                  </a:lnTo>
                  <a:lnTo>
                    <a:pt x="2478" y="7022"/>
                  </a:lnTo>
                  <a:lnTo>
                    <a:pt x="2708" y="6839"/>
                  </a:lnTo>
                  <a:lnTo>
                    <a:pt x="2891" y="6563"/>
                  </a:lnTo>
                  <a:lnTo>
                    <a:pt x="3993" y="4682"/>
                  </a:lnTo>
                  <a:lnTo>
                    <a:pt x="4498" y="5600"/>
                  </a:lnTo>
                  <a:lnTo>
                    <a:pt x="4131" y="5783"/>
                  </a:lnTo>
                  <a:lnTo>
                    <a:pt x="3993" y="5921"/>
                  </a:lnTo>
                  <a:lnTo>
                    <a:pt x="3901" y="6013"/>
                  </a:lnTo>
                  <a:lnTo>
                    <a:pt x="3855" y="6150"/>
                  </a:lnTo>
                  <a:lnTo>
                    <a:pt x="3855" y="6288"/>
                  </a:lnTo>
                  <a:lnTo>
                    <a:pt x="3855" y="6426"/>
                  </a:lnTo>
                  <a:lnTo>
                    <a:pt x="3901" y="6563"/>
                  </a:lnTo>
                  <a:lnTo>
                    <a:pt x="3993" y="6701"/>
                  </a:lnTo>
                  <a:lnTo>
                    <a:pt x="4131" y="6793"/>
                  </a:lnTo>
                  <a:lnTo>
                    <a:pt x="7298" y="8583"/>
                  </a:lnTo>
                  <a:lnTo>
                    <a:pt x="7711" y="8812"/>
                  </a:lnTo>
                  <a:lnTo>
                    <a:pt x="7894" y="8858"/>
                  </a:lnTo>
                  <a:lnTo>
                    <a:pt x="8078" y="8812"/>
                  </a:lnTo>
                  <a:lnTo>
                    <a:pt x="8261" y="8675"/>
                  </a:lnTo>
                  <a:lnTo>
                    <a:pt x="8399" y="8537"/>
                  </a:lnTo>
                  <a:lnTo>
                    <a:pt x="8445" y="8307"/>
                  </a:lnTo>
                  <a:lnTo>
                    <a:pt x="8445" y="4269"/>
                  </a:lnTo>
                  <a:lnTo>
                    <a:pt x="8399" y="4131"/>
                  </a:lnTo>
                  <a:lnTo>
                    <a:pt x="8353" y="3993"/>
                  </a:lnTo>
                  <a:lnTo>
                    <a:pt x="8261" y="3901"/>
                  </a:lnTo>
                  <a:lnTo>
                    <a:pt x="8170" y="3810"/>
                  </a:lnTo>
                  <a:lnTo>
                    <a:pt x="8032" y="3764"/>
                  </a:lnTo>
                  <a:lnTo>
                    <a:pt x="7894" y="3718"/>
                  </a:lnTo>
                  <a:lnTo>
                    <a:pt x="7756" y="3718"/>
                  </a:lnTo>
                  <a:lnTo>
                    <a:pt x="7619" y="3810"/>
                  </a:lnTo>
                  <a:lnTo>
                    <a:pt x="7206" y="4039"/>
                  </a:lnTo>
                  <a:lnTo>
                    <a:pt x="5370" y="781"/>
                  </a:lnTo>
                  <a:lnTo>
                    <a:pt x="5232" y="597"/>
                  </a:lnTo>
                  <a:lnTo>
                    <a:pt x="5095" y="459"/>
                  </a:lnTo>
                  <a:lnTo>
                    <a:pt x="4911" y="322"/>
                  </a:lnTo>
                  <a:lnTo>
                    <a:pt x="4773" y="184"/>
                  </a:lnTo>
                  <a:lnTo>
                    <a:pt x="4406" y="46"/>
                  </a:lnTo>
                  <a:lnTo>
                    <a:pt x="39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4"/>
            <p:cNvSpPr/>
            <p:nvPr/>
          </p:nvSpPr>
          <p:spPr>
            <a:xfrm>
              <a:off x="4223642" y="1639140"/>
              <a:ext cx="226964" cy="192142"/>
            </a:xfrm>
            <a:custGeom>
              <a:rect b="b" l="l" r="r" t="t"/>
              <a:pathLst>
                <a:path extrusionOk="0" h="8354" w="9868">
                  <a:moveTo>
                    <a:pt x="5967" y="1102"/>
                  </a:moveTo>
                  <a:lnTo>
                    <a:pt x="6104" y="1148"/>
                  </a:lnTo>
                  <a:lnTo>
                    <a:pt x="6196" y="1240"/>
                  </a:lnTo>
                  <a:lnTo>
                    <a:pt x="6242" y="1331"/>
                  </a:lnTo>
                  <a:lnTo>
                    <a:pt x="8721" y="5554"/>
                  </a:lnTo>
                  <a:lnTo>
                    <a:pt x="8766" y="5646"/>
                  </a:lnTo>
                  <a:lnTo>
                    <a:pt x="8766" y="5783"/>
                  </a:lnTo>
                  <a:lnTo>
                    <a:pt x="8721" y="5875"/>
                  </a:lnTo>
                  <a:lnTo>
                    <a:pt x="8721" y="6013"/>
                  </a:lnTo>
                  <a:lnTo>
                    <a:pt x="8629" y="6105"/>
                  </a:lnTo>
                  <a:lnTo>
                    <a:pt x="8537" y="6150"/>
                  </a:lnTo>
                  <a:lnTo>
                    <a:pt x="8445" y="6196"/>
                  </a:lnTo>
                  <a:lnTo>
                    <a:pt x="8307" y="6242"/>
                  </a:lnTo>
                  <a:lnTo>
                    <a:pt x="3488" y="6242"/>
                  </a:lnTo>
                  <a:lnTo>
                    <a:pt x="3488" y="6793"/>
                  </a:lnTo>
                  <a:lnTo>
                    <a:pt x="1653" y="5783"/>
                  </a:lnTo>
                  <a:lnTo>
                    <a:pt x="3488" y="4728"/>
                  </a:lnTo>
                  <a:lnTo>
                    <a:pt x="3488" y="5324"/>
                  </a:lnTo>
                  <a:lnTo>
                    <a:pt x="6701" y="5324"/>
                  </a:lnTo>
                  <a:lnTo>
                    <a:pt x="6839" y="5233"/>
                  </a:lnTo>
                  <a:lnTo>
                    <a:pt x="6976" y="5141"/>
                  </a:lnTo>
                  <a:lnTo>
                    <a:pt x="7068" y="5049"/>
                  </a:lnTo>
                  <a:lnTo>
                    <a:pt x="7114" y="4911"/>
                  </a:lnTo>
                  <a:lnTo>
                    <a:pt x="7114" y="4774"/>
                  </a:lnTo>
                  <a:lnTo>
                    <a:pt x="7114" y="4636"/>
                  </a:lnTo>
                  <a:lnTo>
                    <a:pt x="7068" y="4498"/>
                  </a:lnTo>
                  <a:lnTo>
                    <a:pt x="5508" y="1790"/>
                  </a:lnTo>
                  <a:lnTo>
                    <a:pt x="5462" y="1653"/>
                  </a:lnTo>
                  <a:lnTo>
                    <a:pt x="5416" y="1561"/>
                  </a:lnTo>
                  <a:lnTo>
                    <a:pt x="5462" y="1423"/>
                  </a:lnTo>
                  <a:lnTo>
                    <a:pt x="5508" y="1331"/>
                  </a:lnTo>
                  <a:lnTo>
                    <a:pt x="5554" y="1240"/>
                  </a:lnTo>
                  <a:lnTo>
                    <a:pt x="5645" y="1148"/>
                  </a:lnTo>
                  <a:lnTo>
                    <a:pt x="5737" y="1102"/>
                  </a:lnTo>
                  <a:close/>
                  <a:moveTo>
                    <a:pt x="5554" y="0"/>
                  </a:moveTo>
                  <a:lnTo>
                    <a:pt x="5324" y="92"/>
                  </a:lnTo>
                  <a:lnTo>
                    <a:pt x="5141" y="184"/>
                  </a:lnTo>
                  <a:lnTo>
                    <a:pt x="4957" y="276"/>
                  </a:lnTo>
                  <a:lnTo>
                    <a:pt x="4773" y="413"/>
                  </a:lnTo>
                  <a:lnTo>
                    <a:pt x="4636" y="597"/>
                  </a:lnTo>
                  <a:lnTo>
                    <a:pt x="4498" y="781"/>
                  </a:lnTo>
                  <a:lnTo>
                    <a:pt x="4406" y="964"/>
                  </a:lnTo>
                  <a:lnTo>
                    <a:pt x="4360" y="1194"/>
                  </a:lnTo>
                  <a:lnTo>
                    <a:pt x="4314" y="1423"/>
                  </a:lnTo>
                  <a:lnTo>
                    <a:pt x="4314" y="1653"/>
                  </a:lnTo>
                  <a:lnTo>
                    <a:pt x="4360" y="1882"/>
                  </a:lnTo>
                  <a:lnTo>
                    <a:pt x="4406" y="2112"/>
                  </a:lnTo>
                  <a:lnTo>
                    <a:pt x="4544" y="2341"/>
                  </a:lnTo>
                  <a:lnTo>
                    <a:pt x="5600" y="4223"/>
                  </a:lnTo>
                  <a:lnTo>
                    <a:pt x="4590" y="4223"/>
                  </a:lnTo>
                  <a:lnTo>
                    <a:pt x="4590" y="3764"/>
                  </a:lnTo>
                  <a:lnTo>
                    <a:pt x="4590" y="3626"/>
                  </a:lnTo>
                  <a:lnTo>
                    <a:pt x="4498" y="3489"/>
                  </a:lnTo>
                  <a:lnTo>
                    <a:pt x="4406" y="3351"/>
                  </a:lnTo>
                  <a:lnTo>
                    <a:pt x="4314" y="3305"/>
                  </a:lnTo>
                  <a:lnTo>
                    <a:pt x="4177" y="3213"/>
                  </a:lnTo>
                  <a:lnTo>
                    <a:pt x="3901" y="3213"/>
                  </a:lnTo>
                  <a:lnTo>
                    <a:pt x="3764" y="3259"/>
                  </a:lnTo>
                  <a:lnTo>
                    <a:pt x="276" y="5278"/>
                  </a:lnTo>
                  <a:lnTo>
                    <a:pt x="138" y="5370"/>
                  </a:lnTo>
                  <a:lnTo>
                    <a:pt x="46" y="5508"/>
                  </a:lnTo>
                  <a:lnTo>
                    <a:pt x="0" y="5646"/>
                  </a:lnTo>
                  <a:lnTo>
                    <a:pt x="0" y="5783"/>
                  </a:lnTo>
                  <a:lnTo>
                    <a:pt x="0" y="5921"/>
                  </a:lnTo>
                  <a:lnTo>
                    <a:pt x="46" y="6059"/>
                  </a:lnTo>
                  <a:lnTo>
                    <a:pt x="138" y="6150"/>
                  </a:lnTo>
                  <a:lnTo>
                    <a:pt x="276" y="6242"/>
                  </a:lnTo>
                  <a:lnTo>
                    <a:pt x="3442" y="8078"/>
                  </a:lnTo>
                  <a:lnTo>
                    <a:pt x="3856" y="8308"/>
                  </a:lnTo>
                  <a:lnTo>
                    <a:pt x="4039" y="8353"/>
                  </a:lnTo>
                  <a:lnTo>
                    <a:pt x="4269" y="8308"/>
                  </a:lnTo>
                  <a:lnTo>
                    <a:pt x="4406" y="8170"/>
                  </a:lnTo>
                  <a:lnTo>
                    <a:pt x="4544" y="7986"/>
                  </a:lnTo>
                  <a:lnTo>
                    <a:pt x="4590" y="7757"/>
                  </a:lnTo>
                  <a:lnTo>
                    <a:pt x="4590" y="7344"/>
                  </a:lnTo>
                  <a:lnTo>
                    <a:pt x="8537" y="7344"/>
                  </a:lnTo>
                  <a:lnTo>
                    <a:pt x="8766" y="7298"/>
                  </a:lnTo>
                  <a:lnTo>
                    <a:pt x="8950" y="7206"/>
                  </a:lnTo>
                  <a:lnTo>
                    <a:pt x="9134" y="7114"/>
                  </a:lnTo>
                  <a:lnTo>
                    <a:pt x="9455" y="6885"/>
                  </a:lnTo>
                  <a:lnTo>
                    <a:pt x="9684" y="6564"/>
                  </a:lnTo>
                  <a:lnTo>
                    <a:pt x="9822" y="6196"/>
                  </a:lnTo>
                  <a:lnTo>
                    <a:pt x="9868" y="5783"/>
                  </a:lnTo>
                  <a:lnTo>
                    <a:pt x="9868" y="5600"/>
                  </a:lnTo>
                  <a:lnTo>
                    <a:pt x="9822" y="5370"/>
                  </a:lnTo>
                  <a:lnTo>
                    <a:pt x="9776" y="5187"/>
                  </a:lnTo>
                  <a:lnTo>
                    <a:pt x="9684" y="5003"/>
                  </a:lnTo>
                  <a:lnTo>
                    <a:pt x="7252" y="781"/>
                  </a:lnTo>
                  <a:lnTo>
                    <a:pt x="7068" y="505"/>
                  </a:lnTo>
                  <a:lnTo>
                    <a:pt x="6839" y="322"/>
                  </a:lnTo>
                  <a:lnTo>
                    <a:pt x="6563" y="138"/>
                  </a:lnTo>
                  <a:lnTo>
                    <a:pt x="6288" y="46"/>
                  </a:lnTo>
                  <a:lnTo>
                    <a:pt x="60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4"/>
            <p:cNvSpPr/>
            <p:nvPr/>
          </p:nvSpPr>
          <p:spPr>
            <a:xfrm>
              <a:off x="4012502" y="1607469"/>
              <a:ext cx="184759" cy="203757"/>
            </a:xfrm>
            <a:custGeom>
              <a:rect b="b" l="l" r="r" t="t"/>
              <a:pathLst>
                <a:path extrusionOk="0" h="8859" w="8033">
                  <a:moveTo>
                    <a:pt x="4912" y="1561"/>
                  </a:moveTo>
                  <a:lnTo>
                    <a:pt x="4912" y="3626"/>
                  </a:lnTo>
                  <a:lnTo>
                    <a:pt x="4407" y="3351"/>
                  </a:lnTo>
                  <a:lnTo>
                    <a:pt x="2847" y="6013"/>
                  </a:lnTo>
                  <a:lnTo>
                    <a:pt x="2801" y="6151"/>
                  </a:lnTo>
                  <a:lnTo>
                    <a:pt x="2755" y="6288"/>
                  </a:lnTo>
                  <a:lnTo>
                    <a:pt x="2801" y="6426"/>
                  </a:lnTo>
                  <a:lnTo>
                    <a:pt x="2847" y="6564"/>
                  </a:lnTo>
                  <a:lnTo>
                    <a:pt x="2938" y="6701"/>
                  </a:lnTo>
                  <a:lnTo>
                    <a:pt x="3030" y="6793"/>
                  </a:lnTo>
                  <a:lnTo>
                    <a:pt x="3168" y="6839"/>
                  </a:lnTo>
                  <a:lnTo>
                    <a:pt x="6426" y="6839"/>
                  </a:lnTo>
                  <a:lnTo>
                    <a:pt x="6564" y="6885"/>
                  </a:lnTo>
                  <a:lnTo>
                    <a:pt x="6702" y="6931"/>
                  </a:lnTo>
                  <a:lnTo>
                    <a:pt x="6794" y="7023"/>
                  </a:lnTo>
                  <a:lnTo>
                    <a:pt x="6840" y="7114"/>
                  </a:lnTo>
                  <a:lnTo>
                    <a:pt x="6885" y="7252"/>
                  </a:lnTo>
                  <a:lnTo>
                    <a:pt x="6885" y="7344"/>
                  </a:lnTo>
                  <a:lnTo>
                    <a:pt x="6840" y="7482"/>
                  </a:lnTo>
                  <a:lnTo>
                    <a:pt x="6794" y="7619"/>
                  </a:lnTo>
                  <a:lnTo>
                    <a:pt x="6610" y="7711"/>
                  </a:lnTo>
                  <a:lnTo>
                    <a:pt x="6472" y="7757"/>
                  </a:lnTo>
                  <a:lnTo>
                    <a:pt x="1561" y="7757"/>
                  </a:lnTo>
                  <a:lnTo>
                    <a:pt x="1470" y="7711"/>
                  </a:lnTo>
                  <a:lnTo>
                    <a:pt x="1332" y="7665"/>
                  </a:lnTo>
                  <a:lnTo>
                    <a:pt x="1286" y="7619"/>
                  </a:lnTo>
                  <a:lnTo>
                    <a:pt x="1194" y="7527"/>
                  </a:lnTo>
                  <a:lnTo>
                    <a:pt x="1148" y="7436"/>
                  </a:lnTo>
                  <a:lnTo>
                    <a:pt x="1148" y="7298"/>
                  </a:lnTo>
                  <a:lnTo>
                    <a:pt x="1148" y="7206"/>
                  </a:lnTo>
                  <a:lnTo>
                    <a:pt x="1194" y="7069"/>
                  </a:lnTo>
                  <a:lnTo>
                    <a:pt x="3627" y="2892"/>
                  </a:lnTo>
                  <a:lnTo>
                    <a:pt x="3122" y="2571"/>
                  </a:lnTo>
                  <a:lnTo>
                    <a:pt x="4912" y="1561"/>
                  </a:lnTo>
                  <a:close/>
                  <a:moveTo>
                    <a:pt x="5463" y="1"/>
                  </a:moveTo>
                  <a:lnTo>
                    <a:pt x="5325" y="46"/>
                  </a:lnTo>
                  <a:lnTo>
                    <a:pt x="5187" y="92"/>
                  </a:lnTo>
                  <a:lnTo>
                    <a:pt x="1699" y="2112"/>
                  </a:lnTo>
                  <a:lnTo>
                    <a:pt x="1561" y="2204"/>
                  </a:lnTo>
                  <a:lnTo>
                    <a:pt x="1516" y="2295"/>
                  </a:lnTo>
                  <a:lnTo>
                    <a:pt x="1424" y="2433"/>
                  </a:lnTo>
                  <a:lnTo>
                    <a:pt x="1424" y="2571"/>
                  </a:lnTo>
                  <a:lnTo>
                    <a:pt x="1424" y="2708"/>
                  </a:lnTo>
                  <a:lnTo>
                    <a:pt x="1516" y="2846"/>
                  </a:lnTo>
                  <a:lnTo>
                    <a:pt x="1561" y="2984"/>
                  </a:lnTo>
                  <a:lnTo>
                    <a:pt x="1699" y="3076"/>
                  </a:lnTo>
                  <a:lnTo>
                    <a:pt x="2066" y="3305"/>
                  </a:lnTo>
                  <a:lnTo>
                    <a:pt x="230" y="6518"/>
                  </a:lnTo>
                  <a:lnTo>
                    <a:pt x="139" y="6701"/>
                  </a:lnTo>
                  <a:lnTo>
                    <a:pt x="47" y="6931"/>
                  </a:lnTo>
                  <a:lnTo>
                    <a:pt x="1" y="7114"/>
                  </a:lnTo>
                  <a:lnTo>
                    <a:pt x="1" y="7344"/>
                  </a:lnTo>
                  <a:lnTo>
                    <a:pt x="93" y="7711"/>
                  </a:lnTo>
                  <a:lnTo>
                    <a:pt x="230" y="8078"/>
                  </a:lnTo>
                  <a:lnTo>
                    <a:pt x="460" y="8400"/>
                  </a:lnTo>
                  <a:lnTo>
                    <a:pt x="781" y="8629"/>
                  </a:lnTo>
                  <a:lnTo>
                    <a:pt x="965" y="8721"/>
                  </a:lnTo>
                  <a:lnTo>
                    <a:pt x="1148" y="8813"/>
                  </a:lnTo>
                  <a:lnTo>
                    <a:pt x="1378" y="8858"/>
                  </a:lnTo>
                  <a:lnTo>
                    <a:pt x="6472" y="8858"/>
                  </a:lnTo>
                  <a:lnTo>
                    <a:pt x="6748" y="8813"/>
                  </a:lnTo>
                  <a:lnTo>
                    <a:pt x="7023" y="8767"/>
                  </a:lnTo>
                  <a:lnTo>
                    <a:pt x="7299" y="8629"/>
                  </a:lnTo>
                  <a:lnTo>
                    <a:pt x="7528" y="8445"/>
                  </a:lnTo>
                  <a:lnTo>
                    <a:pt x="7712" y="8216"/>
                  </a:lnTo>
                  <a:lnTo>
                    <a:pt x="7849" y="7986"/>
                  </a:lnTo>
                  <a:lnTo>
                    <a:pt x="7987" y="7665"/>
                  </a:lnTo>
                  <a:lnTo>
                    <a:pt x="8033" y="7390"/>
                  </a:lnTo>
                  <a:lnTo>
                    <a:pt x="7987" y="7069"/>
                  </a:lnTo>
                  <a:lnTo>
                    <a:pt x="7895" y="6747"/>
                  </a:lnTo>
                  <a:lnTo>
                    <a:pt x="7757" y="6472"/>
                  </a:lnTo>
                  <a:lnTo>
                    <a:pt x="7574" y="6242"/>
                  </a:lnTo>
                  <a:lnTo>
                    <a:pt x="7344" y="6013"/>
                  </a:lnTo>
                  <a:lnTo>
                    <a:pt x="7069" y="5875"/>
                  </a:lnTo>
                  <a:lnTo>
                    <a:pt x="6748" y="5783"/>
                  </a:lnTo>
                  <a:lnTo>
                    <a:pt x="6426" y="5738"/>
                  </a:lnTo>
                  <a:lnTo>
                    <a:pt x="4269" y="5738"/>
                  </a:lnTo>
                  <a:lnTo>
                    <a:pt x="4820" y="4866"/>
                  </a:lnTo>
                  <a:lnTo>
                    <a:pt x="5141" y="5049"/>
                  </a:lnTo>
                  <a:lnTo>
                    <a:pt x="5325" y="5141"/>
                  </a:lnTo>
                  <a:lnTo>
                    <a:pt x="5463" y="5141"/>
                  </a:lnTo>
                  <a:lnTo>
                    <a:pt x="5692" y="5095"/>
                  </a:lnTo>
                  <a:lnTo>
                    <a:pt x="5876" y="5003"/>
                  </a:lnTo>
                  <a:lnTo>
                    <a:pt x="5968" y="4820"/>
                  </a:lnTo>
                  <a:lnTo>
                    <a:pt x="6013" y="4590"/>
                  </a:lnTo>
                  <a:lnTo>
                    <a:pt x="6013" y="597"/>
                  </a:lnTo>
                  <a:lnTo>
                    <a:pt x="6013" y="414"/>
                  </a:lnTo>
                  <a:lnTo>
                    <a:pt x="5922" y="276"/>
                  </a:lnTo>
                  <a:lnTo>
                    <a:pt x="5830" y="184"/>
                  </a:lnTo>
                  <a:lnTo>
                    <a:pt x="5738" y="92"/>
                  </a:lnTo>
                  <a:lnTo>
                    <a:pt x="5600" y="46"/>
                  </a:lnTo>
                  <a:lnTo>
                    <a:pt x="54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 name="Google Shape;469;p44"/>
          <p:cNvSpPr/>
          <p:nvPr/>
        </p:nvSpPr>
        <p:spPr>
          <a:xfrm>
            <a:off x="5811517" y="3252897"/>
            <a:ext cx="301921" cy="439139"/>
          </a:xfrm>
          <a:custGeom>
            <a:rect b="b" l="l" r="r" t="t"/>
            <a:pathLst>
              <a:path extrusionOk="0" h="19093" w="13127">
                <a:moveTo>
                  <a:pt x="5232" y="4590"/>
                </a:moveTo>
                <a:lnTo>
                  <a:pt x="5416" y="4636"/>
                </a:lnTo>
                <a:lnTo>
                  <a:pt x="5554" y="4727"/>
                </a:lnTo>
                <a:lnTo>
                  <a:pt x="5691" y="4865"/>
                </a:lnTo>
                <a:lnTo>
                  <a:pt x="5783" y="5003"/>
                </a:lnTo>
                <a:lnTo>
                  <a:pt x="5875" y="5140"/>
                </a:lnTo>
                <a:lnTo>
                  <a:pt x="5921" y="5324"/>
                </a:lnTo>
                <a:lnTo>
                  <a:pt x="5967" y="5508"/>
                </a:lnTo>
                <a:lnTo>
                  <a:pt x="5967" y="5599"/>
                </a:lnTo>
                <a:lnTo>
                  <a:pt x="4544" y="5599"/>
                </a:lnTo>
                <a:lnTo>
                  <a:pt x="4360" y="5553"/>
                </a:lnTo>
                <a:lnTo>
                  <a:pt x="4223" y="5508"/>
                </a:lnTo>
                <a:lnTo>
                  <a:pt x="4039" y="5416"/>
                </a:lnTo>
                <a:lnTo>
                  <a:pt x="3901" y="5324"/>
                </a:lnTo>
                <a:lnTo>
                  <a:pt x="3810" y="5186"/>
                </a:lnTo>
                <a:lnTo>
                  <a:pt x="3718" y="5003"/>
                </a:lnTo>
                <a:lnTo>
                  <a:pt x="3672" y="4865"/>
                </a:lnTo>
                <a:lnTo>
                  <a:pt x="3672" y="4681"/>
                </a:lnTo>
                <a:lnTo>
                  <a:pt x="3672" y="4590"/>
                </a:lnTo>
                <a:close/>
                <a:moveTo>
                  <a:pt x="9409" y="7297"/>
                </a:moveTo>
                <a:lnTo>
                  <a:pt x="9409" y="7389"/>
                </a:lnTo>
                <a:lnTo>
                  <a:pt x="9409" y="7573"/>
                </a:lnTo>
                <a:lnTo>
                  <a:pt x="9363" y="7756"/>
                </a:lnTo>
                <a:lnTo>
                  <a:pt x="9271" y="7894"/>
                </a:lnTo>
                <a:lnTo>
                  <a:pt x="9179" y="8032"/>
                </a:lnTo>
                <a:lnTo>
                  <a:pt x="9042" y="8169"/>
                </a:lnTo>
                <a:lnTo>
                  <a:pt x="8858" y="8215"/>
                </a:lnTo>
                <a:lnTo>
                  <a:pt x="8720" y="8307"/>
                </a:lnTo>
                <a:lnTo>
                  <a:pt x="7114" y="8307"/>
                </a:lnTo>
                <a:lnTo>
                  <a:pt x="7114" y="8215"/>
                </a:lnTo>
                <a:lnTo>
                  <a:pt x="7114" y="8032"/>
                </a:lnTo>
                <a:lnTo>
                  <a:pt x="7206" y="7848"/>
                </a:lnTo>
                <a:lnTo>
                  <a:pt x="7252" y="7711"/>
                </a:lnTo>
                <a:lnTo>
                  <a:pt x="7390" y="7573"/>
                </a:lnTo>
                <a:lnTo>
                  <a:pt x="7527" y="7435"/>
                </a:lnTo>
                <a:lnTo>
                  <a:pt x="7665" y="7389"/>
                </a:lnTo>
                <a:lnTo>
                  <a:pt x="7848" y="7297"/>
                </a:lnTo>
                <a:close/>
                <a:moveTo>
                  <a:pt x="6609" y="1147"/>
                </a:moveTo>
                <a:lnTo>
                  <a:pt x="7114" y="1193"/>
                </a:lnTo>
                <a:lnTo>
                  <a:pt x="7665" y="1285"/>
                </a:lnTo>
                <a:lnTo>
                  <a:pt x="8170" y="1423"/>
                </a:lnTo>
                <a:lnTo>
                  <a:pt x="8675" y="1606"/>
                </a:lnTo>
                <a:lnTo>
                  <a:pt x="9134" y="1836"/>
                </a:lnTo>
                <a:lnTo>
                  <a:pt x="9593" y="2111"/>
                </a:lnTo>
                <a:lnTo>
                  <a:pt x="10006" y="2387"/>
                </a:lnTo>
                <a:lnTo>
                  <a:pt x="10373" y="2754"/>
                </a:lnTo>
                <a:lnTo>
                  <a:pt x="10740" y="3121"/>
                </a:lnTo>
                <a:lnTo>
                  <a:pt x="11015" y="3580"/>
                </a:lnTo>
                <a:lnTo>
                  <a:pt x="11291" y="3993"/>
                </a:lnTo>
                <a:lnTo>
                  <a:pt x="11520" y="4452"/>
                </a:lnTo>
                <a:lnTo>
                  <a:pt x="11704" y="4957"/>
                </a:lnTo>
                <a:lnTo>
                  <a:pt x="11841" y="5462"/>
                </a:lnTo>
                <a:lnTo>
                  <a:pt x="11933" y="6012"/>
                </a:lnTo>
                <a:lnTo>
                  <a:pt x="11933" y="6563"/>
                </a:lnTo>
                <a:lnTo>
                  <a:pt x="11887" y="7297"/>
                </a:lnTo>
                <a:lnTo>
                  <a:pt x="11750" y="7986"/>
                </a:lnTo>
                <a:lnTo>
                  <a:pt x="11520" y="8674"/>
                </a:lnTo>
                <a:lnTo>
                  <a:pt x="11199" y="9317"/>
                </a:lnTo>
                <a:lnTo>
                  <a:pt x="10786" y="9868"/>
                </a:lnTo>
                <a:lnTo>
                  <a:pt x="10327" y="10418"/>
                </a:lnTo>
                <a:lnTo>
                  <a:pt x="9776" y="10877"/>
                </a:lnTo>
                <a:lnTo>
                  <a:pt x="9179" y="11290"/>
                </a:lnTo>
                <a:lnTo>
                  <a:pt x="8858" y="11474"/>
                </a:lnTo>
                <a:lnTo>
                  <a:pt x="8583" y="11703"/>
                </a:lnTo>
                <a:lnTo>
                  <a:pt x="8353" y="11979"/>
                </a:lnTo>
                <a:lnTo>
                  <a:pt x="8124" y="12254"/>
                </a:lnTo>
                <a:lnTo>
                  <a:pt x="7986" y="12576"/>
                </a:lnTo>
                <a:lnTo>
                  <a:pt x="7848" y="12897"/>
                </a:lnTo>
                <a:lnTo>
                  <a:pt x="7757" y="13218"/>
                </a:lnTo>
                <a:lnTo>
                  <a:pt x="7711" y="13585"/>
                </a:lnTo>
                <a:lnTo>
                  <a:pt x="7114" y="13585"/>
                </a:lnTo>
                <a:lnTo>
                  <a:pt x="7114" y="9409"/>
                </a:lnTo>
                <a:lnTo>
                  <a:pt x="8491" y="9409"/>
                </a:lnTo>
                <a:lnTo>
                  <a:pt x="8904" y="9363"/>
                </a:lnTo>
                <a:lnTo>
                  <a:pt x="9317" y="9271"/>
                </a:lnTo>
                <a:lnTo>
                  <a:pt x="9638" y="9087"/>
                </a:lnTo>
                <a:lnTo>
                  <a:pt x="9960" y="8812"/>
                </a:lnTo>
                <a:lnTo>
                  <a:pt x="10189" y="8537"/>
                </a:lnTo>
                <a:lnTo>
                  <a:pt x="10373" y="8169"/>
                </a:lnTo>
                <a:lnTo>
                  <a:pt x="10510" y="7802"/>
                </a:lnTo>
                <a:lnTo>
                  <a:pt x="10556" y="7389"/>
                </a:lnTo>
                <a:lnTo>
                  <a:pt x="10556" y="6747"/>
                </a:lnTo>
                <a:lnTo>
                  <a:pt x="10510" y="6517"/>
                </a:lnTo>
                <a:lnTo>
                  <a:pt x="10373" y="6334"/>
                </a:lnTo>
                <a:lnTo>
                  <a:pt x="10189" y="6242"/>
                </a:lnTo>
                <a:lnTo>
                  <a:pt x="9960" y="6196"/>
                </a:lnTo>
                <a:lnTo>
                  <a:pt x="7803" y="6196"/>
                </a:lnTo>
                <a:lnTo>
                  <a:pt x="7527" y="6242"/>
                </a:lnTo>
                <a:lnTo>
                  <a:pt x="7114" y="6380"/>
                </a:lnTo>
                <a:lnTo>
                  <a:pt x="7114" y="5462"/>
                </a:lnTo>
                <a:lnTo>
                  <a:pt x="7068" y="5049"/>
                </a:lnTo>
                <a:lnTo>
                  <a:pt x="6931" y="4681"/>
                </a:lnTo>
                <a:lnTo>
                  <a:pt x="6747" y="4314"/>
                </a:lnTo>
                <a:lnTo>
                  <a:pt x="6517" y="4039"/>
                </a:lnTo>
                <a:lnTo>
                  <a:pt x="6196" y="3763"/>
                </a:lnTo>
                <a:lnTo>
                  <a:pt x="5875" y="3580"/>
                </a:lnTo>
                <a:lnTo>
                  <a:pt x="5462" y="3442"/>
                </a:lnTo>
                <a:lnTo>
                  <a:pt x="3075" y="3442"/>
                </a:lnTo>
                <a:lnTo>
                  <a:pt x="2892" y="3488"/>
                </a:lnTo>
                <a:lnTo>
                  <a:pt x="2708" y="3580"/>
                </a:lnTo>
                <a:lnTo>
                  <a:pt x="2570" y="3763"/>
                </a:lnTo>
                <a:lnTo>
                  <a:pt x="2525" y="3993"/>
                </a:lnTo>
                <a:lnTo>
                  <a:pt x="2525" y="4681"/>
                </a:lnTo>
                <a:lnTo>
                  <a:pt x="2570" y="5094"/>
                </a:lnTo>
                <a:lnTo>
                  <a:pt x="2708" y="5462"/>
                </a:lnTo>
                <a:lnTo>
                  <a:pt x="2892" y="5783"/>
                </a:lnTo>
                <a:lnTo>
                  <a:pt x="3121" y="6104"/>
                </a:lnTo>
                <a:lnTo>
                  <a:pt x="3442" y="6334"/>
                </a:lnTo>
                <a:lnTo>
                  <a:pt x="3764" y="6563"/>
                </a:lnTo>
                <a:lnTo>
                  <a:pt x="4177" y="6655"/>
                </a:lnTo>
                <a:lnTo>
                  <a:pt x="4590" y="6701"/>
                </a:lnTo>
                <a:lnTo>
                  <a:pt x="5967" y="6701"/>
                </a:lnTo>
                <a:lnTo>
                  <a:pt x="5967" y="13585"/>
                </a:lnTo>
                <a:lnTo>
                  <a:pt x="5370" y="13585"/>
                </a:lnTo>
                <a:lnTo>
                  <a:pt x="5324" y="13218"/>
                </a:lnTo>
                <a:lnTo>
                  <a:pt x="5232" y="12897"/>
                </a:lnTo>
                <a:lnTo>
                  <a:pt x="5095" y="12576"/>
                </a:lnTo>
                <a:lnTo>
                  <a:pt x="4957" y="12254"/>
                </a:lnTo>
                <a:lnTo>
                  <a:pt x="4728" y="11979"/>
                </a:lnTo>
                <a:lnTo>
                  <a:pt x="4498" y="11703"/>
                </a:lnTo>
                <a:lnTo>
                  <a:pt x="4223" y="11474"/>
                </a:lnTo>
                <a:lnTo>
                  <a:pt x="3901" y="11290"/>
                </a:lnTo>
                <a:lnTo>
                  <a:pt x="3305" y="10877"/>
                </a:lnTo>
                <a:lnTo>
                  <a:pt x="2754" y="10418"/>
                </a:lnTo>
                <a:lnTo>
                  <a:pt x="2295" y="9868"/>
                </a:lnTo>
                <a:lnTo>
                  <a:pt x="1882" y="9317"/>
                </a:lnTo>
                <a:lnTo>
                  <a:pt x="1561" y="8674"/>
                </a:lnTo>
                <a:lnTo>
                  <a:pt x="1331" y="7986"/>
                </a:lnTo>
                <a:lnTo>
                  <a:pt x="1194" y="7297"/>
                </a:lnTo>
                <a:lnTo>
                  <a:pt x="1148" y="6563"/>
                </a:lnTo>
                <a:lnTo>
                  <a:pt x="1148" y="6012"/>
                </a:lnTo>
                <a:lnTo>
                  <a:pt x="1239" y="5462"/>
                </a:lnTo>
                <a:lnTo>
                  <a:pt x="1377" y="4957"/>
                </a:lnTo>
                <a:lnTo>
                  <a:pt x="1561" y="4452"/>
                </a:lnTo>
                <a:lnTo>
                  <a:pt x="1790" y="3993"/>
                </a:lnTo>
                <a:lnTo>
                  <a:pt x="2066" y="3534"/>
                </a:lnTo>
                <a:lnTo>
                  <a:pt x="2387" y="3121"/>
                </a:lnTo>
                <a:lnTo>
                  <a:pt x="2754" y="2708"/>
                </a:lnTo>
                <a:lnTo>
                  <a:pt x="3121" y="2387"/>
                </a:lnTo>
                <a:lnTo>
                  <a:pt x="3534" y="2065"/>
                </a:lnTo>
                <a:lnTo>
                  <a:pt x="3993" y="1790"/>
                </a:lnTo>
                <a:lnTo>
                  <a:pt x="4452" y="1560"/>
                </a:lnTo>
                <a:lnTo>
                  <a:pt x="4957" y="1377"/>
                </a:lnTo>
                <a:lnTo>
                  <a:pt x="5508" y="1239"/>
                </a:lnTo>
                <a:lnTo>
                  <a:pt x="6013" y="1193"/>
                </a:lnTo>
                <a:lnTo>
                  <a:pt x="6609" y="1147"/>
                </a:lnTo>
                <a:close/>
                <a:moveTo>
                  <a:pt x="8170" y="14733"/>
                </a:moveTo>
                <a:lnTo>
                  <a:pt x="8170" y="16247"/>
                </a:lnTo>
                <a:lnTo>
                  <a:pt x="4911" y="16247"/>
                </a:lnTo>
                <a:lnTo>
                  <a:pt x="4911" y="14733"/>
                </a:lnTo>
                <a:close/>
                <a:moveTo>
                  <a:pt x="7435" y="17349"/>
                </a:moveTo>
                <a:lnTo>
                  <a:pt x="7435" y="17808"/>
                </a:lnTo>
                <a:lnTo>
                  <a:pt x="7390" y="17899"/>
                </a:lnTo>
                <a:lnTo>
                  <a:pt x="7298" y="17945"/>
                </a:lnTo>
                <a:lnTo>
                  <a:pt x="5829" y="17945"/>
                </a:lnTo>
                <a:lnTo>
                  <a:pt x="5691" y="17899"/>
                </a:lnTo>
                <a:lnTo>
                  <a:pt x="5645" y="17808"/>
                </a:lnTo>
                <a:lnTo>
                  <a:pt x="5645" y="17349"/>
                </a:lnTo>
                <a:close/>
                <a:moveTo>
                  <a:pt x="6609" y="0"/>
                </a:moveTo>
                <a:lnTo>
                  <a:pt x="5921" y="46"/>
                </a:lnTo>
                <a:lnTo>
                  <a:pt x="5278" y="138"/>
                </a:lnTo>
                <a:lnTo>
                  <a:pt x="4636" y="275"/>
                </a:lnTo>
                <a:lnTo>
                  <a:pt x="4039" y="505"/>
                </a:lnTo>
                <a:lnTo>
                  <a:pt x="3488" y="780"/>
                </a:lnTo>
                <a:lnTo>
                  <a:pt x="2938" y="1102"/>
                </a:lnTo>
                <a:lnTo>
                  <a:pt x="2433" y="1469"/>
                </a:lnTo>
                <a:lnTo>
                  <a:pt x="1928" y="1928"/>
                </a:lnTo>
                <a:lnTo>
                  <a:pt x="1515" y="2387"/>
                </a:lnTo>
                <a:lnTo>
                  <a:pt x="1148" y="2891"/>
                </a:lnTo>
                <a:lnTo>
                  <a:pt x="826" y="3442"/>
                </a:lnTo>
                <a:lnTo>
                  <a:pt x="505" y="3993"/>
                </a:lnTo>
                <a:lnTo>
                  <a:pt x="321" y="4590"/>
                </a:lnTo>
                <a:lnTo>
                  <a:pt x="138" y="5232"/>
                </a:lnTo>
                <a:lnTo>
                  <a:pt x="46" y="5875"/>
                </a:lnTo>
                <a:lnTo>
                  <a:pt x="0" y="6563"/>
                </a:lnTo>
                <a:lnTo>
                  <a:pt x="0" y="6976"/>
                </a:lnTo>
                <a:lnTo>
                  <a:pt x="46" y="7435"/>
                </a:lnTo>
                <a:lnTo>
                  <a:pt x="138" y="7848"/>
                </a:lnTo>
                <a:lnTo>
                  <a:pt x="230" y="8261"/>
                </a:lnTo>
                <a:lnTo>
                  <a:pt x="367" y="8674"/>
                </a:lnTo>
                <a:lnTo>
                  <a:pt x="505" y="9087"/>
                </a:lnTo>
                <a:lnTo>
                  <a:pt x="689" y="9500"/>
                </a:lnTo>
                <a:lnTo>
                  <a:pt x="918" y="9868"/>
                </a:lnTo>
                <a:lnTo>
                  <a:pt x="1148" y="10235"/>
                </a:lnTo>
                <a:lnTo>
                  <a:pt x="1377" y="10556"/>
                </a:lnTo>
                <a:lnTo>
                  <a:pt x="1652" y="10877"/>
                </a:lnTo>
                <a:lnTo>
                  <a:pt x="1974" y="11199"/>
                </a:lnTo>
                <a:lnTo>
                  <a:pt x="2295" y="11520"/>
                </a:lnTo>
                <a:lnTo>
                  <a:pt x="2616" y="11795"/>
                </a:lnTo>
                <a:lnTo>
                  <a:pt x="2983" y="12025"/>
                </a:lnTo>
                <a:lnTo>
                  <a:pt x="3351" y="12254"/>
                </a:lnTo>
                <a:lnTo>
                  <a:pt x="3718" y="12530"/>
                </a:lnTo>
                <a:lnTo>
                  <a:pt x="3947" y="12805"/>
                </a:lnTo>
                <a:lnTo>
                  <a:pt x="4177" y="13172"/>
                </a:lnTo>
                <a:lnTo>
                  <a:pt x="4269" y="13585"/>
                </a:lnTo>
                <a:lnTo>
                  <a:pt x="4085" y="13677"/>
                </a:lnTo>
                <a:lnTo>
                  <a:pt x="3947" y="13769"/>
                </a:lnTo>
                <a:lnTo>
                  <a:pt x="3855" y="13952"/>
                </a:lnTo>
                <a:lnTo>
                  <a:pt x="3810" y="14136"/>
                </a:lnTo>
                <a:lnTo>
                  <a:pt x="3810" y="16798"/>
                </a:lnTo>
                <a:lnTo>
                  <a:pt x="3855" y="17027"/>
                </a:lnTo>
                <a:lnTo>
                  <a:pt x="3947" y="17211"/>
                </a:lnTo>
                <a:lnTo>
                  <a:pt x="4131" y="17303"/>
                </a:lnTo>
                <a:lnTo>
                  <a:pt x="4360" y="17349"/>
                </a:lnTo>
                <a:lnTo>
                  <a:pt x="4498" y="17349"/>
                </a:lnTo>
                <a:lnTo>
                  <a:pt x="4498" y="17762"/>
                </a:lnTo>
                <a:lnTo>
                  <a:pt x="4544" y="18037"/>
                </a:lnTo>
                <a:lnTo>
                  <a:pt x="4590" y="18267"/>
                </a:lnTo>
                <a:lnTo>
                  <a:pt x="4728" y="18496"/>
                </a:lnTo>
                <a:lnTo>
                  <a:pt x="4865" y="18680"/>
                </a:lnTo>
                <a:lnTo>
                  <a:pt x="5095" y="18863"/>
                </a:lnTo>
                <a:lnTo>
                  <a:pt x="5278" y="18955"/>
                </a:lnTo>
                <a:lnTo>
                  <a:pt x="5554" y="19047"/>
                </a:lnTo>
                <a:lnTo>
                  <a:pt x="5783" y="19093"/>
                </a:lnTo>
                <a:lnTo>
                  <a:pt x="7252" y="19093"/>
                </a:lnTo>
                <a:lnTo>
                  <a:pt x="7527" y="19047"/>
                </a:lnTo>
                <a:lnTo>
                  <a:pt x="7757" y="18955"/>
                </a:lnTo>
                <a:lnTo>
                  <a:pt x="7986" y="18863"/>
                </a:lnTo>
                <a:lnTo>
                  <a:pt x="8170" y="18680"/>
                </a:lnTo>
                <a:lnTo>
                  <a:pt x="8353" y="18496"/>
                </a:lnTo>
                <a:lnTo>
                  <a:pt x="8445" y="18267"/>
                </a:lnTo>
                <a:lnTo>
                  <a:pt x="8537" y="18037"/>
                </a:lnTo>
                <a:lnTo>
                  <a:pt x="8583" y="17762"/>
                </a:lnTo>
                <a:lnTo>
                  <a:pt x="8583" y="17349"/>
                </a:lnTo>
                <a:lnTo>
                  <a:pt x="8766" y="17349"/>
                </a:lnTo>
                <a:lnTo>
                  <a:pt x="8950" y="17303"/>
                </a:lnTo>
                <a:lnTo>
                  <a:pt x="9134" y="17211"/>
                </a:lnTo>
                <a:lnTo>
                  <a:pt x="9271" y="17027"/>
                </a:lnTo>
                <a:lnTo>
                  <a:pt x="9317" y="16798"/>
                </a:lnTo>
                <a:lnTo>
                  <a:pt x="9317" y="14136"/>
                </a:lnTo>
                <a:lnTo>
                  <a:pt x="9271" y="13952"/>
                </a:lnTo>
                <a:lnTo>
                  <a:pt x="9179" y="13769"/>
                </a:lnTo>
                <a:lnTo>
                  <a:pt x="9042" y="13677"/>
                </a:lnTo>
                <a:lnTo>
                  <a:pt x="8858" y="13585"/>
                </a:lnTo>
                <a:lnTo>
                  <a:pt x="8950" y="13172"/>
                </a:lnTo>
                <a:lnTo>
                  <a:pt x="9134" y="12805"/>
                </a:lnTo>
                <a:lnTo>
                  <a:pt x="9409" y="12530"/>
                </a:lnTo>
                <a:lnTo>
                  <a:pt x="9730" y="12254"/>
                </a:lnTo>
                <a:lnTo>
                  <a:pt x="10143" y="12025"/>
                </a:lnTo>
                <a:lnTo>
                  <a:pt x="10465" y="11795"/>
                </a:lnTo>
                <a:lnTo>
                  <a:pt x="10832" y="11520"/>
                </a:lnTo>
                <a:lnTo>
                  <a:pt x="11153" y="11199"/>
                </a:lnTo>
                <a:lnTo>
                  <a:pt x="11428" y="10923"/>
                </a:lnTo>
                <a:lnTo>
                  <a:pt x="11704" y="10556"/>
                </a:lnTo>
                <a:lnTo>
                  <a:pt x="11979" y="10235"/>
                </a:lnTo>
                <a:lnTo>
                  <a:pt x="12209" y="9868"/>
                </a:lnTo>
                <a:lnTo>
                  <a:pt x="12392" y="9500"/>
                </a:lnTo>
                <a:lnTo>
                  <a:pt x="12576" y="9087"/>
                </a:lnTo>
                <a:lnTo>
                  <a:pt x="12759" y="8674"/>
                </a:lnTo>
                <a:lnTo>
                  <a:pt x="12897" y="8261"/>
                </a:lnTo>
                <a:lnTo>
                  <a:pt x="12989" y="7848"/>
                </a:lnTo>
                <a:lnTo>
                  <a:pt x="13035" y="7435"/>
                </a:lnTo>
                <a:lnTo>
                  <a:pt x="13081" y="6976"/>
                </a:lnTo>
                <a:lnTo>
                  <a:pt x="13127" y="6563"/>
                </a:lnTo>
                <a:lnTo>
                  <a:pt x="13081" y="5875"/>
                </a:lnTo>
                <a:lnTo>
                  <a:pt x="12989" y="5232"/>
                </a:lnTo>
                <a:lnTo>
                  <a:pt x="12805" y="4636"/>
                </a:lnTo>
                <a:lnTo>
                  <a:pt x="12622" y="4039"/>
                </a:lnTo>
                <a:lnTo>
                  <a:pt x="12346" y="3442"/>
                </a:lnTo>
                <a:lnTo>
                  <a:pt x="12025" y="2891"/>
                </a:lnTo>
                <a:lnTo>
                  <a:pt x="11612" y="2387"/>
                </a:lnTo>
                <a:lnTo>
                  <a:pt x="11199" y="1928"/>
                </a:lnTo>
                <a:lnTo>
                  <a:pt x="10740" y="1515"/>
                </a:lnTo>
                <a:lnTo>
                  <a:pt x="10235" y="1147"/>
                </a:lnTo>
                <a:lnTo>
                  <a:pt x="9730" y="826"/>
                </a:lnTo>
                <a:lnTo>
                  <a:pt x="9134" y="551"/>
                </a:lnTo>
                <a:lnTo>
                  <a:pt x="8537" y="321"/>
                </a:lnTo>
                <a:lnTo>
                  <a:pt x="7940" y="138"/>
                </a:lnTo>
                <a:lnTo>
                  <a:pt x="7298" y="46"/>
                </a:lnTo>
                <a:lnTo>
                  <a:pt x="6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4"/>
          <p:cNvSpPr/>
          <p:nvPr/>
        </p:nvSpPr>
        <p:spPr>
          <a:xfrm>
            <a:off x="7500149" y="3252897"/>
            <a:ext cx="419106" cy="439139"/>
          </a:xfrm>
          <a:custGeom>
            <a:rect b="b" l="l" r="r" t="t"/>
            <a:pathLst>
              <a:path extrusionOk="0" h="19093" w="18222">
                <a:moveTo>
                  <a:pt x="10511" y="5003"/>
                </a:moveTo>
                <a:lnTo>
                  <a:pt x="10832" y="5140"/>
                </a:lnTo>
                <a:lnTo>
                  <a:pt x="11199" y="5324"/>
                </a:lnTo>
                <a:lnTo>
                  <a:pt x="11521" y="5462"/>
                </a:lnTo>
                <a:lnTo>
                  <a:pt x="11842" y="5691"/>
                </a:lnTo>
                <a:lnTo>
                  <a:pt x="12117" y="5921"/>
                </a:lnTo>
                <a:lnTo>
                  <a:pt x="12393" y="6150"/>
                </a:lnTo>
                <a:lnTo>
                  <a:pt x="12622" y="6425"/>
                </a:lnTo>
                <a:lnTo>
                  <a:pt x="12897" y="6701"/>
                </a:lnTo>
                <a:lnTo>
                  <a:pt x="13081" y="7022"/>
                </a:lnTo>
                <a:lnTo>
                  <a:pt x="13265" y="7343"/>
                </a:lnTo>
                <a:lnTo>
                  <a:pt x="13448" y="7665"/>
                </a:lnTo>
                <a:lnTo>
                  <a:pt x="13586" y="8032"/>
                </a:lnTo>
                <a:lnTo>
                  <a:pt x="13678" y="8399"/>
                </a:lnTo>
                <a:lnTo>
                  <a:pt x="13769" y="8766"/>
                </a:lnTo>
                <a:lnTo>
                  <a:pt x="13815" y="9133"/>
                </a:lnTo>
                <a:lnTo>
                  <a:pt x="13815" y="9546"/>
                </a:lnTo>
                <a:lnTo>
                  <a:pt x="13769" y="10189"/>
                </a:lnTo>
                <a:lnTo>
                  <a:pt x="13632" y="10831"/>
                </a:lnTo>
                <a:lnTo>
                  <a:pt x="13402" y="11428"/>
                </a:lnTo>
                <a:lnTo>
                  <a:pt x="13127" y="12025"/>
                </a:lnTo>
                <a:lnTo>
                  <a:pt x="12760" y="12530"/>
                </a:lnTo>
                <a:lnTo>
                  <a:pt x="12301" y="12989"/>
                </a:lnTo>
                <a:lnTo>
                  <a:pt x="11842" y="13402"/>
                </a:lnTo>
                <a:lnTo>
                  <a:pt x="11291" y="13723"/>
                </a:lnTo>
                <a:lnTo>
                  <a:pt x="13219" y="9409"/>
                </a:lnTo>
                <a:lnTo>
                  <a:pt x="13311" y="9133"/>
                </a:lnTo>
                <a:lnTo>
                  <a:pt x="13356" y="8858"/>
                </a:lnTo>
                <a:lnTo>
                  <a:pt x="13265" y="8583"/>
                </a:lnTo>
                <a:lnTo>
                  <a:pt x="13173" y="8307"/>
                </a:lnTo>
                <a:lnTo>
                  <a:pt x="12989" y="8124"/>
                </a:lnTo>
                <a:lnTo>
                  <a:pt x="12760" y="7940"/>
                </a:lnTo>
                <a:lnTo>
                  <a:pt x="12484" y="7848"/>
                </a:lnTo>
                <a:lnTo>
                  <a:pt x="12209" y="7802"/>
                </a:lnTo>
                <a:lnTo>
                  <a:pt x="10511" y="7802"/>
                </a:lnTo>
                <a:lnTo>
                  <a:pt x="10511" y="5003"/>
                </a:lnTo>
                <a:close/>
                <a:moveTo>
                  <a:pt x="7023" y="5278"/>
                </a:moveTo>
                <a:lnTo>
                  <a:pt x="4957" y="9546"/>
                </a:lnTo>
                <a:lnTo>
                  <a:pt x="4866" y="9822"/>
                </a:lnTo>
                <a:lnTo>
                  <a:pt x="4866" y="10143"/>
                </a:lnTo>
                <a:lnTo>
                  <a:pt x="4912" y="10418"/>
                </a:lnTo>
                <a:lnTo>
                  <a:pt x="5003" y="10648"/>
                </a:lnTo>
                <a:lnTo>
                  <a:pt x="5187" y="10877"/>
                </a:lnTo>
                <a:lnTo>
                  <a:pt x="5416" y="11061"/>
                </a:lnTo>
                <a:lnTo>
                  <a:pt x="5692" y="11153"/>
                </a:lnTo>
                <a:lnTo>
                  <a:pt x="5967" y="11199"/>
                </a:lnTo>
                <a:lnTo>
                  <a:pt x="7941" y="11199"/>
                </a:lnTo>
                <a:lnTo>
                  <a:pt x="7941" y="14136"/>
                </a:lnTo>
                <a:lnTo>
                  <a:pt x="7528" y="13998"/>
                </a:lnTo>
                <a:lnTo>
                  <a:pt x="7206" y="13861"/>
                </a:lnTo>
                <a:lnTo>
                  <a:pt x="6839" y="13677"/>
                </a:lnTo>
                <a:lnTo>
                  <a:pt x="6518" y="13493"/>
                </a:lnTo>
                <a:lnTo>
                  <a:pt x="6197" y="13264"/>
                </a:lnTo>
                <a:lnTo>
                  <a:pt x="5921" y="13034"/>
                </a:lnTo>
                <a:lnTo>
                  <a:pt x="5646" y="12759"/>
                </a:lnTo>
                <a:lnTo>
                  <a:pt x="5370" y="12484"/>
                </a:lnTo>
                <a:lnTo>
                  <a:pt x="5141" y="12162"/>
                </a:lnTo>
                <a:lnTo>
                  <a:pt x="4957" y="11841"/>
                </a:lnTo>
                <a:lnTo>
                  <a:pt x="4774" y="11474"/>
                </a:lnTo>
                <a:lnTo>
                  <a:pt x="4636" y="11107"/>
                </a:lnTo>
                <a:lnTo>
                  <a:pt x="4498" y="10740"/>
                </a:lnTo>
                <a:lnTo>
                  <a:pt x="4453" y="10373"/>
                </a:lnTo>
                <a:lnTo>
                  <a:pt x="4407" y="9959"/>
                </a:lnTo>
                <a:lnTo>
                  <a:pt x="4361" y="9546"/>
                </a:lnTo>
                <a:lnTo>
                  <a:pt x="4407" y="8858"/>
                </a:lnTo>
                <a:lnTo>
                  <a:pt x="4544" y="8215"/>
                </a:lnTo>
                <a:lnTo>
                  <a:pt x="4774" y="7573"/>
                </a:lnTo>
                <a:lnTo>
                  <a:pt x="5095" y="7022"/>
                </a:lnTo>
                <a:lnTo>
                  <a:pt x="5462" y="6471"/>
                </a:lnTo>
                <a:lnTo>
                  <a:pt x="5921" y="6012"/>
                </a:lnTo>
                <a:lnTo>
                  <a:pt x="6426" y="5645"/>
                </a:lnTo>
                <a:lnTo>
                  <a:pt x="7023" y="5278"/>
                </a:lnTo>
                <a:close/>
                <a:moveTo>
                  <a:pt x="9318" y="3075"/>
                </a:moveTo>
                <a:lnTo>
                  <a:pt x="9318" y="7802"/>
                </a:lnTo>
                <a:lnTo>
                  <a:pt x="9363" y="8032"/>
                </a:lnTo>
                <a:lnTo>
                  <a:pt x="9409" y="8261"/>
                </a:lnTo>
                <a:lnTo>
                  <a:pt x="9547" y="8445"/>
                </a:lnTo>
                <a:lnTo>
                  <a:pt x="9685" y="8628"/>
                </a:lnTo>
                <a:lnTo>
                  <a:pt x="9822" y="8766"/>
                </a:lnTo>
                <a:lnTo>
                  <a:pt x="10052" y="8858"/>
                </a:lnTo>
                <a:lnTo>
                  <a:pt x="10235" y="8950"/>
                </a:lnTo>
                <a:lnTo>
                  <a:pt x="12163" y="8950"/>
                </a:lnTo>
                <a:lnTo>
                  <a:pt x="9088" y="15834"/>
                </a:lnTo>
                <a:lnTo>
                  <a:pt x="9088" y="11199"/>
                </a:lnTo>
                <a:lnTo>
                  <a:pt x="9042" y="10969"/>
                </a:lnTo>
                <a:lnTo>
                  <a:pt x="8996" y="10740"/>
                </a:lnTo>
                <a:lnTo>
                  <a:pt x="8859" y="10556"/>
                </a:lnTo>
                <a:lnTo>
                  <a:pt x="8721" y="10373"/>
                </a:lnTo>
                <a:lnTo>
                  <a:pt x="8537" y="10235"/>
                </a:lnTo>
                <a:lnTo>
                  <a:pt x="8354" y="10143"/>
                </a:lnTo>
                <a:lnTo>
                  <a:pt x="8170" y="10051"/>
                </a:lnTo>
                <a:lnTo>
                  <a:pt x="5967" y="10051"/>
                </a:lnTo>
                <a:lnTo>
                  <a:pt x="9318" y="3075"/>
                </a:lnTo>
                <a:close/>
                <a:moveTo>
                  <a:pt x="9868" y="0"/>
                </a:moveTo>
                <a:lnTo>
                  <a:pt x="9685" y="46"/>
                </a:lnTo>
                <a:lnTo>
                  <a:pt x="9501" y="184"/>
                </a:lnTo>
                <a:lnTo>
                  <a:pt x="9409" y="321"/>
                </a:lnTo>
                <a:lnTo>
                  <a:pt x="9363" y="413"/>
                </a:lnTo>
                <a:lnTo>
                  <a:pt x="8629" y="413"/>
                </a:lnTo>
                <a:lnTo>
                  <a:pt x="7941" y="505"/>
                </a:lnTo>
                <a:lnTo>
                  <a:pt x="7252" y="597"/>
                </a:lnTo>
                <a:lnTo>
                  <a:pt x="6610" y="734"/>
                </a:lnTo>
                <a:lnTo>
                  <a:pt x="5967" y="964"/>
                </a:lnTo>
                <a:lnTo>
                  <a:pt x="5370" y="1193"/>
                </a:lnTo>
                <a:lnTo>
                  <a:pt x="4774" y="1515"/>
                </a:lnTo>
                <a:lnTo>
                  <a:pt x="4177" y="1836"/>
                </a:lnTo>
                <a:lnTo>
                  <a:pt x="3672" y="2203"/>
                </a:lnTo>
                <a:lnTo>
                  <a:pt x="3122" y="2662"/>
                </a:lnTo>
                <a:lnTo>
                  <a:pt x="2663" y="3121"/>
                </a:lnTo>
                <a:lnTo>
                  <a:pt x="2204" y="3580"/>
                </a:lnTo>
                <a:lnTo>
                  <a:pt x="1791" y="4131"/>
                </a:lnTo>
                <a:lnTo>
                  <a:pt x="1423" y="4681"/>
                </a:lnTo>
                <a:lnTo>
                  <a:pt x="1102" y="5278"/>
                </a:lnTo>
                <a:lnTo>
                  <a:pt x="781" y="5875"/>
                </a:lnTo>
                <a:lnTo>
                  <a:pt x="551" y="6471"/>
                </a:lnTo>
                <a:lnTo>
                  <a:pt x="368" y="7068"/>
                </a:lnTo>
                <a:lnTo>
                  <a:pt x="184" y="7665"/>
                </a:lnTo>
                <a:lnTo>
                  <a:pt x="92" y="8261"/>
                </a:lnTo>
                <a:lnTo>
                  <a:pt x="1" y="8858"/>
                </a:lnTo>
                <a:lnTo>
                  <a:pt x="1" y="9455"/>
                </a:lnTo>
                <a:lnTo>
                  <a:pt x="1" y="10097"/>
                </a:lnTo>
                <a:lnTo>
                  <a:pt x="47" y="10694"/>
                </a:lnTo>
                <a:lnTo>
                  <a:pt x="138" y="11290"/>
                </a:lnTo>
                <a:lnTo>
                  <a:pt x="276" y="11887"/>
                </a:lnTo>
                <a:lnTo>
                  <a:pt x="460" y="12484"/>
                </a:lnTo>
                <a:lnTo>
                  <a:pt x="689" y="13080"/>
                </a:lnTo>
                <a:lnTo>
                  <a:pt x="964" y="13631"/>
                </a:lnTo>
                <a:lnTo>
                  <a:pt x="1240" y="14182"/>
                </a:lnTo>
                <a:lnTo>
                  <a:pt x="1607" y="14733"/>
                </a:lnTo>
                <a:lnTo>
                  <a:pt x="2020" y="15237"/>
                </a:lnTo>
                <a:lnTo>
                  <a:pt x="1194" y="15237"/>
                </a:lnTo>
                <a:lnTo>
                  <a:pt x="964" y="15283"/>
                </a:lnTo>
                <a:lnTo>
                  <a:pt x="827" y="15375"/>
                </a:lnTo>
                <a:lnTo>
                  <a:pt x="689" y="15559"/>
                </a:lnTo>
                <a:lnTo>
                  <a:pt x="597" y="15742"/>
                </a:lnTo>
                <a:lnTo>
                  <a:pt x="597" y="15880"/>
                </a:lnTo>
                <a:lnTo>
                  <a:pt x="643" y="15972"/>
                </a:lnTo>
                <a:lnTo>
                  <a:pt x="735" y="16201"/>
                </a:lnTo>
                <a:lnTo>
                  <a:pt x="919" y="16339"/>
                </a:lnTo>
                <a:lnTo>
                  <a:pt x="1056" y="16385"/>
                </a:lnTo>
                <a:lnTo>
                  <a:pt x="3443" y="16385"/>
                </a:lnTo>
                <a:lnTo>
                  <a:pt x="3581" y="16339"/>
                </a:lnTo>
                <a:lnTo>
                  <a:pt x="3764" y="16201"/>
                </a:lnTo>
                <a:lnTo>
                  <a:pt x="3856" y="16110"/>
                </a:lnTo>
                <a:lnTo>
                  <a:pt x="3902" y="15972"/>
                </a:lnTo>
                <a:lnTo>
                  <a:pt x="3902" y="15834"/>
                </a:lnTo>
                <a:lnTo>
                  <a:pt x="3902" y="15696"/>
                </a:lnTo>
                <a:lnTo>
                  <a:pt x="3902" y="13723"/>
                </a:lnTo>
                <a:lnTo>
                  <a:pt x="3856" y="13493"/>
                </a:lnTo>
                <a:lnTo>
                  <a:pt x="3764" y="13310"/>
                </a:lnTo>
                <a:lnTo>
                  <a:pt x="3626" y="13218"/>
                </a:lnTo>
                <a:lnTo>
                  <a:pt x="3443" y="13126"/>
                </a:lnTo>
                <a:lnTo>
                  <a:pt x="3167" y="13126"/>
                </a:lnTo>
                <a:lnTo>
                  <a:pt x="2938" y="13264"/>
                </a:lnTo>
                <a:lnTo>
                  <a:pt x="2800" y="13448"/>
                </a:lnTo>
                <a:lnTo>
                  <a:pt x="2754" y="13585"/>
                </a:lnTo>
                <a:lnTo>
                  <a:pt x="2754" y="13677"/>
                </a:lnTo>
                <a:lnTo>
                  <a:pt x="2754" y="14411"/>
                </a:lnTo>
                <a:lnTo>
                  <a:pt x="2387" y="13907"/>
                </a:lnTo>
                <a:lnTo>
                  <a:pt x="2066" y="13356"/>
                </a:lnTo>
                <a:lnTo>
                  <a:pt x="1791" y="12851"/>
                </a:lnTo>
                <a:lnTo>
                  <a:pt x="1561" y="12300"/>
                </a:lnTo>
                <a:lnTo>
                  <a:pt x="1377" y="11795"/>
                </a:lnTo>
                <a:lnTo>
                  <a:pt x="1286" y="11245"/>
                </a:lnTo>
                <a:lnTo>
                  <a:pt x="1194" y="10740"/>
                </a:lnTo>
                <a:lnTo>
                  <a:pt x="1102" y="10189"/>
                </a:lnTo>
                <a:lnTo>
                  <a:pt x="1102" y="9684"/>
                </a:lnTo>
                <a:lnTo>
                  <a:pt x="1102" y="9179"/>
                </a:lnTo>
                <a:lnTo>
                  <a:pt x="1148" y="8674"/>
                </a:lnTo>
                <a:lnTo>
                  <a:pt x="1240" y="8169"/>
                </a:lnTo>
                <a:lnTo>
                  <a:pt x="1332" y="7711"/>
                </a:lnTo>
                <a:lnTo>
                  <a:pt x="1469" y="7206"/>
                </a:lnTo>
                <a:lnTo>
                  <a:pt x="1791" y="6334"/>
                </a:lnTo>
                <a:lnTo>
                  <a:pt x="2066" y="5829"/>
                </a:lnTo>
                <a:lnTo>
                  <a:pt x="2341" y="5324"/>
                </a:lnTo>
                <a:lnTo>
                  <a:pt x="2663" y="4819"/>
                </a:lnTo>
                <a:lnTo>
                  <a:pt x="3030" y="4406"/>
                </a:lnTo>
                <a:lnTo>
                  <a:pt x="3397" y="3947"/>
                </a:lnTo>
                <a:lnTo>
                  <a:pt x="3810" y="3580"/>
                </a:lnTo>
                <a:lnTo>
                  <a:pt x="4223" y="3213"/>
                </a:lnTo>
                <a:lnTo>
                  <a:pt x="4636" y="2891"/>
                </a:lnTo>
                <a:lnTo>
                  <a:pt x="5141" y="2616"/>
                </a:lnTo>
                <a:lnTo>
                  <a:pt x="5600" y="2341"/>
                </a:lnTo>
                <a:lnTo>
                  <a:pt x="6105" y="2111"/>
                </a:lnTo>
                <a:lnTo>
                  <a:pt x="6610" y="1928"/>
                </a:lnTo>
                <a:lnTo>
                  <a:pt x="7160" y="1790"/>
                </a:lnTo>
                <a:lnTo>
                  <a:pt x="7711" y="1652"/>
                </a:lnTo>
                <a:lnTo>
                  <a:pt x="8262" y="1606"/>
                </a:lnTo>
                <a:lnTo>
                  <a:pt x="8813" y="1560"/>
                </a:lnTo>
                <a:lnTo>
                  <a:pt x="7711" y="3809"/>
                </a:lnTo>
                <a:lnTo>
                  <a:pt x="7252" y="3947"/>
                </a:lnTo>
                <a:lnTo>
                  <a:pt x="6793" y="4131"/>
                </a:lnTo>
                <a:lnTo>
                  <a:pt x="6334" y="4360"/>
                </a:lnTo>
                <a:lnTo>
                  <a:pt x="5921" y="4590"/>
                </a:lnTo>
                <a:lnTo>
                  <a:pt x="5508" y="4865"/>
                </a:lnTo>
                <a:lnTo>
                  <a:pt x="5141" y="5186"/>
                </a:lnTo>
                <a:lnTo>
                  <a:pt x="4820" y="5508"/>
                </a:lnTo>
                <a:lnTo>
                  <a:pt x="4498" y="5875"/>
                </a:lnTo>
                <a:lnTo>
                  <a:pt x="4223" y="6288"/>
                </a:lnTo>
                <a:lnTo>
                  <a:pt x="3948" y="6701"/>
                </a:lnTo>
                <a:lnTo>
                  <a:pt x="3718" y="7114"/>
                </a:lnTo>
                <a:lnTo>
                  <a:pt x="3535" y="7573"/>
                </a:lnTo>
                <a:lnTo>
                  <a:pt x="3397" y="8032"/>
                </a:lnTo>
                <a:lnTo>
                  <a:pt x="3305" y="8537"/>
                </a:lnTo>
                <a:lnTo>
                  <a:pt x="3213" y="9042"/>
                </a:lnTo>
                <a:lnTo>
                  <a:pt x="3213" y="9546"/>
                </a:lnTo>
                <a:lnTo>
                  <a:pt x="3213" y="10051"/>
                </a:lnTo>
                <a:lnTo>
                  <a:pt x="3305" y="10602"/>
                </a:lnTo>
                <a:lnTo>
                  <a:pt x="3397" y="11061"/>
                </a:lnTo>
                <a:lnTo>
                  <a:pt x="3581" y="11566"/>
                </a:lnTo>
                <a:lnTo>
                  <a:pt x="3764" y="12025"/>
                </a:lnTo>
                <a:lnTo>
                  <a:pt x="3994" y="12484"/>
                </a:lnTo>
                <a:lnTo>
                  <a:pt x="4269" y="12897"/>
                </a:lnTo>
                <a:lnTo>
                  <a:pt x="4544" y="13264"/>
                </a:lnTo>
                <a:lnTo>
                  <a:pt x="4866" y="13631"/>
                </a:lnTo>
                <a:lnTo>
                  <a:pt x="5233" y="13998"/>
                </a:lnTo>
                <a:lnTo>
                  <a:pt x="5646" y="14274"/>
                </a:lnTo>
                <a:lnTo>
                  <a:pt x="6059" y="14549"/>
                </a:lnTo>
                <a:lnTo>
                  <a:pt x="6472" y="14824"/>
                </a:lnTo>
                <a:lnTo>
                  <a:pt x="6931" y="15008"/>
                </a:lnTo>
                <a:lnTo>
                  <a:pt x="7436" y="15192"/>
                </a:lnTo>
                <a:lnTo>
                  <a:pt x="7941" y="15283"/>
                </a:lnTo>
                <a:lnTo>
                  <a:pt x="7941" y="18496"/>
                </a:lnTo>
                <a:lnTo>
                  <a:pt x="7987" y="18726"/>
                </a:lnTo>
                <a:lnTo>
                  <a:pt x="8078" y="18909"/>
                </a:lnTo>
                <a:lnTo>
                  <a:pt x="8262" y="19047"/>
                </a:lnTo>
                <a:lnTo>
                  <a:pt x="8491" y="19093"/>
                </a:lnTo>
                <a:lnTo>
                  <a:pt x="8629" y="19047"/>
                </a:lnTo>
                <a:lnTo>
                  <a:pt x="8767" y="19001"/>
                </a:lnTo>
                <a:lnTo>
                  <a:pt x="8950" y="18863"/>
                </a:lnTo>
                <a:lnTo>
                  <a:pt x="9042" y="18726"/>
                </a:lnTo>
                <a:lnTo>
                  <a:pt x="9042" y="18634"/>
                </a:lnTo>
                <a:lnTo>
                  <a:pt x="10006" y="18588"/>
                </a:lnTo>
                <a:lnTo>
                  <a:pt x="10878" y="18496"/>
                </a:lnTo>
                <a:lnTo>
                  <a:pt x="11750" y="18267"/>
                </a:lnTo>
                <a:lnTo>
                  <a:pt x="12622" y="17945"/>
                </a:lnTo>
                <a:lnTo>
                  <a:pt x="13402" y="17578"/>
                </a:lnTo>
                <a:lnTo>
                  <a:pt x="14183" y="17119"/>
                </a:lnTo>
                <a:lnTo>
                  <a:pt x="14871" y="16568"/>
                </a:lnTo>
                <a:lnTo>
                  <a:pt x="15514" y="16018"/>
                </a:lnTo>
                <a:lnTo>
                  <a:pt x="16110" y="15329"/>
                </a:lnTo>
                <a:lnTo>
                  <a:pt x="16661" y="14641"/>
                </a:lnTo>
                <a:lnTo>
                  <a:pt x="17120" y="13907"/>
                </a:lnTo>
                <a:lnTo>
                  <a:pt x="17487" y="13080"/>
                </a:lnTo>
                <a:lnTo>
                  <a:pt x="17808" y="12254"/>
                </a:lnTo>
                <a:lnTo>
                  <a:pt x="18038" y="11382"/>
                </a:lnTo>
                <a:lnTo>
                  <a:pt x="18176" y="10464"/>
                </a:lnTo>
                <a:lnTo>
                  <a:pt x="18221" y="9546"/>
                </a:lnTo>
                <a:lnTo>
                  <a:pt x="18176" y="9133"/>
                </a:lnTo>
                <a:lnTo>
                  <a:pt x="18130" y="8674"/>
                </a:lnTo>
                <a:lnTo>
                  <a:pt x="17900" y="7756"/>
                </a:lnTo>
                <a:lnTo>
                  <a:pt x="17579" y="6839"/>
                </a:lnTo>
                <a:lnTo>
                  <a:pt x="17212" y="5921"/>
                </a:lnTo>
                <a:lnTo>
                  <a:pt x="16845" y="5094"/>
                </a:lnTo>
                <a:lnTo>
                  <a:pt x="16523" y="4452"/>
                </a:lnTo>
                <a:lnTo>
                  <a:pt x="16202" y="3855"/>
                </a:lnTo>
                <a:lnTo>
                  <a:pt x="17028" y="3855"/>
                </a:lnTo>
                <a:lnTo>
                  <a:pt x="17258" y="3809"/>
                </a:lnTo>
                <a:lnTo>
                  <a:pt x="17441" y="3718"/>
                </a:lnTo>
                <a:lnTo>
                  <a:pt x="17533" y="3580"/>
                </a:lnTo>
                <a:lnTo>
                  <a:pt x="17625" y="3396"/>
                </a:lnTo>
                <a:lnTo>
                  <a:pt x="17625" y="3259"/>
                </a:lnTo>
                <a:lnTo>
                  <a:pt x="17625" y="3121"/>
                </a:lnTo>
                <a:lnTo>
                  <a:pt x="17487" y="2891"/>
                </a:lnTo>
                <a:lnTo>
                  <a:pt x="17303" y="2754"/>
                </a:lnTo>
                <a:lnTo>
                  <a:pt x="17166" y="2708"/>
                </a:lnTo>
                <a:lnTo>
                  <a:pt x="14917" y="2708"/>
                </a:lnTo>
                <a:lnTo>
                  <a:pt x="14687" y="2754"/>
                </a:lnTo>
                <a:lnTo>
                  <a:pt x="14504" y="2891"/>
                </a:lnTo>
                <a:lnTo>
                  <a:pt x="14366" y="3075"/>
                </a:lnTo>
                <a:lnTo>
                  <a:pt x="14320" y="3259"/>
                </a:lnTo>
                <a:lnTo>
                  <a:pt x="14320" y="5416"/>
                </a:lnTo>
                <a:lnTo>
                  <a:pt x="14366" y="5599"/>
                </a:lnTo>
                <a:lnTo>
                  <a:pt x="14458" y="5783"/>
                </a:lnTo>
                <a:lnTo>
                  <a:pt x="14596" y="5921"/>
                </a:lnTo>
                <a:lnTo>
                  <a:pt x="14825" y="5966"/>
                </a:lnTo>
                <a:lnTo>
                  <a:pt x="15055" y="5966"/>
                </a:lnTo>
                <a:lnTo>
                  <a:pt x="15284" y="5875"/>
                </a:lnTo>
                <a:lnTo>
                  <a:pt x="15422" y="5645"/>
                </a:lnTo>
                <a:lnTo>
                  <a:pt x="15468" y="5553"/>
                </a:lnTo>
                <a:lnTo>
                  <a:pt x="15468" y="5416"/>
                </a:lnTo>
                <a:lnTo>
                  <a:pt x="15468" y="4773"/>
                </a:lnTo>
                <a:lnTo>
                  <a:pt x="15835" y="5324"/>
                </a:lnTo>
                <a:lnTo>
                  <a:pt x="16156" y="5875"/>
                </a:lnTo>
                <a:lnTo>
                  <a:pt x="16431" y="6425"/>
                </a:lnTo>
                <a:lnTo>
                  <a:pt x="16661" y="7022"/>
                </a:lnTo>
                <a:lnTo>
                  <a:pt x="16845" y="7619"/>
                </a:lnTo>
                <a:lnTo>
                  <a:pt x="16936" y="8261"/>
                </a:lnTo>
                <a:lnTo>
                  <a:pt x="17028" y="8904"/>
                </a:lnTo>
                <a:lnTo>
                  <a:pt x="17074" y="9546"/>
                </a:lnTo>
                <a:lnTo>
                  <a:pt x="17028" y="10327"/>
                </a:lnTo>
                <a:lnTo>
                  <a:pt x="16890" y="11107"/>
                </a:lnTo>
                <a:lnTo>
                  <a:pt x="16707" y="11841"/>
                </a:lnTo>
                <a:lnTo>
                  <a:pt x="16477" y="12576"/>
                </a:lnTo>
                <a:lnTo>
                  <a:pt x="16156" y="13264"/>
                </a:lnTo>
                <a:lnTo>
                  <a:pt x="15789" y="13861"/>
                </a:lnTo>
                <a:lnTo>
                  <a:pt x="15330" y="14503"/>
                </a:lnTo>
                <a:lnTo>
                  <a:pt x="14871" y="15054"/>
                </a:lnTo>
                <a:lnTo>
                  <a:pt x="14320" y="15559"/>
                </a:lnTo>
                <a:lnTo>
                  <a:pt x="13769" y="16018"/>
                </a:lnTo>
                <a:lnTo>
                  <a:pt x="13127" y="16385"/>
                </a:lnTo>
                <a:lnTo>
                  <a:pt x="12484" y="16752"/>
                </a:lnTo>
                <a:lnTo>
                  <a:pt x="11796" y="17027"/>
                </a:lnTo>
                <a:lnTo>
                  <a:pt x="11062" y="17257"/>
                </a:lnTo>
                <a:lnTo>
                  <a:pt x="10327" y="17395"/>
                </a:lnTo>
                <a:lnTo>
                  <a:pt x="9593" y="17486"/>
                </a:lnTo>
                <a:lnTo>
                  <a:pt x="10603" y="15192"/>
                </a:lnTo>
                <a:lnTo>
                  <a:pt x="11062" y="15054"/>
                </a:lnTo>
                <a:lnTo>
                  <a:pt x="11521" y="14870"/>
                </a:lnTo>
                <a:lnTo>
                  <a:pt x="11934" y="14687"/>
                </a:lnTo>
                <a:lnTo>
                  <a:pt x="12347" y="14411"/>
                </a:lnTo>
                <a:lnTo>
                  <a:pt x="12714" y="14136"/>
                </a:lnTo>
                <a:lnTo>
                  <a:pt x="13081" y="13815"/>
                </a:lnTo>
                <a:lnTo>
                  <a:pt x="13402" y="13493"/>
                </a:lnTo>
                <a:lnTo>
                  <a:pt x="13724" y="13126"/>
                </a:lnTo>
                <a:lnTo>
                  <a:pt x="13999" y="12759"/>
                </a:lnTo>
                <a:lnTo>
                  <a:pt x="14228" y="12346"/>
                </a:lnTo>
                <a:lnTo>
                  <a:pt x="14458" y="11933"/>
                </a:lnTo>
                <a:lnTo>
                  <a:pt x="14642" y="11474"/>
                </a:lnTo>
                <a:lnTo>
                  <a:pt x="14779" y="11015"/>
                </a:lnTo>
                <a:lnTo>
                  <a:pt x="14871" y="10510"/>
                </a:lnTo>
                <a:lnTo>
                  <a:pt x="14963" y="10051"/>
                </a:lnTo>
                <a:lnTo>
                  <a:pt x="14963" y="9546"/>
                </a:lnTo>
                <a:lnTo>
                  <a:pt x="14917" y="9042"/>
                </a:lnTo>
                <a:lnTo>
                  <a:pt x="14871" y="8537"/>
                </a:lnTo>
                <a:lnTo>
                  <a:pt x="14779" y="8032"/>
                </a:lnTo>
                <a:lnTo>
                  <a:pt x="14642" y="7573"/>
                </a:lnTo>
                <a:lnTo>
                  <a:pt x="14458" y="7114"/>
                </a:lnTo>
                <a:lnTo>
                  <a:pt x="14228" y="6701"/>
                </a:lnTo>
                <a:lnTo>
                  <a:pt x="13953" y="6288"/>
                </a:lnTo>
                <a:lnTo>
                  <a:pt x="13678" y="5875"/>
                </a:lnTo>
                <a:lnTo>
                  <a:pt x="13356" y="5508"/>
                </a:lnTo>
                <a:lnTo>
                  <a:pt x="13035" y="5186"/>
                </a:lnTo>
                <a:lnTo>
                  <a:pt x="12668" y="4865"/>
                </a:lnTo>
                <a:lnTo>
                  <a:pt x="12255" y="4590"/>
                </a:lnTo>
                <a:lnTo>
                  <a:pt x="11842" y="4360"/>
                </a:lnTo>
                <a:lnTo>
                  <a:pt x="11429" y="4131"/>
                </a:lnTo>
                <a:lnTo>
                  <a:pt x="10970" y="3947"/>
                </a:lnTo>
                <a:lnTo>
                  <a:pt x="10511" y="3809"/>
                </a:lnTo>
                <a:lnTo>
                  <a:pt x="10511" y="597"/>
                </a:lnTo>
                <a:lnTo>
                  <a:pt x="10465" y="367"/>
                </a:lnTo>
                <a:lnTo>
                  <a:pt x="10373" y="229"/>
                </a:lnTo>
                <a:lnTo>
                  <a:pt x="10235" y="92"/>
                </a:lnTo>
                <a:lnTo>
                  <a:pt x="100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4"/>
          <p:cNvSpPr txBox="1"/>
          <p:nvPr/>
        </p:nvSpPr>
        <p:spPr>
          <a:xfrm>
            <a:off x="3902702" y="1290900"/>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1</a:t>
            </a:r>
            <a:endParaRPr>
              <a:latin typeface="Commissioner"/>
              <a:ea typeface="Commissioner"/>
              <a:cs typeface="Commissioner"/>
              <a:sym typeface="Commissioner"/>
            </a:endParaRPr>
          </a:p>
        </p:txBody>
      </p:sp>
      <p:sp>
        <p:nvSpPr>
          <p:cNvPr id="472" name="Google Shape;472;p44"/>
          <p:cNvSpPr txBox="1"/>
          <p:nvPr/>
        </p:nvSpPr>
        <p:spPr>
          <a:xfrm>
            <a:off x="5659325" y="1290900"/>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2</a:t>
            </a:r>
            <a:endParaRPr>
              <a:latin typeface="Commissioner"/>
              <a:ea typeface="Commissioner"/>
              <a:cs typeface="Commissioner"/>
              <a:sym typeface="Commissioner"/>
            </a:endParaRPr>
          </a:p>
        </p:txBody>
      </p:sp>
      <p:sp>
        <p:nvSpPr>
          <p:cNvPr id="473" name="Google Shape;473;p44"/>
          <p:cNvSpPr txBox="1"/>
          <p:nvPr/>
        </p:nvSpPr>
        <p:spPr>
          <a:xfrm>
            <a:off x="7357000" y="1290900"/>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3</a:t>
            </a:r>
            <a:endParaRPr>
              <a:latin typeface="Commissioner"/>
              <a:ea typeface="Commissioner"/>
              <a:cs typeface="Commissioner"/>
              <a:sym typeface="Commissione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45"/>
          <p:cNvSpPr txBox="1"/>
          <p:nvPr/>
        </p:nvSpPr>
        <p:spPr>
          <a:xfrm>
            <a:off x="879452" y="1362025"/>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1</a:t>
            </a:r>
            <a:endParaRPr>
              <a:latin typeface="Commissioner"/>
              <a:ea typeface="Commissioner"/>
              <a:cs typeface="Commissioner"/>
              <a:sym typeface="Commissioner"/>
            </a:endParaRPr>
          </a:p>
        </p:txBody>
      </p:sp>
      <p:sp>
        <p:nvSpPr>
          <p:cNvPr id="479" name="Google Shape;479;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Hypotheses</a:t>
            </a:r>
            <a:endParaRPr/>
          </a:p>
        </p:txBody>
      </p:sp>
      <p:sp>
        <p:nvSpPr>
          <p:cNvPr id="480" name="Google Shape;480;p45"/>
          <p:cNvSpPr txBox="1"/>
          <p:nvPr>
            <p:ph idx="1" type="subTitle"/>
          </p:nvPr>
        </p:nvSpPr>
        <p:spPr>
          <a:xfrm>
            <a:off x="1485750" y="1568325"/>
            <a:ext cx="6778800" cy="59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481" name="Google Shape;481;p45"/>
          <p:cNvSpPr txBox="1"/>
          <p:nvPr>
            <p:ph idx="2" type="subTitle"/>
          </p:nvPr>
        </p:nvSpPr>
        <p:spPr>
          <a:xfrm>
            <a:off x="1485750" y="2642321"/>
            <a:ext cx="6778800" cy="59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482" name="Google Shape;482;p45"/>
          <p:cNvSpPr txBox="1"/>
          <p:nvPr>
            <p:ph idx="3" type="subTitle"/>
          </p:nvPr>
        </p:nvSpPr>
        <p:spPr>
          <a:xfrm>
            <a:off x="1485750" y="3783825"/>
            <a:ext cx="6778800" cy="59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483" name="Google Shape;483;p45"/>
          <p:cNvSpPr txBox="1"/>
          <p:nvPr>
            <p:ph idx="4" type="subTitle"/>
          </p:nvPr>
        </p:nvSpPr>
        <p:spPr>
          <a:xfrm>
            <a:off x="1485750" y="1332525"/>
            <a:ext cx="6778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1</a:t>
            </a:r>
            <a:endParaRPr/>
          </a:p>
        </p:txBody>
      </p:sp>
      <p:sp>
        <p:nvSpPr>
          <p:cNvPr id="484" name="Google Shape;484;p45"/>
          <p:cNvSpPr txBox="1"/>
          <p:nvPr>
            <p:ph idx="5" type="subTitle"/>
          </p:nvPr>
        </p:nvSpPr>
        <p:spPr>
          <a:xfrm>
            <a:off x="1485750" y="2384063"/>
            <a:ext cx="6778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2</a:t>
            </a:r>
            <a:endParaRPr/>
          </a:p>
        </p:txBody>
      </p:sp>
      <p:sp>
        <p:nvSpPr>
          <p:cNvPr id="485" name="Google Shape;485;p45"/>
          <p:cNvSpPr txBox="1"/>
          <p:nvPr>
            <p:ph idx="6" type="subTitle"/>
          </p:nvPr>
        </p:nvSpPr>
        <p:spPr>
          <a:xfrm>
            <a:off x="1485750" y="3503125"/>
            <a:ext cx="6778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3</a:t>
            </a:r>
            <a:endParaRPr/>
          </a:p>
        </p:txBody>
      </p:sp>
      <p:sp>
        <p:nvSpPr>
          <p:cNvPr id="486" name="Google Shape;486;p45"/>
          <p:cNvSpPr txBox="1"/>
          <p:nvPr/>
        </p:nvSpPr>
        <p:spPr>
          <a:xfrm>
            <a:off x="879452" y="2387525"/>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2</a:t>
            </a:r>
            <a:endParaRPr>
              <a:latin typeface="Commissioner"/>
              <a:ea typeface="Commissioner"/>
              <a:cs typeface="Commissioner"/>
              <a:sym typeface="Commissioner"/>
            </a:endParaRPr>
          </a:p>
        </p:txBody>
      </p:sp>
      <p:sp>
        <p:nvSpPr>
          <p:cNvPr id="487" name="Google Shape;487;p45"/>
          <p:cNvSpPr txBox="1"/>
          <p:nvPr/>
        </p:nvSpPr>
        <p:spPr>
          <a:xfrm>
            <a:off x="879452" y="3503125"/>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3</a:t>
            </a:r>
            <a:endParaRPr>
              <a:latin typeface="Commissioner"/>
              <a:ea typeface="Commissioner"/>
              <a:cs typeface="Commissioner"/>
              <a:sym typeface="Commissione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
            </a:r>
            <a:r>
              <a:rPr lang="en"/>
              <a:t>tudy objectives</a:t>
            </a:r>
            <a:endParaRPr/>
          </a:p>
        </p:txBody>
      </p:sp>
      <p:sp>
        <p:nvSpPr>
          <p:cNvPr id="493" name="Google Shape;493;p46"/>
          <p:cNvSpPr txBox="1"/>
          <p:nvPr>
            <p:ph idx="1" type="subTitle"/>
          </p:nvPr>
        </p:nvSpPr>
        <p:spPr>
          <a:xfrm>
            <a:off x="859775" y="2941600"/>
            <a:ext cx="23310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 of them all</a:t>
            </a:r>
            <a:endParaRPr/>
          </a:p>
        </p:txBody>
      </p:sp>
      <p:sp>
        <p:nvSpPr>
          <p:cNvPr id="494" name="Google Shape;494;p46"/>
          <p:cNvSpPr txBox="1"/>
          <p:nvPr>
            <p:ph idx="2" type="subTitle"/>
          </p:nvPr>
        </p:nvSpPr>
        <p:spPr>
          <a:xfrm>
            <a:off x="3406500" y="2941600"/>
            <a:ext cx="23310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a:t>
            </a:r>
            <a:r>
              <a:rPr lang="en"/>
              <a:t> </a:t>
            </a:r>
            <a:r>
              <a:rPr lang="en"/>
              <a:t>planet from the Sun</a:t>
            </a:r>
            <a:endParaRPr/>
          </a:p>
        </p:txBody>
      </p:sp>
      <p:sp>
        <p:nvSpPr>
          <p:cNvPr id="495" name="Google Shape;495;p46"/>
          <p:cNvSpPr txBox="1"/>
          <p:nvPr>
            <p:ph idx="3" type="subTitle"/>
          </p:nvPr>
        </p:nvSpPr>
        <p:spPr>
          <a:xfrm>
            <a:off x="5953200" y="2941600"/>
            <a:ext cx="23310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96" name="Google Shape;496;p46"/>
          <p:cNvSpPr txBox="1"/>
          <p:nvPr>
            <p:ph idx="4" type="subTitle"/>
          </p:nvPr>
        </p:nvSpPr>
        <p:spPr>
          <a:xfrm>
            <a:off x="859775" y="2713000"/>
            <a:ext cx="2331000" cy="36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97" name="Google Shape;497;p46"/>
          <p:cNvSpPr txBox="1"/>
          <p:nvPr>
            <p:ph idx="5" type="subTitle"/>
          </p:nvPr>
        </p:nvSpPr>
        <p:spPr>
          <a:xfrm>
            <a:off x="3406501" y="2713000"/>
            <a:ext cx="2331000" cy="36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98" name="Google Shape;498;p46"/>
          <p:cNvSpPr txBox="1"/>
          <p:nvPr>
            <p:ph idx="6" type="subTitle"/>
          </p:nvPr>
        </p:nvSpPr>
        <p:spPr>
          <a:xfrm>
            <a:off x="5953201" y="2713000"/>
            <a:ext cx="2331000" cy="36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499" name="Google Shape;499;p46"/>
          <p:cNvGrpSpPr/>
          <p:nvPr/>
        </p:nvGrpSpPr>
        <p:grpSpPr>
          <a:xfrm>
            <a:off x="1937118" y="2001106"/>
            <a:ext cx="176295" cy="438104"/>
            <a:chOff x="4143418" y="3467456"/>
            <a:chExt cx="176295" cy="438104"/>
          </a:xfrm>
        </p:grpSpPr>
        <p:sp>
          <p:nvSpPr>
            <p:cNvPr id="500" name="Google Shape;500;p46"/>
            <p:cNvSpPr/>
            <p:nvPr/>
          </p:nvSpPr>
          <p:spPr>
            <a:xfrm>
              <a:off x="4195145" y="3764087"/>
              <a:ext cx="72841" cy="106628"/>
            </a:xfrm>
            <a:custGeom>
              <a:rect b="b" l="l" r="r" t="t"/>
              <a:pathLst>
                <a:path extrusionOk="0" h="4636" w="3167">
                  <a:moveTo>
                    <a:pt x="1652" y="0"/>
                  </a:moveTo>
                  <a:lnTo>
                    <a:pt x="1423" y="92"/>
                  </a:lnTo>
                  <a:lnTo>
                    <a:pt x="1285" y="276"/>
                  </a:lnTo>
                  <a:lnTo>
                    <a:pt x="92" y="2111"/>
                  </a:lnTo>
                  <a:lnTo>
                    <a:pt x="0" y="2249"/>
                  </a:lnTo>
                  <a:lnTo>
                    <a:pt x="0" y="2433"/>
                  </a:lnTo>
                  <a:lnTo>
                    <a:pt x="0" y="2570"/>
                  </a:lnTo>
                  <a:lnTo>
                    <a:pt x="46" y="2708"/>
                  </a:lnTo>
                  <a:lnTo>
                    <a:pt x="138" y="2800"/>
                  </a:lnTo>
                  <a:lnTo>
                    <a:pt x="275" y="2892"/>
                  </a:lnTo>
                  <a:lnTo>
                    <a:pt x="413" y="2983"/>
                  </a:lnTo>
                  <a:lnTo>
                    <a:pt x="1515" y="2983"/>
                  </a:lnTo>
                  <a:lnTo>
                    <a:pt x="964" y="3718"/>
                  </a:lnTo>
                  <a:lnTo>
                    <a:pt x="872" y="3947"/>
                  </a:lnTo>
                  <a:lnTo>
                    <a:pt x="872" y="4131"/>
                  </a:lnTo>
                  <a:lnTo>
                    <a:pt x="918" y="4360"/>
                  </a:lnTo>
                  <a:lnTo>
                    <a:pt x="1056" y="4498"/>
                  </a:lnTo>
                  <a:lnTo>
                    <a:pt x="1285" y="4590"/>
                  </a:lnTo>
                  <a:lnTo>
                    <a:pt x="1469" y="4636"/>
                  </a:lnTo>
                  <a:lnTo>
                    <a:pt x="1698" y="4544"/>
                  </a:lnTo>
                  <a:lnTo>
                    <a:pt x="1836" y="4406"/>
                  </a:lnTo>
                  <a:lnTo>
                    <a:pt x="3075" y="2754"/>
                  </a:lnTo>
                  <a:lnTo>
                    <a:pt x="3121" y="2616"/>
                  </a:lnTo>
                  <a:lnTo>
                    <a:pt x="3167" y="2479"/>
                  </a:lnTo>
                  <a:lnTo>
                    <a:pt x="3167" y="2341"/>
                  </a:lnTo>
                  <a:lnTo>
                    <a:pt x="3121" y="2203"/>
                  </a:lnTo>
                  <a:lnTo>
                    <a:pt x="3029" y="2065"/>
                  </a:lnTo>
                  <a:lnTo>
                    <a:pt x="2892" y="1974"/>
                  </a:lnTo>
                  <a:lnTo>
                    <a:pt x="2754" y="1882"/>
                  </a:lnTo>
                  <a:lnTo>
                    <a:pt x="1561" y="1882"/>
                  </a:lnTo>
                  <a:lnTo>
                    <a:pt x="2249" y="872"/>
                  </a:lnTo>
                  <a:lnTo>
                    <a:pt x="2295" y="643"/>
                  </a:lnTo>
                  <a:lnTo>
                    <a:pt x="2295" y="459"/>
                  </a:lnTo>
                  <a:lnTo>
                    <a:pt x="2203" y="230"/>
                  </a:lnTo>
                  <a:lnTo>
                    <a:pt x="2065" y="92"/>
                  </a:lnTo>
                  <a:lnTo>
                    <a:pt x="1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6"/>
            <p:cNvSpPr/>
            <p:nvPr/>
          </p:nvSpPr>
          <p:spPr>
            <a:xfrm>
              <a:off x="4143418" y="3467456"/>
              <a:ext cx="176295" cy="438104"/>
            </a:xfrm>
            <a:custGeom>
              <a:rect b="b" l="l" r="r" t="t"/>
              <a:pathLst>
                <a:path extrusionOk="0" h="19048" w="7665">
                  <a:moveTo>
                    <a:pt x="4406" y="2571"/>
                  </a:moveTo>
                  <a:lnTo>
                    <a:pt x="5232" y="4131"/>
                  </a:lnTo>
                  <a:lnTo>
                    <a:pt x="4406" y="5003"/>
                  </a:lnTo>
                  <a:lnTo>
                    <a:pt x="4406" y="2571"/>
                  </a:lnTo>
                  <a:close/>
                  <a:moveTo>
                    <a:pt x="3259" y="2571"/>
                  </a:moveTo>
                  <a:lnTo>
                    <a:pt x="3259" y="7022"/>
                  </a:lnTo>
                  <a:lnTo>
                    <a:pt x="1744" y="5554"/>
                  </a:lnTo>
                  <a:lnTo>
                    <a:pt x="2065" y="4865"/>
                  </a:lnTo>
                  <a:lnTo>
                    <a:pt x="2433" y="4131"/>
                  </a:lnTo>
                  <a:lnTo>
                    <a:pt x="3259" y="2571"/>
                  </a:lnTo>
                  <a:close/>
                  <a:moveTo>
                    <a:pt x="1331" y="6747"/>
                  </a:moveTo>
                  <a:lnTo>
                    <a:pt x="3259" y="8583"/>
                  </a:lnTo>
                  <a:lnTo>
                    <a:pt x="3259" y="9455"/>
                  </a:lnTo>
                  <a:lnTo>
                    <a:pt x="2846" y="9317"/>
                  </a:lnTo>
                  <a:lnTo>
                    <a:pt x="2479" y="9134"/>
                  </a:lnTo>
                  <a:lnTo>
                    <a:pt x="2157" y="8904"/>
                  </a:lnTo>
                  <a:lnTo>
                    <a:pt x="1882" y="8583"/>
                  </a:lnTo>
                  <a:lnTo>
                    <a:pt x="1652" y="8262"/>
                  </a:lnTo>
                  <a:lnTo>
                    <a:pt x="1469" y="7894"/>
                  </a:lnTo>
                  <a:lnTo>
                    <a:pt x="1377" y="7481"/>
                  </a:lnTo>
                  <a:lnTo>
                    <a:pt x="1331" y="7022"/>
                  </a:lnTo>
                  <a:lnTo>
                    <a:pt x="1331" y="6747"/>
                  </a:lnTo>
                  <a:close/>
                  <a:moveTo>
                    <a:pt x="5783" y="5233"/>
                  </a:moveTo>
                  <a:lnTo>
                    <a:pt x="6013" y="5783"/>
                  </a:lnTo>
                  <a:lnTo>
                    <a:pt x="6196" y="6242"/>
                  </a:lnTo>
                  <a:lnTo>
                    <a:pt x="6288" y="6701"/>
                  </a:lnTo>
                  <a:lnTo>
                    <a:pt x="6334" y="7022"/>
                  </a:lnTo>
                  <a:lnTo>
                    <a:pt x="6288" y="7481"/>
                  </a:lnTo>
                  <a:lnTo>
                    <a:pt x="6196" y="7894"/>
                  </a:lnTo>
                  <a:lnTo>
                    <a:pt x="6013" y="8262"/>
                  </a:lnTo>
                  <a:lnTo>
                    <a:pt x="5783" y="8583"/>
                  </a:lnTo>
                  <a:lnTo>
                    <a:pt x="5508" y="8904"/>
                  </a:lnTo>
                  <a:lnTo>
                    <a:pt x="5186" y="9134"/>
                  </a:lnTo>
                  <a:lnTo>
                    <a:pt x="4819" y="9317"/>
                  </a:lnTo>
                  <a:lnTo>
                    <a:pt x="4406" y="9455"/>
                  </a:lnTo>
                  <a:lnTo>
                    <a:pt x="4406" y="6564"/>
                  </a:lnTo>
                  <a:lnTo>
                    <a:pt x="5783" y="5233"/>
                  </a:lnTo>
                  <a:close/>
                  <a:moveTo>
                    <a:pt x="4131" y="12438"/>
                  </a:moveTo>
                  <a:lnTo>
                    <a:pt x="4406" y="12484"/>
                  </a:lnTo>
                  <a:lnTo>
                    <a:pt x="4911" y="12668"/>
                  </a:lnTo>
                  <a:lnTo>
                    <a:pt x="5370" y="12897"/>
                  </a:lnTo>
                  <a:lnTo>
                    <a:pt x="5783" y="13264"/>
                  </a:lnTo>
                  <a:lnTo>
                    <a:pt x="6104" y="13677"/>
                  </a:lnTo>
                  <a:lnTo>
                    <a:pt x="6380" y="14136"/>
                  </a:lnTo>
                  <a:lnTo>
                    <a:pt x="6517" y="14641"/>
                  </a:lnTo>
                  <a:lnTo>
                    <a:pt x="6563" y="14917"/>
                  </a:lnTo>
                  <a:lnTo>
                    <a:pt x="6563" y="15192"/>
                  </a:lnTo>
                  <a:lnTo>
                    <a:pt x="6563" y="15467"/>
                  </a:lnTo>
                  <a:lnTo>
                    <a:pt x="6517" y="15743"/>
                  </a:lnTo>
                  <a:lnTo>
                    <a:pt x="6380" y="16248"/>
                  </a:lnTo>
                  <a:lnTo>
                    <a:pt x="6104" y="16707"/>
                  </a:lnTo>
                  <a:lnTo>
                    <a:pt x="5783" y="17120"/>
                  </a:lnTo>
                  <a:lnTo>
                    <a:pt x="5370" y="17487"/>
                  </a:lnTo>
                  <a:lnTo>
                    <a:pt x="4911" y="17716"/>
                  </a:lnTo>
                  <a:lnTo>
                    <a:pt x="4406" y="17900"/>
                  </a:lnTo>
                  <a:lnTo>
                    <a:pt x="4131" y="17946"/>
                  </a:lnTo>
                  <a:lnTo>
                    <a:pt x="3534" y="17946"/>
                  </a:lnTo>
                  <a:lnTo>
                    <a:pt x="3259" y="17900"/>
                  </a:lnTo>
                  <a:lnTo>
                    <a:pt x="2754" y="17716"/>
                  </a:lnTo>
                  <a:lnTo>
                    <a:pt x="2295" y="17487"/>
                  </a:lnTo>
                  <a:lnTo>
                    <a:pt x="1882" y="17120"/>
                  </a:lnTo>
                  <a:lnTo>
                    <a:pt x="1561" y="16707"/>
                  </a:lnTo>
                  <a:lnTo>
                    <a:pt x="1285" y="16248"/>
                  </a:lnTo>
                  <a:lnTo>
                    <a:pt x="1148" y="15743"/>
                  </a:lnTo>
                  <a:lnTo>
                    <a:pt x="1102" y="15467"/>
                  </a:lnTo>
                  <a:lnTo>
                    <a:pt x="1102" y="15192"/>
                  </a:lnTo>
                  <a:lnTo>
                    <a:pt x="1102" y="14917"/>
                  </a:lnTo>
                  <a:lnTo>
                    <a:pt x="1148" y="14641"/>
                  </a:lnTo>
                  <a:lnTo>
                    <a:pt x="1285" y="14136"/>
                  </a:lnTo>
                  <a:lnTo>
                    <a:pt x="1561" y="13677"/>
                  </a:lnTo>
                  <a:lnTo>
                    <a:pt x="1882" y="13264"/>
                  </a:lnTo>
                  <a:lnTo>
                    <a:pt x="2295" y="12897"/>
                  </a:lnTo>
                  <a:lnTo>
                    <a:pt x="2754" y="12668"/>
                  </a:lnTo>
                  <a:lnTo>
                    <a:pt x="3259" y="12484"/>
                  </a:lnTo>
                  <a:lnTo>
                    <a:pt x="3534" y="12438"/>
                  </a:lnTo>
                  <a:close/>
                  <a:moveTo>
                    <a:pt x="3718" y="0"/>
                  </a:moveTo>
                  <a:lnTo>
                    <a:pt x="3580" y="46"/>
                  </a:lnTo>
                  <a:lnTo>
                    <a:pt x="3488" y="138"/>
                  </a:lnTo>
                  <a:lnTo>
                    <a:pt x="3396" y="230"/>
                  </a:lnTo>
                  <a:lnTo>
                    <a:pt x="2892" y="1056"/>
                  </a:lnTo>
                  <a:lnTo>
                    <a:pt x="2387" y="1882"/>
                  </a:lnTo>
                  <a:lnTo>
                    <a:pt x="1836" y="2892"/>
                  </a:lnTo>
                  <a:lnTo>
                    <a:pt x="1148" y="4269"/>
                  </a:lnTo>
                  <a:lnTo>
                    <a:pt x="643" y="5416"/>
                  </a:lnTo>
                  <a:lnTo>
                    <a:pt x="459" y="5875"/>
                  </a:lnTo>
                  <a:lnTo>
                    <a:pt x="367" y="6334"/>
                  </a:lnTo>
                  <a:lnTo>
                    <a:pt x="276" y="6701"/>
                  </a:lnTo>
                  <a:lnTo>
                    <a:pt x="276" y="7022"/>
                  </a:lnTo>
                  <a:lnTo>
                    <a:pt x="276" y="7344"/>
                  </a:lnTo>
                  <a:lnTo>
                    <a:pt x="321" y="7711"/>
                  </a:lnTo>
                  <a:lnTo>
                    <a:pt x="367" y="7986"/>
                  </a:lnTo>
                  <a:lnTo>
                    <a:pt x="505" y="8308"/>
                  </a:lnTo>
                  <a:lnTo>
                    <a:pt x="597" y="8583"/>
                  </a:lnTo>
                  <a:lnTo>
                    <a:pt x="780" y="8904"/>
                  </a:lnTo>
                  <a:lnTo>
                    <a:pt x="1148" y="9409"/>
                  </a:lnTo>
                  <a:lnTo>
                    <a:pt x="1561" y="9822"/>
                  </a:lnTo>
                  <a:lnTo>
                    <a:pt x="2111" y="10189"/>
                  </a:lnTo>
                  <a:lnTo>
                    <a:pt x="2387" y="10327"/>
                  </a:lnTo>
                  <a:lnTo>
                    <a:pt x="2662" y="10465"/>
                  </a:lnTo>
                  <a:lnTo>
                    <a:pt x="2983" y="10556"/>
                  </a:lnTo>
                  <a:lnTo>
                    <a:pt x="3305" y="10602"/>
                  </a:lnTo>
                  <a:lnTo>
                    <a:pt x="3305" y="11337"/>
                  </a:lnTo>
                  <a:lnTo>
                    <a:pt x="2937" y="11428"/>
                  </a:lnTo>
                  <a:lnTo>
                    <a:pt x="2570" y="11520"/>
                  </a:lnTo>
                  <a:lnTo>
                    <a:pt x="2249" y="11658"/>
                  </a:lnTo>
                  <a:lnTo>
                    <a:pt x="1928" y="11842"/>
                  </a:lnTo>
                  <a:lnTo>
                    <a:pt x="1652" y="12025"/>
                  </a:lnTo>
                  <a:lnTo>
                    <a:pt x="1377" y="12209"/>
                  </a:lnTo>
                  <a:lnTo>
                    <a:pt x="1102" y="12484"/>
                  </a:lnTo>
                  <a:lnTo>
                    <a:pt x="872" y="12714"/>
                  </a:lnTo>
                  <a:lnTo>
                    <a:pt x="689" y="13035"/>
                  </a:lnTo>
                  <a:lnTo>
                    <a:pt x="459" y="13310"/>
                  </a:lnTo>
                  <a:lnTo>
                    <a:pt x="321" y="13632"/>
                  </a:lnTo>
                  <a:lnTo>
                    <a:pt x="184" y="13999"/>
                  </a:lnTo>
                  <a:lnTo>
                    <a:pt x="92" y="14320"/>
                  </a:lnTo>
                  <a:lnTo>
                    <a:pt x="46" y="14687"/>
                  </a:lnTo>
                  <a:lnTo>
                    <a:pt x="0" y="15054"/>
                  </a:lnTo>
                  <a:lnTo>
                    <a:pt x="0" y="15421"/>
                  </a:lnTo>
                  <a:lnTo>
                    <a:pt x="46" y="15789"/>
                  </a:lnTo>
                  <a:lnTo>
                    <a:pt x="138" y="16156"/>
                  </a:lnTo>
                  <a:lnTo>
                    <a:pt x="230" y="16523"/>
                  </a:lnTo>
                  <a:lnTo>
                    <a:pt x="367" y="16844"/>
                  </a:lnTo>
                  <a:lnTo>
                    <a:pt x="505" y="17120"/>
                  </a:lnTo>
                  <a:lnTo>
                    <a:pt x="734" y="17441"/>
                  </a:lnTo>
                  <a:lnTo>
                    <a:pt x="918" y="17716"/>
                  </a:lnTo>
                  <a:lnTo>
                    <a:pt x="1148" y="17946"/>
                  </a:lnTo>
                  <a:lnTo>
                    <a:pt x="1423" y="18175"/>
                  </a:lnTo>
                  <a:lnTo>
                    <a:pt x="1698" y="18405"/>
                  </a:lnTo>
                  <a:lnTo>
                    <a:pt x="1974" y="18588"/>
                  </a:lnTo>
                  <a:lnTo>
                    <a:pt x="2295" y="18726"/>
                  </a:lnTo>
                  <a:lnTo>
                    <a:pt x="2616" y="18864"/>
                  </a:lnTo>
                  <a:lnTo>
                    <a:pt x="2983" y="18955"/>
                  </a:lnTo>
                  <a:lnTo>
                    <a:pt x="3351" y="19047"/>
                  </a:lnTo>
                  <a:lnTo>
                    <a:pt x="4085" y="19047"/>
                  </a:lnTo>
                  <a:lnTo>
                    <a:pt x="4498" y="19001"/>
                  </a:lnTo>
                  <a:lnTo>
                    <a:pt x="4865" y="18910"/>
                  </a:lnTo>
                  <a:lnTo>
                    <a:pt x="5232" y="18818"/>
                  </a:lnTo>
                  <a:lnTo>
                    <a:pt x="5599" y="18634"/>
                  </a:lnTo>
                  <a:lnTo>
                    <a:pt x="5921" y="18451"/>
                  </a:lnTo>
                  <a:lnTo>
                    <a:pt x="6242" y="18221"/>
                  </a:lnTo>
                  <a:lnTo>
                    <a:pt x="6517" y="17992"/>
                  </a:lnTo>
                  <a:lnTo>
                    <a:pt x="6747" y="17716"/>
                  </a:lnTo>
                  <a:lnTo>
                    <a:pt x="7022" y="17395"/>
                  </a:lnTo>
                  <a:lnTo>
                    <a:pt x="7206" y="17074"/>
                  </a:lnTo>
                  <a:lnTo>
                    <a:pt x="7389" y="16752"/>
                  </a:lnTo>
                  <a:lnTo>
                    <a:pt x="7527" y="16385"/>
                  </a:lnTo>
                  <a:lnTo>
                    <a:pt x="7619" y="15972"/>
                  </a:lnTo>
                  <a:lnTo>
                    <a:pt x="7665" y="15605"/>
                  </a:lnTo>
                  <a:lnTo>
                    <a:pt x="7665" y="15192"/>
                  </a:lnTo>
                  <a:lnTo>
                    <a:pt x="7665" y="14825"/>
                  </a:lnTo>
                  <a:lnTo>
                    <a:pt x="7619" y="14458"/>
                  </a:lnTo>
                  <a:lnTo>
                    <a:pt x="7527" y="14136"/>
                  </a:lnTo>
                  <a:lnTo>
                    <a:pt x="7435" y="13815"/>
                  </a:lnTo>
                  <a:lnTo>
                    <a:pt x="7298" y="13494"/>
                  </a:lnTo>
                  <a:lnTo>
                    <a:pt x="7114" y="13173"/>
                  </a:lnTo>
                  <a:lnTo>
                    <a:pt x="6930" y="12897"/>
                  </a:lnTo>
                  <a:lnTo>
                    <a:pt x="6747" y="12668"/>
                  </a:lnTo>
                  <a:lnTo>
                    <a:pt x="6517" y="12392"/>
                  </a:lnTo>
                  <a:lnTo>
                    <a:pt x="6242" y="12163"/>
                  </a:lnTo>
                  <a:lnTo>
                    <a:pt x="5967" y="11979"/>
                  </a:lnTo>
                  <a:lnTo>
                    <a:pt x="5691" y="11796"/>
                  </a:lnTo>
                  <a:lnTo>
                    <a:pt x="5416" y="11658"/>
                  </a:lnTo>
                  <a:lnTo>
                    <a:pt x="5095" y="11520"/>
                  </a:lnTo>
                  <a:lnTo>
                    <a:pt x="4727" y="11428"/>
                  </a:lnTo>
                  <a:lnTo>
                    <a:pt x="4406" y="11337"/>
                  </a:lnTo>
                  <a:lnTo>
                    <a:pt x="4406" y="10602"/>
                  </a:lnTo>
                  <a:lnTo>
                    <a:pt x="4727" y="10556"/>
                  </a:lnTo>
                  <a:lnTo>
                    <a:pt x="5049" y="10465"/>
                  </a:lnTo>
                  <a:lnTo>
                    <a:pt x="5324" y="10327"/>
                  </a:lnTo>
                  <a:lnTo>
                    <a:pt x="5599" y="10189"/>
                  </a:lnTo>
                  <a:lnTo>
                    <a:pt x="6104" y="9822"/>
                  </a:lnTo>
                  <a:lnTo>
                    <a:pt x="6563" y="9409"/>
                  </a:lnTo>
                  <a:lnTo>
                    <a:pt x="6930" y="8904"/>
                  </a:lnTo>
                  <a:lnTo>
                    <a:pt x="7068" y="8583"/>
                  </a:lnTo>
                  <a:lnTo>
                    <a:pt x="7206" y="8308"/>
                  </a:lnTo>
                  <a:lnTo>
                    <a:pt x="7298" y="7986"/>
                  </a:lnTo>
                  <a:lnTo>
                    <a:pt x="7389" y="7711"/>
                  </a:lnTo>
                  <a:lnTo>
                    <a:pt x="7435" y="7344"/>
                  </a:lnTo>
                  <a:lnTo>
                    <a:pt x="7435" y="7022"/>
                  </a:lnTo>
                  <a:lnTo>
                    <a:pt x="7389" y="6701"/>
                  </a:lnTo>
                  <a:lnTo>
                    <a:pt x="7344" y="6334"/>
                  </a:lnTo>
                  <a:lnTo>
                    <a:pt x="7206" y="5875"/>
                  </a:lnTo>
                  <a:lnTo>
                    <a:pt x="7022" y="5416"/>
                  </a:lnTo>
                  <a:lnTo>
                    <a:pt x="6563" y="4269"/>
                  </a:lnTo>
                  <a:lnTo>
                    <a:pt x="5875" y="2892"/>
                  </a:lnTo>
                  <a:lnTo>
                    <a:pt x="5278" y="1882"/>
                  </a:lnTo>
                  <a:lnTo>
                    <a:pt x="4819" y="1056"/>
                  </a:lnTo>
                  <a:lnTo>
                    <a:pt x="4314" y="230"/>
                  </a:lnTo>
                  <a:lnTo>
                    <a:pt x="4223" y="138"/>
                  </a:lnTo>
                  <a:lnTo>
                    <a:pt x="4085" y="46"/>
                  </a:lnTo>
                  <a:lnTo>
                    <a:pt x="39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 name="Google Shape;502;p46"/>
          <p:cNvSpPr/>
          <p:nvPr/>
        </p:nvSpPr>
        <p:spPr>
          <a:xfrm>
            <a:off x="4352419" y="2005315"/>
            <a:ext cx="439162" cy="429663"/>
          </a:xfrm>
          <a:custGeom>
            <a:rect b="b" l="l" r="r" t="t"/>
            <a:pathLst>
              <a:path extrusionOk="0" h="18681" w="19094">
                <a:moveTo>
                  <a:pt x="15422" y="2938"/>
                </a:moveTo>
                <a:lnTo>
                  <a:pt x="15743" y="3214"/>
                </a:lnTo>
                <a:lnTo>
                  <a:pt x="16065" y="3581"/>
                </a:lnTo>
                <a:lnTo>
                  <a:pt x="16386" y="3948"/>
                </a:lnTo>
                <a:lnTo>
                  <a:pt x="16661" y="4361"/>
                </a:lnTo>
                <a:lnTo>
                  <a:pt x="16937" y="4774"/>
                </a:lnTo>
                <a:lnTo>
                  <a:pt x="17166" y="5233"/>
                </a:lnTo>
                <a:lnTo>
                  <a:pt x="17350" y="5646"/>
                </a:lnTo>
                <a:lnTo>
                  <a:pt x="17533" y="6151"/>
                </a:lnTo>
                <a:lnTo>
                  <a:pt x="16569" y="6151"/>
                </a:lnTo>
                <a:lnTo>
                  <a:pt x="16340" y="6105"/>
                </a:lnTo>
                <a:lnTo>
                  <a:pt x="16111" y="6059"/>
                </a:lnTo>
                <a:lnTo>
                  <a:pt x="15927" y="5922"/>
                </a:lnTo>
                <a:lnTo>
                  <a:pt x="15743" y="5784"/>
                </a:lnTo>
                <a:lnTo>
                  <a:pt x="15606" y="5646"/>
                </a:lnTo>
                <a:lnTo>
                  <a:pt x="15514" y="5417"/>
                </a:lnTo>
                <a:lnTo>
                  <a:pt x="15468" y="5233"/>
                </a:lnTo>
                <a:lnTo>
                  <a:pt x="15422" y="5004"/>
                </a:lnTo>
                <a:lnTo>
                  <a:pt x="15422" y="2938"/>
                </a:lnTo>
                <a:close/>
                <a:moveTo>
                  <a:pt x="3948" y="5967"/>
                </a:moveTo>
                <a:lnTo>
                  <a:pt x="6610" y="8629"/>
                </a:lnTo>
                <a:lnTo>
                  <a:pt x="6885" y="8951"/>
                </a:lnTo>
                <a:lnTo>
                  <a:pt x="7023" y="9272"/>
                </a:lnTo>
                <a:lnTo>
                  <a:pt x="7161" y="9639"/>
                </a:lnTo>
                <a:lnTo>
                  <a:pt x="7207" y="10006"/>
                </a:lnTo>
                <a:lnTo>
                  <a:pt x="7207" y="11062"/>
                </a:lnTo>
                <a:lnTo>
                  <a:pt x="6748" y="11016"/>
                </a:lnTo>
                <a:lnTo>
                  <a:pt x="6335" y="10970"/>
                </a:lnTo>
                <a:lnTo>
                  <a:pt x="5095" y="10970"/>
                </a:lnTo>
                <a:lnTo>
                  <a:pt x="4774" y="11016"/>
                </a:lnTo>
                <a:lnTo>
                  <a:pt x="4453" y="11108"/>
                </a:lnTo>
                <a:lnTo>
                  <a:pt x="4178" y="11200"/>
                </a:lnTo>
                <a:lnTo>
                  <a:pt x="3948" y="10557"/>
                </a:lnTo>
                <a:lnTo>
                  <a:pt x="3764" y="9915"/>
                </a:lnTo>
                <a:lnTo>
                  <a:pt x="3627" y="9226"/>
                </a:lnTo>
                <a:lnTo>
                  <a:pt x="3581" y="8584"/>
                </a:lnTo>
                <a:lnTo>
                  <a:pt x="3581" y="7895"/>
                </a:lnTo>
                <a:lnTo>
                  <a:pt x="3627" y="7253"/>
                </a:lnTo>
                <a:lnTo>
                  <a:pt x="3764" y="6610"/>
                </a:lnTo>
                <a:lnTo>
                  <a:pt x="3948" y="5967"/>
                </a:lnTo>
                <a:close/>
                <a:moveTo>
                  <a:pt x="7849" y="1745"/>
                </a:moveTo>
                <a:lnTo>
                  <a:pt x="11337" y="5187"/>
                </a:lnTo>
                <a:lnTo>
                  <a:pt x="11475" y="5417"/>
                </a:lnTo>
                <a:lnTo>
                  <a:pt x="11521" y="5646"/>
                </a:lnTo>
                <a:lnTo>
                  <a:pt x="11475" y="5876"/>
                </a:lnTo>
                <a:lnTo>
                  <a:pt x="11337" y="6105"/>
                </a:lnTo>
                <a:lnTo>
                  <a:pt x="9501" y="7941"/>
                </a:lnTo>
                <a:lnTo>
                  <a:pt x="9318" y="8170"/>
                </a:lnTo>
                <a:lnTo>
                  <a:pt x="9226" y="8446"/>
                </a:lnTo>
                <a:lnTo>
                  <a:pt x="9226" y="8721"/>
                </a:lnTo>
                <a:lnTo>
                  <a:pt x="9272" y="8951"/>
                </a:lnTo>
                <a:lnTo>
                  <a:pt x="9410" y="9180"/>
                </a:lnTo>
                <a:lnTo>
                  <a:pt x="9639" y="9364"/>
                </a:lnTo>
                <a:lnTo>
                  <a:pt x="9869" y="9501"/>
                </a:lnTo>
                <a:lnTo>
                  <a:pt x="10190" y="9547"/>
                </a:lnTo>
                <a:lnTo>
                  <a:pt x="11291" y="9547"/>
                </a:lnTo>
                <a:lnTo>
                  <a:pt x="11521" y="9593"/>
                </a:lnTo>
                <a:lnTo>
                  <a:pt x="11750" y="9639"/>
                </a:lnTo>
                <a:lnTo>
                  <a:pt x="11980" y="9777"/>
                </a:lnTo>
                <a:lnTo>
                  <a:pt x="12163" y="9915"/>
                </a:lnTo>
                <a:lnTo>
                  <a:pt x="12485" y="10236"/>
                </a:lnTo>
                <a:lnTo>
                  <a:pt x="12622" y="10465"/>
                </a:lnTo>
                <a:lnTo>
                  <a:pt x="12668" y="10649"/>
                </a:lnTo>
                <a:lnTo>
                  <a:pt x="12668" y="10832"/>
                </a:lnTo>
                <a:lnTo>
                  <a:pt x="12668" y="11062"/>
                </a:lnTo>
                <a:lnTo>
                  <a:pt x="12577" y="11291"/>
                </a:lnTo>
                <a:lnTo>
                  <a:pt x="12347" y="11521"/>
                </a:lnTo>
                <a:lnTo>
                  <a:pt x="11567" y="12485"/>
                </a:lnTo>
                <a:lnTo>
                  <a:pt x="11246" y="12393"/>
                </a:lnTo>
                <a:lnTo>
                  <a:pt x="9088" y="12393"/>
                </a:lnTo>
                <a:lnTo>
                  <a:pt x="8905" y="12347"/>
                </a:lnTo>
                <a:lnTo>
                  <a:pt x="8767" y="12301"/>
                </a:lnTo>
                <a:lnTo>
                  <a:pt x="8584" y="12163"/>
                </a:lnTo>
                <a:lnTo>
                  <a:pt x="8492" y="12026"/>
                </a:lnTo>
                <a:lnTo>
                  <a:pt x="8308" y="11796"/>
                </a:lnTo>
                <a:lnTo>
                  <a:pt x="8308" y="10006"/>
                </a:lnTo>
                <a:lnTo>
                  <a:pt x="8308" y="9731"/>
                </a:lnTo>
                <a:lnTo>
                  <a:pt x="8262" y="9410"/>
                </a:lnTo>
                <a:lnTo>
                  <a:pt x="8170" y="9134"/>
                </a:lnTo>
                <a:lnTo>
                  <a:pt x="8079" y="8859"/>
                </a:lnTo>
                <a:lnTo>
                  <a:pt x="7941" y="8584"/>
                </a:lnTo>
                <a:lnTo>
                  <a:pt x="7803" y="8308"/>
                </a:lnTo>
                <a:lnTo>
                  <a:pt x="7620" y="8079"/>
                </a:lnTo>
                <a:lnTo>
                  <a:pt x="7436" y="7849"/>
                </a:lnTo>
                <a:lnTo>
                  <a:pt x="4407" y="4866"/>
                </a:lnTo>
                <a:lnTo>
                  <a:pt x="4728" y="4361"/>
                </a:lnTo>
                <a:lnTo>
                  <a:pt x="5050" y="3948"/>
                </a:lnTo>
                <a:lnTo>
                  <a:pt x="5371" y="3535"/>
                </a:lnTo>
                <a:lnTo>
                  <a:pt x="5876" y="3030"/>
                </a:lnTo>
                <a:lnTo>
                  <a:pt x="6426" y="2571"/>
                </a:lnTo>
                <a:lnTo>
                  <a:pt x="7069" y="2158"/>
                </a:lnTo>
                <a:lnTo>
                  <a:pt x="7849" y="1745"/>
                </a:lnTo>
                <a:close/>
                <a:moveTo>
                  <a:pt x="11200" y="1194"/>
                </a:moveTo>
                <a:lnTo>
                  <a:pt x="11659" y="1240"/>
                </a:lnTo>
                <a:lnTo>
                  <a:pt x="12118" y="1332"/>
                </a:lnTo>
                <a:lnTo>
                  <a:pt x="12577" y="1424"/>
                </a:lnTo>
                <a:lnTo>
                  <a:pt x="13035" y="1561"/>
                </a:lnTo>
                <a:lnTo>
                  <a:pt x="13494" y="1699"/>
                </a:lnTo>
                <a:lnTo>
                  <a:pt x="13908" y="1929"/>
                </a:lnTo>
                <a:lnTo>
                  <a:pt x="14321" y="2112"/>
                </a:lnTo>
                <a:lnTo>
                  <a:pt x="14321" y="5004"/>
                </a:lnTo>
                <a:lnTo>
                  <a:pt x="14366" y="5417"/>
                </a:lnTo>
                <a:lnTo>
                  <a:pt x="14504" y="5876"/>
                </a:lnTo>
                <a:lnTo>
                  <a:pt x="14688" y="6243"/>
                </a:lnTo>
                <a:lnTo>
                  <a:pt x="14963" y="6564"/>
                </a:lnTo>
                <a:lnTo>
                  <a:pt x="15284" y="6839"/>
                </a:lnTo>
                <a:lnTo>
                  <a:pt x="15697" y="7069"/>
                </a:lnTo>
                <a:lnTo>
                  <a:pt x="16111" y="7207"/>
                </a:lnTo>
                <a:lnTo>
                  <a:pt x="16569" y="7253"/>
                </a:lnTo>
                <a:lnTo>
                  <a:pt x="17763" y="7253"/>
                </a:lnTo>
                <a:lnTo>
                  <a:pt x="17809" y="7711"/>
                </a:lnTo>
                <a:lnTo>
                  <a:pt x="17855" y="8125"/>
                </a:lnTo>
                <a:lnTo>
                  <a:pt x="17855" y="8584"/>
                </a:lnTo>
                <a:lnTo>
                  <a:pt x="17809" y="9042"/>
                </a:lnTo>
                <a:lnTo>
                  <a:pt x="17671" y="9869"/>
                </a:lnTo>
                <a:lnTo>
                  <a:pt x="17396" y="10695"/>
                </a:lnTo>
                <a:lnTo>
                  <a:pt x="17074" y="11521"/>
                </a:lnTo>
                <a:lnTo>
                  <a:pt x="16615" y="12255"/>
                </a:lnTo>
                <a:lnTo>
                  <a:pt x="16111" y="12944"/>
                </a:lnTo>
                <a:lnTo>
                  <a:pt x="15468" y="13586"/>
                </a:lnTo>
                <a:lnTo>
                  <a:pt x="14091" y="14183"/>
                </a:lnTo>
                <a:lnTo>
                  <a:pt x="13403" y="14412"/>
                </a:lnTo>
                <a:lnTo>
                  <a:pt x="13035" y="14504"/>
                </a:lnTo>
                <a:lnTo>
                  <a:pt x="12622" y="14596"/>
                </a:lnTo>
                <a:lnTo>
                  <a:pt x="12714" y="14183"/>
                </a:lnTo>
                <a:lnTo>
                  <a:pt x="12714" y="13816"/>
                </a:lnTo>
                <a:lnTo>
                  <a:pt x="12622" y="13449"/>
                </a:lnTo>
                <a:lnTo>
                  <a:pt x="12439" y="13127"/>
                </a:lnTo>
                <a:lnTo>
                  <a:pt x="13219" y="12209"/>
                </a:lnTo>
                <a:lnTo>
                  <a:pt x="13494" y="11888"/>
                </a:lnTo>
                <a:lnTo>
                  <a:pt x="13678" y="11521"/>
                </a:lnTo>
                <a:lnTo>
                  <a:pt x="13770" y="11154"/>
                </a:lnTo>
                <a:lnTo>
                  <a:pt x="13816" y="10787"/>
                </a:lnTo>
                <a:lnTo>
                  <a:pt x="13770" y="10373"/>
                </a:lnTo>
                <a:lnTo>
                  <a:pt x="13678" y="10006"/>
                </a:lnTo>
                <a:lnTo>
                  <a:pt x="13494" y="9685"/>
                </a:lnTo>
                <a:lnTo>
                  <a:pt x="13219" y="9364"/>
                </a:lnTo>
                <a:lnTo>
                  <a:pt x="13035" y="9180"/>
                </a:lnTo>
                <a:lnTo>
                  <a:pt x="12668" y="8859"/>
                </a:lnTo>
                <a:lnTo>
                  <a:pt x="12393" y="8675"/>
                </a:lnTo>
                <a:lnTo>
                  <a:pt x="12118" y="8538"/>
                </a:lnTo>
                <a:lnTo>
                  <a:pt x="11750" y="8446"/>
                </a:lnTo>
                <a:lnTo>
                  <a:pt x="11291" y="8400"/>
                </a:lnTo>
                <a:lnTo>
                  <a:pt x="10603" y="8400"/>
                </a:lnTo>
                <a:lnTo>
                  <a:pt x="12118" y="6885"/>
                </a:lnTo>
                <a:lnTo>
                  <a:pt x="12347" y="6610"/>
                </a:lnTo>
                <a:lnTo>
                  <a:pt x="12531" y="6289"/>
                </a:lnTo>
                <a:lnTo>
                  <a:pt x="12622" y="5967"/>
                </a:lnTo>
                <a:lnTo>
                  <a:pt x="12668" y="5646"/>
                </a:lnTo>
                <a:lnTo>
                  <a:pt x="12622" y="5325"/>
                </a:lnTo>
                <a:lnTo>
                  <a:pt x="12531" y="5004"/>
                </a:lnTo>
                <a:lnTo>
                  <a:pt x="12347" y="4682"/>
                </a:lnTo>
                <a:lnTo>
                  <a:pt x="12118" y="4407"/>
                </a:lnTo>
                <a:lnTo>
                  <a:pt x="9088" y="1378"/>
                </a:lnTo>
                <a:lnTo>
                  <a:pt x="9915" y="1240"/>
                </a:lnTo>
                <a:lnTo>
                  <a:pt x="10741" y="1194"/>
                </a:lnTo>
                <a:close/>
                <a:moveTo>
                  <a:pt x="2892" y="13678"/>
                </a:moveTo>
                <a:lnTo>
                  <a:pt x="2892" y="17533"/>
                </a:lnTo>
                <a:lnTo>
                  <a:pt x="1148" y="17533"/>
                </a:lnTo>
                <a:lnTo>
                  <a:pt x="1148" y="13678"/>
                </a:lnTo>
                <a:close/>
                <a:moveTo>
                  <a:pt x="6472" y="12118"/>
                </a:moveTo>
                <a:lnTo>
                  <a:pt x="6794" y="12163"/>
                </a:lnTo>
                <a:lnTo>
                  <a:pt x="7069" y="12255"/>
                </a:lnTo>
                <a:lnTo>
                  <a:pt x="7298" y="12393"/>
                </a:lnTo>
                <a:lnTo>
                  <a:pt x="7482" y="12622"/>
                </a:lnTo>
                <a:lnTo>
                  <a:pt x="7620" y="12852"/>
                </a:lnTo>
                <a:lnTo>
                  <a:pt x="7803" y="13035"/>
                </a:lnTo>
                <a:lnTo>
                  <a:pt x="8033" y="13219"/>
                </a:lnTo>
                <a:lnTo>
                  <a:pt x="8262" y="13311"/>
                </a:lnTo>
                <a:lnTo>
                  <a:pt x="8584" y="13449"/>
                </a:lnTo>
                <a:lnTo>
                  <a:pt x="9043" y="13494"/>
                </a:lnTo>
                <a:lnTo>
                  <a:pt x="10878" y="13494"/>
                </a:lnTo>
                <a:lnTo>
                  <a:pt x="11062" y="13540"/>
                </a:lnTo>
                <a:lnTo>
                  <a:pt x="11246" y="13632"/>
                </a:lnTo>
                <a:lnTo>
                  <a:pt x="11383" y="13816"/>
                </a:lnTo>
                <a:lnTo>
                  <a:pt x="11475" y="13999"/>
                </a:lnTo>
                <a:lnTo>
                  <a:pt x="11475" y="14137"/>
                </a:lnTo>
                <a:lnTo>
                  <a:pt x="11429" y="14275"/>
                </a:lnTo>
                <a:lnTo>
                  <a:pt x="11337" y="14458"/>
                </a:lnTo>
                <a:lnTo>
                  <a:pt x="11154" y="14596"/>
                </a:lnTo>
                <a:lnTo>
                  <a:pt x="11016" y="14642"/>
                </a:lnTo>
                <a:lnTo>
                  <a:pt x="7712" y="14642"/>
                </a:lnTo>
                <a:lnTo>
                  <a:pt x="7482" y="14688"/>
                </a:lnTo>
                <a:lnTo>
                  <a:pt x="7298" y="14825"/>
                </a:lnTo>
                <a:lnTo>
                  <a:pt x="7161" y="15009"/>
                </a:lnTo>
                <a:lnTo>
                  <a:pt x="7161" y="15238"/>
                </a:lnTo>
                <a:lnTo>
                  <a:pt x="7207" y="15468"/>
                </a:lnTo>
                <a:lnTo>
                  <a:pt x="7344" y="15606"/>
                </a:lnTo>
                <a:lnTo>
                  <a:pt x="7528" y="15743"/>
                </a:lnTo>
                <a:lnTo>
                  <a:pt x="7712" y="15789"/>
                </a:lnTo>
                <a:lnTo>
                  <a:pt x="11980" y="15789"/>
                </a:lnTo>
                <a:lnTo>
                  <a:pt x="12668" y="15743"/>
                </a:lnTo>
                <a:lnTo>
                  <a:pt x="13311" y="15652"/>
                </a:lnTo>
                <a:lnTo>
                  <a:pt x="13953" y="15468"/>
                </a:lnTo>
                <a:lnTo>
                  <a:pt x="14550" y="15238"/>
                </a:lnTo>
                <a:lnTo>
                  <a:pt x="17304" y="13999"/>
                </a:lnTo>
                <a:lnTo>
                  <a:pt x="17625" y="13999"/>
                </a:lnTo>
                <a:lnTo>
                  <a:pt x="17763" y="14091"/>
                </a:lnTo>
                <a:lnTo>
                  <a:pt x="17900" y="14229"/>
                </a:lnTo>
                <a:lnTo>
                  <a:pt x="17946" y="14366"/>
                </a:lnTo>
                <a:lnTo>
                  <a:pt x="17946" y="14550"/>
                </a:lnTo>
                <a:lnTo>
                  <a:pt x="17855" y="14688"/>
                </a:lnTo>
                <a:lnTo>
                  <a:pt x="17717" y="14825"/>
                </a:lnTo>
                <a:lnTo>
                  <a:pt x="14275" y="16845"/>
                </a:lnTo>
                <a:lnTo>
                  <a:pt x="13678" y="17120"/>
                </a:lnTo>
                <a:lnTo>
                  <a:pt x="13035" y="17350"/>
                </a:lnTo>
                <a:lnTo>
                  <a:pt x="12347" y="17487"/>
                </a:lnTo>
                <a:lnTo>
                  <a:pt x="11659" y="17533"/>
                </a:lnTo>
                <a:lnTo>
                  <a:pt x="4040" y="17533"/>
                </a:lnTo>
                <a:lnTo>
                  <a:pt x="4040" y="13219"/>
                </a:lnTo>
                <a:lnTo>
                  <a:pt x="4040" y="13035"/>
                </a:lnTo>
                <a:lnTo>
                  <a:pt x="4086" y="12852"/>
                </a:lnTo>
                <a:lnTo>
                  <a:pt x="4132" y="12668"/>
                </a:lnTo>
                <a:lnTo>
                  <a:pt x="4315" y="12485"/>
                </a:lnTo>
                <a:lnTo>
                  <a:pt x="4545" y="12301"/>
                </a:lnTo>
                <a:lnTo>
                  <a:pt x="4866" y="12163"/>
                </a:lnTo>
                <a:lnTo>
                  <a:pt x="5371" y="12118"/>
                </a:lnTo>
                <a:close/>
                <a:moveTo>
                  <a:pt x="10695" y="1"/>
                </a:moveTo>
                <a:lnTo>
                  <a:pt x="10098" y="47"/>
                </a:lnTo>
                <a:lnTo>
                  <a:pt x="9547" y="93"/>
                </a:lnTo>
                <a:lnTo>
                  <a:pt x="8997" y="185"/>
                </a:lnTo>
                <a:lnTo>
                  <a:pt x="8492" y="276"/>
                </a:lnTo>
                <a:lnTo>
                  <a:pt x="7987" y="460"/>
                </a:lnTo>
                <a:lnTo>
                  <a:pt x="7482" y="644"/>
                </a:lnTo>
                <a:lnTo>
                  <a:pt x="7023" y="873"/>
                </a:lnTo>
                <a:lnTo>
                  <a:pt x="6564" y="1102"/>
                </a:lnTo>
                <a:lnTo>
                  <a:pt x="6105" y="1378"/>
                </a:lnTo>
                <a:lnTo>
                  <a:pt x="5692" y="1699"/>
                </a:lnTo>
                <a:lnTo>
                  <a:pt x="5279" y="2020"/>
                </a:lnTo>
                <a:lnTo>
                  <a:pt x="4912" y="2342"/>
                </a:lnTo>
                <a:lnTo>
                  <a:pt x="4545" y="2709"/>
                </a:lnTo>
                <a:lnTo>
                  <a:pt x="4223" y="3122"/>
                </a:lnTo>
                <a:lnTo>
                  <a:pt x="3948" y="3489"/>
                </a:lnTo>
                <a:lnTo>
                  <a:pt x="3627" y="3948"/>
                </a:lnTo>
                <a:lnTo>
                  <a:pt x="3397" y="4361"/>
                </a:lnTo>
                <a:lnTo>
                  <a:pt x="3168" y="4820"/>
                </a:lnTo>
                <a:lnTo>
                  <a:pt x="2984" y="5279"/>
                </a:lnTo>
                <a:lnTo>
                  <a:pt x="2801" y="5784"/>
                </a:lnTo>
                <a:lnTo>
                  <a:pt x="2663" y="6243"/>
                </a:lnTo>
                <a:lnTo>
                  <a:pt x="2525" y="6748"/>
                </a:lnTo>
                <a:lnTo>
                  <a:pt x="2479" y="7253"/>
                </a:lnTo>
                <a:lnTo>
                  <a:pt x="2433" y="7757"/>
                </a:lnTo>
                <a:lnTo>
                  <a:pt x="2388" y="8308"/>
                </a:lnTo>
                <a:lnTo>
                  <a:pt x="2388" y="8813"/>
                </a:lnTo>
                <a:lnTo>
                  <a:pt x="2479" y="9318"/>
                </a:lnTo>
                <a:lnTo>
                  <a:pt x="2525" y="9869"/>
                </a:lnTo>
                <a:lnTo>
                  <a:pt x="2663" y="10373"/>
                </a:lnTo>
                <a:lnTo>
                  <a:pt x="2801" y="10924"/>
                </a:lnTo>
                <a:lnTo>
                  <a:pt x="3030" y="11429"/>
                </a:lnTo>
                <a:lnTo>
                  <a:pt x="3260" y="11934"/>
                </a:lnTo>
                <a:lnTo>
                  <a:pt x="3076" y="12255"/>
                </a:lnTo>
                <a:lnTo>
                  <a:pt x="2938" y="12576"/>
                </a:lnTo>
                <a:lnTo>
                  <a:pt x="552" y="12576"/>
                </a:lnTo>
                <a:lnTo>
                  <a:pt x="368" y="12622"/>
                </a:lnTo>
                <a:lnTo>
                  <a:pt x="185" y="12760"/>
                </a:lnTo>
                <a:lnTo>
                  <a:pt x="47" y="12898"/>
                </a:lnTo>
                <a:lnTo>
                  <a:pt x="1" y="13127"/>
                </a:lnTo>
                <a:lnTo>
                  <a:pt x="1" y="18130"/>
                </a:lnTo>
                <a:lnTo>
                  <a:pt x="47" y="18359"/>
                </a:lnTo>
                <a:lnTo>
                  <a:pt x="185" y="18497"/>
                </a:lnTo>
                <a:lnTo>
                  <a:pt x="368" y="18635"/>
                </a:lnTo>
                <a:lnTo>
                  <a:pt x="552" y="18681"/>
                </a:lnTo>
                <a:lnTo>
                  <a:pt x="12072" y="18681"/>
                </a:lnTo>
                <a:lnTo>
                  <a:pt x="12485" y="18635"/>
                </a:lnTo>
                <a:lnTo>
                  <a:pt x="13311" y="18451"/>
                </a:lnTo>
                <a:lnTo>
                  <a:pt x="14091" y="18176"/>
                </a:lnTo>
                <a:lnTo>
                  <a:pt x="14504" y="18038"/>
                </a:lnTo>
                <a:lnTo>
                  <a:pt x="14871" y="17809"/>
                </a:lnTo>
                <a:lnTo>
                  <a:pt x="18268" y="15835"/>
                </a:lnTo>
                <a:lnTo>
                  <a:pt x="18543" y="15652"/>
                </a:lnTo>
                <a:lnTo>
                  <a:pt x="18727" y="15468"/>
                </a:lnTo>
                <a:lnTo>
                  <a:pt x="18864" y="15284"/>
                </a:lnTo>
                <a:lnTo>
                  <a:pt x="18956" y="15055"/>
                </a:lnTo>
                <a:lnTo>
                  <a:pt x="19048" y="14825"/>
                </a:lnTo>
                <a:lnTo>
                  <a:pt x="19094" y="14550"/>
                </a:lnTo>
                <a:lnTo>
                  <a:pt x="19048" y="14321"/>
                </a:lnTo>
                <a:lnTo>
                  <a:pt x="19048" y="14091"/>
                </a:lnTo>
                <a:lnTo>
                  <a:pt x="18956" y="13862"/>
                </a:lnTo>
                <a:lnTo>
                  <a:pt x="18864" y="13632"/>
                </a:lnTo>
                <a:lnTo>
                  <a:pt x="18727" y="13449"/>
                </a:lnTo>
                <a:lnTo>
                  <a:pt x="18543" y="13265"/>
                </a:lnTo>
                <a:lnTo>
                  <a:pt x="18359" y="13127"/>
                </a:lnTo>
                <a:lnTo>
                  <a:pt x="18130" y="12990"/>
                </a:lnTo>
                <a:lnTo>
                  <a:pt x="17855" y="12898"/>
                </a:lnTo>
                <a:lnTo>
                  <a:pt x="17579" y="12852"/>
                </a:lnTo>
                <a:lnTo>
                  <a:pt x="17900" y="12347"/>
                </a:lnTo>
                <a:lnTo>
                  <a:pt x="18176" y="11842"/>
                </a:lnTo>
                <a:lnTo>
                  <a:pt x="18405" y="11291"/>
                </a:lnTo>
                <a:lnTo>
                  <a:pt x="18635" y="10695"/>
                </a:lnTo>
                <a:lnTo>
                  <a:pt x="18773" y="10098"/>
                </a:lnTo>
                <a:lnTo>
                  <a:pt x="18864" y="9501"/>
                </a:lnTo>
                <a:lnTo>
                  <a:pt x="18956" y="8905"/>
                </a:lnTo>
                <a:lnTo>
                  <a:pt x="18956" y="8308"/>
                </a:lnTo>
                <a:lnTo>
                  <a:pt x="18910" y="7436"/>
                </a:lnTo>
                <a:lnTo>
                  <a:pt x="18818" y="6610"/>
                </a:lnTo>
                <a:lnTo>
                  <a:pt x="18589" y="5830"/>
                </a:lnTo>
                <a:lnTo>
                  <a:pt x="18314" y="5050"/>
                </a:lnTo>
                <a:lnTo>
                  <a:pt x="17946" y="4315"/>
                </a:lnTo>
                <a:lnTo>
                  <a:pt x="17533" y="3627"/>
                </a:lnTo>
                <a:lnTo>
                  <a:pt x="17074" y="3030"/>
                </a:lnTo>
                <a:lnTo>
                  <a:pt x="16524" y="2433"/>
                </a:lnTo>
                <a:lnTo>
                  <a:pt x="15927" y="1883"/>
                </a:lnTo>
                <a:lnTo>
                  <a:pt x="15284" y="1424"/>
                </a:lnTo>
                <a:lnTo>
                  <a:pt x="14642" y="1011"/>
                </a:lnTo>
                <a:lnTo>
                  <a:pt x="13908" y="644"/>
                </a:lnTo>
                <a:lnTo>
                  <a:pt x="13127" y="368"/>
                </a:lnTo>
                <a:lnTo>
                  <a:pt x="12347" y="185"/>
                </a:lnTo>
                <a:lnTo>
                  <a:pt x="11521" y="47"/>
                </a:lnTo>
                <a:lnTo>
                  <a:pt x="106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 name="Google Shape;503;p46"/>
          <p:cNvGrpSpPr/>
          <p:nvPr/>
        </p:nvGrpSpPr>
        <p:grpSpPr>
          <a:xfrm>
            <a:off x="6899117" y="2036998"/>
            <a:ext cx="439162" cy="366321"/>
            <a:chOff x="5348917" y="3503336"/>
            <a:chExt cx="439162" cy="366321"/>
          </a:xfrm>
        </p:grpSpPr>
        <p:sp>
          <p:nvSpPr>
            <p:cNvPr id="504" name="Google Shape;504;p46"/>
            <p:cNvSpPr/>
            <p:nvPr/>
          </p:nvSpPr>
          <p:spPr>
            <a:xfrm>
              <a:off x="5348917" y="3503336"/>
              <a:ext cx="439162" cy="366321"/>
            </a:xfrm>
            <a:custGeom>
              <a:rect b="b" l="l" r="r" t="t"/>
              <a:pathLst>
                <a:path extrusionOk="0" h="15927" w="19094">
                  <a:moveTo>
                    <a:pt x="6518" y="1102"/>
                  </a:moveTo>
                  <a:lnTo>
                    <a:pt x="6610" y="1148"/>
                  </a:lnTo>
                  <a:lnTo>
                    <a:pt x="6656" y="1194"/>
                  </a:lnTo>
                  <a:lnTo>
                    <a:pt x="6701" y="1240"/>
                  </a:lnTo>
                  <a:lnTo>
                    <a:pt x="6747" y="1332"/>
                  </a:lnTo>
                  <a:lnTo>
                    <a:pt x="6747" y="2204"/>
                  </a:lnTo>
                  <a:lnTo>
                    <a:pt x="6701" y="2296"/>
                  </a:lnTo>
                  <a:lnTo>
                    <a:pt x="6656" y="2342"/>
                  </a:lnTo>
                  <a:lnTo>
                    <a:pt x="6610" y="2387"/>
                  </a:lnTo>
                  <a:lnTo>
                    <a:pt x="6518" y="2433"/>
                  </a:lnTo>
                  <a:lnTo>
                    <a:pt x="1378" y="2433"/>
                  </a:lnTo>
                  <a:lnTo>
                    <a:pt x="1286" y="2387"/>
                  </a:lnTo>
                  <a:lnTo>
                    <a:pt x="1194" y="2342"/>
                  </a:lnTo>
                  <a:lnTo>
                    <a:pt x="1148" y="2296"/>
                  </a:lnTo>
                  <a:lnTo>
                    <a:pt x="1148" y="2204"/>
                  </a:lnTo>
                  <a:lnTo>
                    <a:pt x="1148" y="1332"/>
                  </a:lnTo>
                  <a:lnTo>
                    <a:pt x="1148" y="1240"/>
                  </a:lnTo>
                  <a:lnTo>
                    <a:pt x="1194" y="1194"/>
                  </a:lnTo>
                  <a:lnTo>
                    <a:pt x="1286" y="1148"/>
                  </a:lnTo>
                  <a:lnTo>
                    <a:pt x="1378" y="1102"/>
                  </a:lnTo>
                  <a:close/>
                  <a:moveTo>
                    <a:pt x="10419" y="6334"/>
                  </a:moveTo>
                  <a:lnTo>
                    <a:pt x="10419" y="8033"/>
                  </a:lnTo>
                  <a:lnTo>
                    <a:pt x="8583" y="8033"/>
                  </a:lnTo>
                  <a:lnTo>
                    <a:pt x="10419" y="6334"/>
                  </a:lnTo>
                  <a:close/>
                  <a:moveTo>
                    <a:pt x="14274" y="6334"/>
                  </a:moveTo>
                  <a:lnTo>
                    <a:pt x="14274" y="8033"/>
                  </a:lnTo>
                  <a:lnTo>
                    <a:pt x="12439" y="8033"/>
                  </a:lnTo>
                  <a:lnTo>
                    <a:pt x="14274" y="6334"/>
                  </a:lnTo>
                  <a:close/>
                  <a:moveTo>
                    <a:pt x="17946" y="6472"/>
                  </a:moveTo>
                  <a:lnTo>
                    <a:pt x="17946" y="8033"/>
                  </a:lnTo>
                  <a:lnTo>
                    <a:pt x="16248" y="8033"/>
                  </a:lnTo>
                  <a:lnTo>
                    <a:pt x="17946" y="6472"/>
                  </a:lnTo>
                  <a:close/>
                  <a:moveTo>
                    <a:pt x="17946" y="9180"/>
                  </a:moveTo>
                  <a:lnTo>
                    <a:pt x="17946" y="11429"/>
                  </a:lnTo>
                  <a:lnTo>
                    <a:pt x="15559" y="11429"/>
                  </a:lnTo>
                  <a:lnTo>
                    <a:pt x="15559" y="11199"/>
                  </a:lnTo>
                  <a:lnTo>
                    <a:pt x="15559" y="10924"/>
                  </a:lnTo>
                  <a:lnTo>
                    <a:pt x="15468" y="10695"/>
                  </a:lnTo>
                  <a:lnTo>
                    <a:pt x="15330" y="10465"/>
                  </a:lnTo>
                  <a:lnTo>
                    <a:pt x="15192" y="10282"/>
                  </a:lnTo>
                  <a:lnTo>
                    <a:pt x="15009" y="10144"/>
                  </a:lnTo>
                  <a:lnTo>
                    <a:pt x="14779" y="10006"/>
                  </a:lnTo>
                  <a:lnTo>
                    <a:pt x="14550" y="9914"/>
                  </a:lnTo>
                  <a:lnTo>
                    <a:pt x="11153" y="9914"/>
                  </a:lnTo>
                  <a:lnTo>
                    <a:pt x="10924" y="10006"/>
                  </a:lnTo>
                  <a:lnTo>
                    <a:pt x="10694" y="10144"/>
                  </a:lnTo>
                  <a:lnTo>
                    <a:pt x="10511" y="10282"/>
                  </a:lnTo>
                  <a:lnTo>
                    <a:pt x="10327" y="10465"/>
                  </a:lnTo>
                  <a:lnTo>
                    <a:pt x="10236" y="10695"/>
                  </a:lnTo>
                  <a:lnTo>
                    <a:pt x="10144" y="10924"/>
                  </a:lnTo>
                  <a:lnTo>
                    <a:pt x="10144" y="11199"/>
                  </a:lnTo>
                  <a:lnTo>
                    <a:pt x="10144" y="11429"/>
                  </a:lnTo>
                  <a:lnTo>
                    <a:pt x="7574" y="11429"/>
                  </a:lnTo>
                  <a:lnTo>
                    <a:pt x="7482" y="9180"/>
                  </a:lnTo>
                  <a:close/>
                  <a:moveTo>
                    <a:pt x="10144" y="12530"/>
                  </a:moveTo>
                  <a:lnTo>
                    <a:pt x="10144" y="14779"/>
                  </a:lnTo>
                  <a:lnTo>
                    <a:pt x="7711" y="14779"/>
                  </a:lnTo>
                  <a:lnTo>
                    <a:pt x="7619" y="12530"/>
                  </a:lnTo>
                  <a:close/>
                  <a:moveTo>
                    <a:pt x="14274" y="11016"/>
                  </a:moveTo>
                  <a:lnTo>
                    <a:pt x="14412" y="11062"/>
                  </a:lnTo>
                  <a:lnTo>
                    <a:pt x="14458" y="11199"/>
                  </a:lnTo>
                  <a:lnTo>
                    <a:pt x="14458" y="14779"/>
                  </a:lnTo>
                  <a:lnTo>
                    <a:pt x="11291" y="14779"/>
                  </a:lnTo>
                  <a:lnTo>
                    <a:pt x="11291" y="11429"/>
                  </a:lnTo>
                  <a:lnTo>
                    <a:pt x="11291" y="11199"/>
                  </a:lnTo>
                  <a:lnTo>
                    <a:pt x="11337" y="11062"/>
                  </a:lnTo>
                  <a:lnTo>
                    <a:pt x="11429" y="11016"/>
                  </a:lnTo>
                  <a:close/>
                  <a:moveTo>
                    <a:pt x="17946" y="12530"/>
                  </a:moveTo>
                  <a:lnTo>
                    <a:pt x="17946" y="14779"/>
                  </a:lnTo>
                  <a:lnTo>
                    <a:pt x="15559" y="14779"/>
                  </a:lnTo>
                  <a:lnTo>
                    <a:pt x="15559" y="12530"/>
                  </a:lnTo>
                  <a:close/>
                  <a:moveTo>
                    <a:pt x="6151" y="3581"/>
                  </a:moveTo>
                  <a:lnTo>
                    <a:pt x="6564" y="14825"/>
                  </a:lnTo>
                  <a:lnTo>
                    <a:pt x="1240" y="14825"/>
                  </a:lnTo>
                  <a:lnTo>
                    <a:pt x="1699" y="3581"/>
                  </a:lnTo>
                  <a:close/>
                  <a:moveTo>
                    <a:pt x="1378" y="1"/>
                  </a:moveTo>
                  <a:lnTo>
                    <a:pt x="1102" y="47"/>
                  </a:lnTo>
                  <a:lnTo>
                    <a:pt x="827" y="93"/>
                  </a:lnTo>
                  <a:lnTo>
                    <a:pt x="597" y="230"/>
                  </a:lnTo>
                  <a:lnTo>
                    <a:pt x="414" y="414"/>
                  </a:lnTo>
                  <a:lnTo>
                    <a:pt x="230" y="597"/>
                  </a:lnTo>
                  <a:lnTo>
                    <a:pt x="92" y="827"/>
                  </a:lnTo>
                  <a:lnTo>
                    <a:pt x="1" y="1102"/>
                  </a:lnTo>
                  <a:lnTo>
                    <a:pt x="1" y="1378"/>
                  </a:lnTo>
                  <a:lnTo>
                    <a:pt x="1" y="2204"/>
                  </a:lnTo>
                  <a:lnTo>
                    <a:pt x="47" y="2525"/>
                  </a:lnTo>
                  <a:lnTo>
                    <a:pt x="138" y="2846"/>
                  </a:lnTo>
                  <a:lnTo>
                    <a:pt x="322" y="3076"/>
                  </a:lnTo>
                  <a:lnTo>
                    <a:pt x="551" y="3305"/>
                  </a:lnTo>
                  <a:lnTo>
                    <a:pt x="92" y="15376"/>
                  </a:lnTo>
                  <a:lnTo>
                    <a:pt x="92" y="15560"/>
                  </a:lnTo>
                  <a:lnTo>
                    <a:pt x="230" y="15789"/>
                  </a:lnTo>
                  <a:lnTo>
                    <a:pt x="414" y="15881"/>
                  </a:lnTo>
                  <a:lnTo>
                    <a:pt x="643" y="15927"/>
                  </a:lnTo>
                  <a:lnTo>
                    <a:pt x="18543" y="15927"/>
                  </a:lnTo>
                  <a:lnTo>
                    <a:pt x="18818" y="15789"/>
                  </a:lnTo>
                  <a:lnTo>
                    <a:pt x="19002" y="15605"/>
                  </a:lnTo>
                  <a:lnTo>
                    <a:pt x="19048" y="15468"/>
                  </a:lnTo>
                  <a:lnTo>
                    <a:pt x="19048" y="15376"/>
                  </a:lnTo>
                  <a:lnTo>
                    <a:pt x="19048" y="8629"/>
                  </a:lnTo>
                  <a:lnTo>
                    <a:pt x="19093" y="8629"/>
                  </a:lnTo>
                  <a:lnTo>
                    <a:pt x="19093" y="5233"/>
                  </a:lnTo>
                  <a:lnTo>
                    <a:pt x="19093" y="5095"/>
                  </a:lnTo>
                  <a:lnTo>
                    <a:pt x="19048" y="4958"/>
                  </a:lnTo>
                  <a:lnTo>
                    <a:pt x="19002" y="4866"/>
                  </a:lnTo>
                  <a:lnTo>
                    <a:pt x="18910" y="4774"/>
                  </a:lnTo>
                  <a:lnTo>
                    <a:pt x="18726" y="4636"/>
                  </a:lnTo>
                  <a:lnTo>
                    <a:pt x="18497" y="4636"/>
                  </a:lnTo>
                  <a:lnTo>
                    <a:pt x="18313" y="4682"/>
                  </a:lnTo>
                  <a:lnTo>
                    <a:pt x="18176" y="4774"/>
                  </a:lnTo>
                  <a:lnTo>
                    <a:pt x="15422" y="7344"/>
                  </a:lnTo>
                  <a:lnTo>
                    <a:pt x="15422" y="5004"/>
                  </a:lnTo>
                  <a:lnTo>
                    <a:pt x="15376" y="4866"/>
                  </a:lnTo>
                  <a:lnTo>
                    <a:pt x="15330" y="4728"/>
                  </a:lnTo>
                  <a:lnTo>
                    <a:pt x="15238" y="4590"/>
                  </a:lnTo>
                  <a:lnTo>
                    <a:pt x="15055" y="4499"/>
                  </a:lnTo>
                  <a:lnTo>
                    <a:pt x="14917" y="4453"/>
                  </a:lnTo>
                  <a:lnTo>
                    <a:pt x="14733" y="4453"/>
                  </a:lnTo>
                  <a:lnTo>
                    <a:pt x="14596" y="4499"/>
                  </a:lnTo>
                  <a:lnTo>
                    <a:pt x="14458" y="4590"/>
                  </a:lnTo>
                  <a:lnTo>
                    <a:pt x="11521" y="7344"/>
                  </a:lnTo>
                  <a:lnTo>
                    <a:pt x="11521" y="5049"/>
                  </a:lnTo>
                  <a:lnTo>
                    <a:pt x="11521" y="4866"/>
                  </a:lnTo>
                  <a:lnTo>
                    <a:pt x="11429" y="4728"/>
                  </a:lnTo>
                  <a:lnTo>
                    <a:pt x="11337" y="4636"/>
                  </a:lnTo>
                  <a:lnTo>
                    <a:pt x="11199" y="4545"/>
                  </a:lnTo>
                  <a:lnTo>
                    <a:pt x="11062" y="4499"/>
                  </a:lnTo>
                  <a:lnTo>
                    <a:pt x="10878" y="4499"/>
                  </a:lnTo>
                  <a:lnTo>
                    <a:pt x="10740" y="4545"/>
                  </a:lnTo>
                  <a:lnTo>
                    <a:pt x="10603" y="4636"/>
                  </a:lnTo>
                  <a:lnTo>
                    <a:pt x="7436" y="7620"/>
                  </a:lnTo>
                  <a:lnTo>
                    <a:pt x="7252" y="3305"/>
                  </a:lnTo>
                  <a:lnTo>
                    <a:pt x="7482" y="3122"/>
                  </a:lnTo>
                  <a:lnTo>
                    <a:pt x="7711" y="2846"/>
                  </a:lnTo>
                  <a:lnTo>
                    <a:pt x="7803" y="2525"/>
                  </a:lnTo>
                  <a:lnTo>
                    <a:pt x="7849" y="2204"/>
                  </a:lnTo>
                  <a:lnTo>
                    <a:pt x="7849" y="1378"/>
                  </a:lnTo>
                  <a:lnTo>
                    <a:pt x="7849" y="1102"/>
                  </a:lnTo>
                  <a:lnTo>
                    <a:pt x="7757" y="827"/>
                  </a:lnTo>
                  <a:lnTo>
                    <a:pt x="7619" y="597"/>
                  </a:lnTo>
                  <a:lnTo>
                    <a:pt x="7436" y="414"/>
                  </a:lnTo>
                  <a:lnTo>
                    <a:pt x="7252" y="230"/>
                  </a:lnTo>
                  <a:lnTo>
                    <a:pt x="7023" y="93"/>
                  </a:lnTo>
                  <a:lnTo>
                    <a:pt x="6747" y="47"/>
                  </a:lnTo>
                  <a:lnTo>
                    <a:pt x="6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6"/>
            <p:cNvSpPr/>
            <p:nvPr/>
          </p:nvSpPr>
          <p:spPr>
            <a:xfrm>
              <a:off x="5392203" y="3659575"/>
              <a:ext cx="92920" cy="158355"/>
            </a:xfrm>
            <a:custGeom>
              <a:rect b="b" l="l" r="r" t="t"/>
              <a:pathLst>
                <a:path extrusionOk="0" h="6885" w="4040">
                  <a:moveTo>
                    <a:pt x="2020" y="1653"/>
                  </a:moveTo>
                  <a:lnTo>
                    <a:pt x="2571" y="2617"/>
                  </a:lnTo>
                  <a:lnTo>
                    <a:pt x="2800" y="3213"/>
                  </a:lnTo>
                  <a:lnTo>
                    <a:pt x="2892" y="3443"/>
                  </a:lnTo>
                  <a:lnTo>
                    <a:pt x="2938" y="3626"/>
                  </a:lnTo>
                  <a:lnTo>
                    <a:pt x="2892" y="3856"/>
                  </a:lnTo>
                  <a:lnTo>
                    <a:pt x="2846" y="4039"/>
                  </a:lnTo>
                  <a:lnTo>
                    <a:pt x="2708" y="4223"/>
                  </a:lnTo>
                  <a:lnTo>
                    <a:pt x="2571" y="4361"/>
                  </a:lnTo>
                  <a:lnTo>
                    <a:pt x="2571" y="3856"/>
                  </a:lnTo>
                  <a:lnTo>
                    <a:pt x="2525" y="3626"/>
                  </a:lnTo>
                  <a:lnTo>
                    <a:pt x="2433" y="3443"/>
                  </a:lnTo>
                  <a:lnTo>
                    <a:pt x="2249" y="3351"/>
                  </a:lnTo>
                  <a:lnTo>
                    <a:pt x="2020" y="3305"/>
                  </a:lnTo>
                  <a:lnTo>
                    <a:pt x="1790" y="3351"/>
                  </a:lnTo>
                  <a:lnTo>
                    <a:pt x="1607" y="3443"/>
                  </a:lnTo>
                  <a:lnTo>
                    <a:pt x="1515" y="3626"/>
                  </a:lnTo>
                  <a:lnTo>
                    <a:pt x="1469" y="3856"/>
                  </a:lnTo>
                  <a:lnTo>
                    <a:pt x="1469" y="4361"/>
                  </a:lnTo>
                  <a:lnTo>
                    <a:pt x="1331" y="4223"/>
                  </a:lnTo>
                  <a:lnTo>
                    <a:pt x="1240" y="4039"/>
                  </a:lnTo>
                  <a:lnTo>
                    <a:pt x="1148" y="3856"/>
                  </a:lnTo>
                  <a:lnTo>
                    <a:pt x="1148" y="3626"/>
                  </a:lnTo>
                  <a:lnTo>
                    <a:pt x="1194" y="3305"/>
                  </a:lnTo>
                  <a:lnTo>
                    <a:pt x="1377" y="2846"/>
                  </a:lnTo>
                  <a:lnTo>
                    <a:pt x="1699" y="2249"/>
                  </a:lnTo>
                  <a:lnTo>
                    <a:pt x="2020" y="1653"/>
                  </a:lnTo>
                  <a:close/>
                  <a:moveTo>
                    <a:pt x="1882" y="0"/>
                  </a:moveTo>
                  <a:lnTo>
                    <a:pt x="1744" y="46"/>
                  </a:lnTo>
                  <a:lnTo>
                    <a:pt x="1653" y="138"/>
                  </a:lnTo>
                  <a:lnTo>
                    <a:pt x="1561" y="276"/>
                  </a:lnTo>
                  <a:lnTo>
                    <a:pt x="1102" y="964"/>
                  </a:lnTo>
                  <a:lnTo>
                    <a:pt x="597" y="1882"/>
                  </a:lnTo>
                  <a:lnTo>
                    <a:pt x="368" y="2387"/>
                  </a:lnTo>
                  <a:lnTo>
                    <a:pt x="184" y="2846"/>
                  </a:lnTo>
                  <a:lnTo>
                    <a:pt x="46" y="3305"/>
                  </a:lnTo>
                  <a:lnTo>
                    <a:pt x="0" y="3626"/>
                  </a:lnTo>
                  <a:lnTo>
                    <a:pt x="46" y="3993"/>
                  </a:lnTo>
                  <a:lnTo>
                    <a:pt x="138" y="4315"/>
                  </a:lnTo>
                  <a:lnTo>
                    <a:pt x="230" y="4590"/>
                  </a:lnTo>
                  <a:lnTo>
                    <a:pt x="413" y="4865"/>
                  </a:lnTo>
                  <a:lnTo>
                    <a:pt x="643" y="5095"/>
                  </a:lnTo>
                  <a:lnTo>
                    <a:pt x="872" y="5324"/>
                  </a:lnTo>
                  <a:lnTo>
                    <a:pt x="1148" y="5462"/>
                  </a:lnTo>
                  <a:lnTo>
                    <a:pt x="1469" y="5600"/>
                  </a:lnTo>
                  <a:lnTo>
                    <a:pt x="1469" y="6334"/>
                  </a:lnTo>
                  <a:lnTo>
                    <a:pt x="1515" y="6564"/>
                  </a:lnTo>
                  <a:lnTo>
                    <a:pt x="1607" y="6747"/>
                  </a:lnTo>
                  <a:lnTo>
                    <a:pt x="1790" y="6839"/>
                  </a:lnTo>
                  <a:lnTo>
                    <a:pt x="2020" y="6885"/>
                  </a:lnTo>
                  <a:lnTo>
                    <a:pt x="2249" y="6839"/>
                  </a:lnTo>
                  <a:lnTo>
                    <a:pt x="2433" y="6747"/>
                  </a:lnTo>
                  <a:lnTo>
                    <a:pt x="2525" y="6564"/>
                  </a:lnTo>
                  <a:lnTo>
                    <a:pt x="2571" y="6334"/>
                  </a:lnTo>
                  <a:lnTo>
                    <a:pt x="2571" y="5600"/>
                  </a:lnTo>
                  <a:lnTo>
                    <a:pt x="2892" y="5462"/>
                  </a:lnTo>
                  <a:lnTo>
                    <a:pt x="3167" y="5324"/>
                  </a:lnTo>
                  <a:lnTo>
                    <a:pt x="3397" y="5095"/>
                  </a:lnTo>
                  <a:lnTo>
                    <a:pt x="3626" y="4865"/>
                  </a:lnTo>
                  <a:lnTo>
                    <a:pt x="3810" y="4590"/>
                  </a:lnTo>
                  <a:lnTo>
                    <a:pt x="3947" y="4315"/>
                  </a:lnTo>
                  <a:lnTo>
                    <a:pt x="3993" y="3993"/>
                  </a:lnTo>
                  <a:lnTo>
                    <a:pt x="4039" y="3626"/>
                  </a:lnTo>
                  <a:lnTo>
                    <a:pt x="3993" y="3305"/>
                  </a:lnTo>
                  <a:lnTo>
                    <a:pt x="3856" y="2846"/>
                  </a:lnTo>
                  <a:lnTo>
                    <a:pt x="3672" y="2387"/>
                  </a:lnTo>
                  <a:lnTo>
                    <a:pt x="3443" y="1882"/>
                  </a:lnTo>
                  <a:lnTo>
                    <a:pt x="2938" y="964"/>
                  </a:lnTo>
                  <a:lnTo>
                    <a:pt x="2479" y="276"/>
                  </a:lnTo>
                  <a:lnTo>
                    <a:pt x="2387" y="138"/>
                  </a:lnTo>
                  <a:lnTo>
                    <a:pt x="2295" y="46"/>
                  </a:lnTo>
                  <a:lnTo>
                    <a:pt x="21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 name="Shape 509"/>
        <p:cNvGrpSpPr/>
        <p:nvPr/>
      </p:nvGrpSpPr>
      <p:grpSpPr>
        <a:xfrm>
          <a:off x="0" y="0"/>
          <a:ext cx="0" cy="0"/>
          <a:chOff x="0" y="0"/>
          <a:chExt cx="0" cy="0"/>
        </a:xfrm>
      </p:grpSpPr>
      <p:sp>
        <p:nvSpPr>
          <p:cNvPr id="510" name="Google Shape;510;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Reviewing concepts is a good idea</a:t>
            </a:r>
            <a:endParaRPr/>
          </a:p>
        </p:txBody>
      </p:sp>
      <p:sp>
        <p:nvSpPr>
          <p:cNvPr id="511" name="Google Shape;511;p47"/>
          <p:cNvSpPr txBox="1"/>
          <p:nvPr>
            <p:ph idx="1" type="subTitle"/>
          </p:nvPr>
        </p:nvSpPr>
        <p:spPr>
          <a:xfrm>
            <a:off x="1024244" y="2155600"/>
            <a:ext cx="21558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12" name="Google Shape;512;p47"/>
          <p:cNvSpPr txBox="1"/>
          <p:nvPr>
            <p:ph idx="2" type="subTitle"/>
          </p:nvPr>
        </p:nvSpPr>
        <p:spPr>
          <a:xfrm>
            <a:off x="3494094" y="2155600"/>
            <a:ext cx="21558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513" name="Google Shape;513;p47"/>
          <p:cNvSpPr txBox="1"/>
          <p:nvPr>
            <p:ph idx="13" type="subTitle"/>
          </p:nvPr>
        </p:nvSpPr>
        <p:spPr>
          <a:xfrm>
            <a:off x="1024244" y="3590226"/>
            <a:ext cx="2155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14" name="Google Shape;514;p47"/>
          <p:cNvSpPr txBox="1"/>
          <p:nvPr>
            <p:ph idx="8" type="subTitle"/>
          </p:nvPr>
        </p:nvSpPr>
        <p:spPr>
          <a:xfrm>
            <a:off x="3494094" y="1826100"/>
            <a:ext cx="2155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15" name="Google Shape;515;p47"/>
          <p:cNvSpPr txBox="1"/>
          <p:nvPr>
            <p:ph idx="7" type="subTitle"/>
          </p:nvPr>
        </p:nvSpPr>
        <p:spPr>
          <a:xfrm>
            <a:off x="1024244" y="1826100"/>
            <a:ext cx="2155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16" name="Google Shape;516;p47"/>
          <p:cNvSpPr txBox="1"/>
          <p:nvPr>
            <p:ph idx="3" type="subTitle"/>
          </p:nvPr>
        </p:nvSpPr>
        <p:spPr>
          <a:xfrm>
            <a:off x="1024244" y="3919924"/>
            <a:ext cx="21558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517" name="Google Shape;517;p47"/>
          <p:cNvSpPr txBox="1"/>
          <p:nvPr>
            <p:ph idx="4" type="subTitle"/>
          </p:nvPr>
        </p:nvSpPr>
        <p:spPr>
          <a:xfrm>
            <a:off x="3494094" y="3919924"/>
            <a:ext cx="21558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518" name="Google Shape;518;p47"/>
          <p:cNvSpPr txBox="1"/>
          <p:nvPr>
            <p:ph idx="5" type="subTitle"/>
          </p:nvPr>
        </p:nvSpPr>
        <p:spPr>
          <a:xfrm>
            <a:off x="5964019" y="2155604"/>
            <a:ext cx="21558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519" name="Google Shape;519;p47"/>
          <p:cNvSpPr txBox="1"/>
          <p:nvPr>
            <p:ph idx="6" type="subTitle"/>
          </p:nvPr>
        </p:nvSpPr>
        <p:spPr>
          <a:xfrm>
            <a:off x="5964019" y="3919926"/>
            <a:ext cx="21558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20" name="Google Shape;520;p47"/>
          <p:cNvSpPr txBox="1"/>
          <p:nvPr>
            <p:ph idx="9" type="subTitle"/>
          </p:nvPr>
        </p:nvSpPr>
        <p:spPr>
          <a:xfrm>
            <a:off x="5964019" y="1826100"/>
            <a:ext cx="2155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21" name="Google Shape;521;p47"/>
          <p:cNvSpPr txBox="1"/>
          <p:nvPr>
            <p:ph idx="14" type="subTitle"/>
          </p:nvPr>
        </p:nvSpPr>
        <p:spPr>
          <a:xfrm>
            <a:off x="3494094" y="3590226"/>
            <a:ext cx="2155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22" name="Google Shape;522;p47"/>
          <p:cNvSpPr txBox="1"/>
          <p:nvPr>
            <p:ph idx="15" type="subTitle"/>
          </p:nvPr>
        </p:nvSpPr>
        <p:spPr>
          <a:xfrm>
            <a:off x="5964019" y="3590226"/>
            <a:ext cx="2155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523" name="Google Shape;523;p47"/>
          <p:cNvGrpSpPr/>
          <p:nvPr/>
        </p:nvGrpSpPr>
        <p:grpSpPr>
          <a:xfrm>
            <a:off x="1938524" y="1238221"/>
            <a:ext cx="327267" cy="438104"/>
            <a:chOff x="1341811" y="2815084"/>
            <a:chExt cx="327267" cy="438104"/>
          </a:xfrm>
        </p:grpSpPr>
        <p:sp>
          <p:nvSpPr>
            <p:cNvPr id="524" name="Google Shape;524;p47"/>
            <p:cNvSpPr/>
            <p:nvPr/>
          </p:nvSpPr>
          <p:spPr>
            <a:xfrm>
              <a:off x="1341811" y="2815084"/>
              <a:ext cx="327267" cy="438104"/>
            </a:xfrm>
            <a:custGeom>
              <a:rect b="b" l="l" r="r" t="t"/>
              <a:pathLst>
                <a:path extrusionOk="0" h="19048" w="14229">
                  <a:moveTo>
                    <a:pt x="8124" y="1148"/>
                  </a:moveTo>
                  <a:lnTo>
                    <a:pt x="8262" y="1194"/>
                  </a:lnTo>
                  <a:lnTo>
                    <a:pt x="8400" y="1286"/>
                  </a:lnTo>
                  <a:lnTo>
                    <a:pt x="8491" y="1377"/>
                  </a:lnTo>
                  <a:lnTo>
                    <a:pt x="8583" y="1469"/>
                  </a:lnTo>
                  <a:lnTo>
                    <a:pt x="8675" y="1607"/>
                  </a:lnTo>
                  <a:lnTo>
                    <a:pt x="8721" y="1745"/>
                  </a:lnTo>
                  <a:lnTo>
                    <a:pt x="8721" y="1882"/>
                  </a:lnTo>
                  <a:lnTo>
                    <a:pt x="8721" y="2433"/>
                  </a:lnTo>
                  <a:lnTo>
                    <a:pt x="5554" y="2433"/>
                  </a:lnTo>
                  <a:lnTo>
                    <a:pt x="5554" y="1882"/>
                  </a:lnTo>
                  <a:lnTo>
                    <a:pt x="5554" y="1745"/>
                  </a:lnTo>
                  <a:lnTo>
                    <a:pt x="5600" y="1607"/>
                  </a:lnTo>
                  <a:lnTo>
                    <a:pt x="5692" y="1469"/>
                  </a:lnTo>
                  <a:lnTo>
                    <a:pt x="5783" y="1377"/>
                  </a:lnTo>
                  <a:lnTo>
                    <a:pt x="5875" y="1286"/>
                  </a:lnTo>
                  <a:lnTo>
                    <a:pt x="6013" y="1194"/>
                  </a:lnTo>
                  <a:lnTo>
                    <a:pt x="6151" y="1148"/>
                  </a:lnTo>
                  <a:close/>
                  <a:moveTo>
                    <a:pt x="12897" y="3581"/>
                  </a:moveTo>
                  <a:lnTo>
                    <a:pt x="12989" y="3626"/>
                  </a:lnTo>
                  <a:lnTo>
                    <a:pt x="13081" y="3718"/>
                  </a:lnTo>
                  <a:lnTo>
                    <a:pt x="13081" y="3856"/>
                  </a:lnTo>
                  <a:lnTo>
                    <a:pt x="13081" y="4820"/>
                  </a:lnTo>
                  <a:lnTo>
                    <a:pt x="1102" y="4820"/>
                  </a:lnTo>
                  <a:lnTo>
                    <a:pt x="1102" y="3856"/>
                  </a:lnTo>
                  <a:lnTo>
                    <a:pt x="1148" y="3718"/>
                  </a:lnTo>
                  <a:lnTo>
                    <a:pt x="1194" y="3626"/>
                  </a:lnTo>
                  <a:lnTo>
                    <a:pt x="1286" y="3581"/>
                  </a:lnTo>
                  <a:close/>
                  <a:moveTo>
                    <a:pt x="11750" y="5967"/>
                  </a:moveTo>
                  <a:lnTo>
                    <a:pt x="11429" y="17946"/>
                  </a:lnTo>
                  <a:lnTo>
                    <a:pt x="2800" y="17946"/>
                  </a:lnTo>
                  <a:lnTo>
                    <a:pt x="2479" y="5967"/>
                  </a:lnTo>
                  <a:close/>
                  <a:moveTo>
                    <a:pt x="6334" y="1"/>
                  </a:moveTo>
                  <a:lnTo>
                    <a:pt x="5967" y="47"/>
                  </a:lnTo>
                  <a:lnTo>
                    <a:pt x="5600" y="138"/>
                  </a:lnTo>
                  <a:lnTo>
                    <a:pt x="5279" y="322"/>
                  </a:lnTo>
                  <a:lnTo>
                    <a:pt x="5003" y="551"/>
                  </a:lnTo>
                  <a:lnTo>
                    <a:pt x="4774" y="827"/>
                  </a:lnTo>
                  <a:lnTo>
                    <a:pt x="4590" y="1148"/>
                  </a:lnTo>
                  <a:lnTo>
                    <a:pt x="4498" y="1515"/>
                  </a:lnTo>
                  <a:lnTo>
                    <a:pt x="4452" y="1882"/>
                  </a:lnTo>
                  <a:lnTo>
                    <a:pt x="4452" y="2433"/>
                  </a:lnTo>
                  <a:lnTo>
                    <a:pt x="1423" y="2433"/>
                  </a:lnTo>
                  <a:lnTo>
                    <a:pt x="1148" y="2479"/>
                  </a:lnTo>
                  <a:lnTo>
                    <a:pt x="873" y="2571"/>
                  </a:lnTo>
                  <a:lnTo>
                    <a:pt x="643" y="2708"/>
                  </a:lnTo>
                  <a:lnTo>
                    <a:pt x="414" y="2846"/>
                  </a:lnTo>
                  <a:lnTo>
                    <a:pt x="230" y="3076"/>
                  </a:lnTo>
                  <a:lnTo>
                    <a:pt x="138" y="3305"/>
                  </a:lnTo>
                  <a:lnTo>
                    <a:pt x="46" y="3581"/>
                  </a:lnTo>
                  <a:lnTo>
                    <a:pt x="1" y="3856"/>
                  </a:lnTo>
                  <a:lnTo>
                    <a:pt x="1" y="5279"/>
                  </a:lnTo>
                  <a:lnTo>
                    <a:pt x="1" y="5416"/>
                  </a:lnTo>
                  <a:lnTo>
                    <a:pt x="46" y="5554"/>
                  </a:lnTo>
                  <a:lnTo>
                    <a:pt x="184" y="5738"/>
                  </a:lnTo>
                  <a:lnTo>
                    <a:pt x="414" y="5875"/>
                  </a:lnTo>
                  <a:lnTo>
                    <a:pt x="551" y="5921"/>
                  </a:lnTo>
                  <a:lnTo>
                    <a:pt x="689" y="5967"/>
                  </a:lnTo>
                  <a:lnTo>
                    <a:pt x="1331" y="5967"/>
                  </a:lnTo>
                  <a:lnTo>
                    <a:pt x="1653" y="18497"/>
                  </a:lnTo>
                  <a:lnTo>
                    <a:pt x="1699" y="18726"/>
                  </a:lnTo>
                  <a:lnTo>
                    <a:pt x="1836" y="18910"/>
                  </a:lnTo>
                  <a:lnTo>
                    <a:pt x="2020" y="19002"/>
                  </a:lnTo>
                  <a:lnTo>
                    <a:pt x="2249" y="19047"/>
                  </a:lnTo>
                  <a:lnTo>
                    <a:pt x="12025" y="19047"/>
                  </a:lnTo>
                  <a:lnTo>
                    <a:pt x="12209" y="19002"/>
                  </a:lnTo>
                  <a:lnTo>
                    <a:pt x="12392" y="18910"/>
                  </a:lnTo>
                  <a:lnTo>
                    <a:pt x="12530" y="18726"/>
                  </a:lnTo>
                  <a:lnTo>
                    <a:pt x="12576" y="18497"/>
                  </a:lnTo>
                  <a:lnTo>
                    <a:pt x="12897" y="5967"/>
                  </a:lnTo>
                  <a:lnTo>
                    <a:pt x="13586" y="5967"/>
                  </a:lnTo>
                  <a:lnTo>
                    <a:pt x="13678" y="5921"/>
                  </a:lnTo>
                  <a:lnTo>
                    <a:pt x="13815" y="5875"/>
                  </a:lnTo>
                  <a:lnTo>
                    <a:pt x="14045" y="5738"/>
                  </a:lnTo>
                  <a:lnTo>
                    <a:pt x="14182" y="5554"/>
                  </a:lnTo>
                  <a:lnTo>
                    <a:pt x="14228" y="5416"/>
                  </a:lnTo>
                  <a:lnTo>
                    <a:pt x="14228" y="5279"/>
                  </a:lnTo>
                  <a:lnTo>
                    <a:pt x="14228" y="3856"/>
                  </a:lnTo>
                  <a:lnTo>
                    <a:pt x="14228" y="3581"/>
                  </a:lnTo>
                  <a:lnTo>
                    <a:pt x="14137" y="3305"/>
                  </a:lnTo>
                  <a:lnTo>
                    <a:pt x="13999" y="3076"/>
                  </a:lnTo>
                  <a:lnTo>
                    <a:pt x="13815" y="2846"/>
                  </a:lnTo>
                  <a:lnTo>
                    <a:pt x="13632" y="2708"/>
                  </a:lnTo>
                  <a:lnTo>
                    <a:pt x="13356" y="2571"/>
                  </a:lnTo>
                  <a:lnTo>
                    <a:pt x="13127" y="2479"/>
                  </a:lnTo>
                  <a:lnTo>
                    <a:pt x="12806" y="2433"/>
                  </a:lnTo>
                  <a:lnTo>
                    <a:pt x="9868" y="2433"/>
                  </a:lnTo>
                  <a:lnTo>
                    <a:pt x="9868" y="1882"/>
                  </a:lnTo>
                  <a:lnTo>
                    <a:pt x="9822" y="1515"/>
                  </a:lnTo>
                  <a:lnTo>
                    <a:pt x="9731" y="1148"/>
                  </a:lnTo>
                  <a:lnTo>
                    <a:pt x="9547" y="827"/>
                  </a:lnTo>
                  <a:lnTo>
                    <a:pt x="9317" y="551"/>
                  </a:lnTo>
                  <a:lnTo>
                    <a:pt x="9042" y="322"/>
                  </a:lnTo>
                  <a:lnTo>
                    <a:pt x="8721" y="138"/>
                  </a:lnTo>
                  <a:lnTo>
                    <a:pt x="8354" y="47"/>
                  </a:lnTo>
                  <a:lnTo>
                    <a:pt x="79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7"/>
            <p:cNvSpPr/>
            <p:nvPr/>
          </p:nvSpPr>
          <p:spPr>
            <a:xfrm>
              <a:off x="1466379" y="3009319"/>
              <a:ext cx="74957" cy="68632"/>
            </a:xfrm>
            <a:custGeom>
              <a:rect b="b" l="l" r="r" t="t"/>
              <a:pathLst>
                <a:path extrusionOk="0" h="2984" w="3259">
                  <a:moveTo>
                    <a:pt x="1423" y="0"/>
                  </a:moveTo>
                  <a:lnTo>
                    <a:pt x="1285" y="92"/>
                  </a:lnTo>
                  <a:lnTo>
                    <a:pt x="1148" y="276"/>
                  </a:lnTo>
                  <a:lnTo>
                    <a:pt x="46" y="2112"/>
                  </a:lnTo>
                  <a:lnTo>
                    <a:pt x="0" y="2249"/>
                  </a:lnTo>
                  <a:lnTo>
                    <a:pt x="0" y="2433"/>
                  </a:lnTo>
                  <a:lnTo>
                    <a:pt x="0" y="2571"/>
                  </a:lnTo>
                  <a:lnTo>
                    <a:pt x="46" y="2708"/>
                  </a:lnTo>
                  <a:lnTo>
                    <a:pt x="138" y="2800"/>
                  </a:lnTo>
                  <a:lnTo>
                    <a:pt x="276" y="2892"/>
                  </a:lnTo>
                  <a:lnTo>
                    <a:pt x="413" y="2938"/>
                  </a:lnTo>
                  <a:lnTo>
                    <a:pt x="551" y="2984"/>
                  </a:lnTo>
                  <a:lnTo>
                    <a:pt x="689" y="2938"/>
                  </a:lnTo>
                  <a:lnTo>
                    <a:pt x="826" y="2892"/>
                  </a:lnTo>
                  <a:lnTo>
                    <a:pt x="964" y="2800"/>
                  </a:lnTo>
                  <a:lnTo>
                    <a:pt x="1056" y="2708"/>
                  </a:lnTo>
                  <a:lnTo>
                    <a:pt x="1607" y="1699"/>
                  </a:lnTo>
                  <a:lnTo>
                    <a:pt x="2203" y="2708"/>
                  </a:lnTo>
                  <a:lnTo>
                    <a:pt x="2341" y="2846"/>
                  </a:lnTo>
                  <a:lnTo>
                    <a:pt x="2525" y="2938"/>
                  </a:lnTo>
                  <a:lnTo>
                    <a:pt x="2754" y="2984"/>
                  </a:lnTo>
                  <a:lnTo>
                    <a:pt x="2984" y="2892"/>
                  </a:lnTo>
                  <a:lnTo>
                    <a:pt x="3121" y="2754"/>
                  </a:lnTo>
                  <a:lnTo>
                    <a:pt x="3259" y="2571"/>
                  </a:lnTo>
                  <a:lnTo>
                    <a:pt x="3259" y="2341"/>
                  </a:lnTo>
                  <a:lnTo>
                    <a:pt x="3167" y="2112"/>
                  </a:lnTo>
                  <a:lnTo>
                    <a:pt x="2111" y="276"/>
                  </a:lnTo>
                  <a:lnTo>
                    <a:pt x="2020" y="138"/>
                  </a:lnTo>
                  <a:lnTo>
                    <a:pt x="1882" y="46"/>
                  </a:lnTo>
                  <a:lnTo>
                    <a:pt x="17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7"/>
            <p:cNvSpPr/>
            <p:nvPr/>
          </p:nvSpPr>
          <p:spPr>
            <a:xfrm>
              <a:off x="1419919" y="3089543"/>
              <a:ext cx="70748" cy="67574"/>
            </a:xfrm>
            <a:custGeom>
              <a:rect b="b" l="l" r="r" t="t"/>
              <a:pathLst>
                <a:path extrusionOk="0" h="2938" w="3076">
                  <a:moveTo>
                    <a:pt x="1470" y="1"/>
                  </a:moveTo>
                  <a:lnTo>
                    <a:pt x="1286" y="92"/>
                  </a:lnTo>
                  <a:lnTo>
                    <a:pt x="1102" y="276"/>
                  </a:lnTo>
                  <a:lnTo>
                    <a:pt x="93" y="2066"/>
                  </a:lnTo>
                  <a:lnTo>
                    <a:pt x="47" y="2204"/>
                  </a:lnTo>
                  <a:lnTo>
                    <a:pt x="1" y="2387"/>
                  </a:lnTo>
                  <a:lnTo>
                    <a:pt x="47" y="2525"/>
                  </a:lnTo>
                  <a:lnTo>
                    <a:pt x="93" y="2617"/>
                  </a:lnTo>
                  <a:lnTo>
                    <a:pt x="184" y="2754"/>
                  </a:lnTo>
                  <a:lnTo>
                    <a:pt x="276" y="2846"/>
                  </a:lnTo>
                  <a:lnTo>
                    <a:pt x="414" y="2892"/>
                  </a:lnTo>
                  <a:lnTo>
                    <a:pt x="552" y="2938"/>
                  </a:lnTo>
                  <a:lnTo>
                    <a:pt x="2525" y="2938"/>
                  </a:lnTo>
                  <a:lnTo>
                    <a:pt x="2709" y="2892"/>
                  </a:lnTo>
                  <a:lnTo>
                    <a:pt x="2892" y="2754"/>
                  </a:lnTo>
                  <a:lnTo>
                    <a:pt x="3030" y="2617"/>
                  </a:lnTo>
                  <a:lnTo>
                    <a:pt x="3076" y="2387"/>
                  </a:lnTo>
                  <a:lnTo>
                    <a:pt x="3030" y="2158"/>
                  </a:lnTo>
                  <a:lnTo>
                    <a:pt x="2938" y="1974"/>
                  </a:lnTo>
                  <a:lnTo>
                    <a:pt x="2755" y="1836"/>
                  </a:lnTo>
                  <a:lnTo>
                    <a:pt x="2525" y="1791"/>
                  </a:lnTo>
                  <a:lnTo>
                    <a:pt x="1515" y="1791"/>
                  </a:lnTo>
                  <a:lnTo>
                    <a:pt x="2112" y="827"/>
                  </a:lnTo>
                  <a:lnTo>
                    <a:pt x="2158" y="643"/>
                  </a:lnTo>
                  <a:lnTo>
                    <a:pt x="2158" y="414"/>
                  </a:lnTo>
                  <a:lnTo>
                    <a:pt x="2066" y="230"/>
                  </a:lnTo>
                  <a:lnTo>
                    <a:pt x="1883" y="92"/>
                  </a:lnTo>
                  <a:lnTo>
                    <a:pt x="16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7"/>
            <p:cNvSpPr/>
            <p:nvPr/>
          </p:nvSpPr>
          <p:spPr>
            <a:xfrm>
              <a:off x="1513874" y="3087427"/>
              <a:ext cx="72864" cy="69690"/>
            </a:xfrm>
            <a:custGeom>
              <a:rect b="b" l="l" r="r" t="t"/>
              <a:pathLst>
                <a:path extrusionOk="0" h="3030" w="3168">
                  <a:moveTo>
                    <a:pt x="1469" y="1"/>
                  </a:moveTo>
                  <a:lnTo>
                    <a:pt x="1240" y="47"/>
                  </a:lnTo>
                  <a:lnTo>
                    <a:pt x="1102" y="184"/>
                  </a:lnTo>
                  <a:lnTo>
                    <a:pt x="964" y="414"/>
                  </a:lnTo>
                  <a:lnTo>
                    <a:pt x="964" y="597"/>
                  </a:lnTo>
                  <a:lnTo>
                    <a:pt x="1056" y="827"/>
                  </a:lnTo>
                  <a:lnTo>
                    <a:pt x="1653" y="1883"/>
                  </a:lnTo>
                  <a:lnTo>
                    <a:pt x="597" y="1883"/>
                  </a:lnTo>
                  <a:lnTo>
                    <a:pt x="368" y="1928"/>
                  </a:lnTo>
                  <a:lnTo>
                    <a:pt x="184" y="2066"/>
                  </a:lnTo>
                  <a:lnTo>
                    <a:pt x="46" y="2204"/>
                  </a:lnTo>
                  <a:lnTo>
                    <a:pt x="1" y="2433"/>
                  </a:lnTo>
                  <a:lnTo>
                    <a:pt x="46" y="2663"/>
                  </a:lnTo>
                  <a:lnTo>
                    <a:pt x="184" y="2846"/>
                  </a:lnTo>
                  <a:lnTo>
                    <a:pt x="322" y="2984"/>
                  </a:lnTo>
                  <a:lnTo>
                    <a:pt x="551" y="3030"/>
                  </a:lnTo>
                  <a:lnTo>
                    <a:pt x="2617" y="3030"/>
                  </a:lnTo>
                  <a:lnTo>
                    <a:pt x="2800" y="2984"/>
                  </a:lnTo>
                  <a:lnTo>
                    <a:pt x="2892" y="2938"/>
                  </a:lnTo>
                  <a:lnTo>
                    <a:pt x="3030" y="2846"/>
                  </a:lnTo>
                  <a:lnTo>
                    <a:pt x="3122" y="2709"/>
                  </a:lnTo>
                  <a:lnTo>
                    <a:pt x="3167" y="2617"/>
                  </a:lnTo>
                  <a:lnTo>
                    <a:pt x="3167" y="2479"/>
                  </a:lnTo>
                  <a:lnTo>
                    <a:pt x="3167" y="2296"/>
                  </a:lnTo>
                  <a:lnTo>
                    <a:pt x="3122" y="2158"/>
                  </a:lnTo>
                  <a:lnTo>
                    <a:pt x="2020" y="276"/>
                  </a:lnTo>
                  <a:lnTo>
                    <a:pt x="1882" y="93"/>
                  </a:lnTo>
                  <a:lnTo>
                    <a:pt x="16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47"/>
          <p:cNvGrpSpPr/>
          <p:nvPr/>
        </p:nvGrpSpPr>
        <p:grpSpPr>
          <a:xfrm>
            <a:off x="6822354" y="1256161"/>
            <a:ext cx="439139" cy="402224"/>
            <a:chOff x="2689841" y="2833024"/>
            <a:chExt cx="439139" cy="402224"/>
          </a:xfrm>
        </p:grpSpPr>
        <p:sp>
          <p:nvSpPr>
            <p:cNvPr id="529" name="Google Shape;529;p47"/>
            <p:cNvSpPr/>
            <p:nvPr/>
          </p:nvSpPr>
          <p:spPr>
            <a:xfrm>
              <a:off x="2809119" y="2833024"/>
              <a:ext cx="200583" cy="167877"/>
            </a:xfrm>
            <a:custGeom>
              <a:rect b="b" l="l" r="r" t="t"/>
              <a:pathLst>
                <a:path extrusionOk="0" h="7299" w="8721">
                  <a:moveTo>
                    <a:pt x="4360" y="1148"/>
                  </a:moveTo>
                  <a:lnTo>
                    <a:pt x="5095" y="1194"/>
                  </a:lnTo>
                  <a:lnTo>
                    <a:pt x="5875" y="1286"/>
                  </a:lnTo>
                  <a:lnTo>
                    <a:pt x="6609" y="1470"/>
                  </a:lnTo>
                  <a:lnTo>
                    <a:pt x="7344" y="1699"/>
                  </a:lnTo>
                  <a:lnTo>
                    <a:pt x="5370" y="6013"/>
                  </a:lnTo>
                  <a:lnTo>
                    <a:pt x="4865" y="5876"/>
                  </a:lnTo>
                  <a:lnTo>
                    <a:pt x="3856" y="5876"/>
                  </a:lnTo>
                  <a:lnTo>
                    <a:pt x="3351" y="6013"/>
                  </a:lnTo>
                  <a:lnTo>
                    <a:pt x="1377" y="1699"/>
                  </a:lnTo>
                  <a:lnTo>
                    <a:pt x="2066" y="1470"/>
                  </a:lnTo>
                  <a:lnTo>
                    <a:pt x="2800" y="1286"/>
                  </a:lnTo>
                  <a:lnTo>
                    <a:pt x="3580" y="1194"/>
                  </a:lnTo>
                  <a:lnTo>
                    <a:pt x="4360" y="1148"/>
                  </a:lnTo>
                  <a:close/>
                  <a:moveTo>
                    <a:pt x="4360" y="1"/>
                  </a:moveTo>
                  <a:lnTo>
                    <a:pt x="3351" y="47"/>
                  </a:lnTo>
                  <a:lnTo>
                    <a:pt x="2846" y="139"/>
                  </a:lnTo>
                  <a:lnTo>
                    <a:pt x="2341" y="230"/>
                  </a:lnTo>
                  <a:lnTo>
                    <a:pt x="1836" y="322"/>
                  </a:lnTo>
                  <a:lnTo>
                    <a:pt x="1331" y="506"/>
                  </a:lnTo>
                  <a:lnTo>
                    <a:pt x="826" y="643"/>
                  </a:lnTo>
                  <a:lnTo>
                    <a:pt x="367" y="873"/>
                  </a:lnTo>
                  <a:lnTo>
                    <a:pt x="184" y="1011"/>
                  </a:lnTo>
                  <a:lnTo>
                    <a:pt x="46" y="1194"/>
                  </a:lnTo>
                  <a:lnTo>
                    <a:pt x="0" y="1424"/>
                  </a:lnTo>
                  <a:lnTo>
                    <a:pt x="92" y="1653"/>
                  </a:lnTo>
                  <a:lnTo>
                    <a:pt x="2525" y="6977"/>
                  </a:lnTo>
                  <a:lnTo>
                    <a:pt x="2662" y="7161"/>
                  </a:lnTo>
                  <a:lnTo>
                    <a:pt x="2846" y="7252"/>
                  </a:lnTo>
                  <a:lnTo>
                    <a:pt x="3075" y="7298"/>
                  </a:lnTo>
                  <a:lnTo>
                    <a:pt x="3305" y="7252"/>
                  </a:lnTo>
                  <a:lnTo>
                    <a:pt x="3534" y="7115"/>
                  </a:lnTo>
                  <a:lnTo>
                    <a:pt x="3810" y="7069"/>
                  </a:lnTo>
                  <a:lnTo>
                    <a:pt x="4085" y="7023"/>
                  </a:lnTo>
                  <a:lnTo>
                    <a:pt x="4360" y="7023"/>
                  </a:lnTo>
                  <a:lnTo>
                    <a:pt x="4865" y="7069"/>
                  </a:lnTo>
                  <a:lnTo>
                    <a:pt x="5187" y="7161"/>
                  </a:lnTo>
                  <a:lnTo>
                    <a:pt x="5462" y="7252"/>
                  </a:lnTo>
                  <a:lnTo>
                    <a:pt x="5691" y="7298"/>
                  </a:lnTo>
                  <a:lnTo>
                    <a:pt x="5829" y="7252"/>
                  </a:lnTo>
                  <a:lnTo>
                    <a:pt x="5967" y="7207"/>
                  </a:lnTo>
                  <a:lnTo>
                    <a:pt x="6104" y="7115"/>
                  </a:lnTo>
                  <a:lnTo>
                    <a:pt x="6196" y="6977"/>
                  </a:lnTo>
                  <a:lnTo>
                    <a:pt x="8675" y="1653"/>
                  </a:lnTo>
                  <a:lnTo>
                    <a:pt x="8721" y="1424"/>
                  </a:lnTo>
                  <a:lnTo>
                    <a:pt x="8675" y="1194"/>
                  </a:lnTo>
                  <a:lnTo>
                    <a:pt x="8537" y="1011"/>
                  </a:lnTo>
                  <a:lnTo>
                    <a:pt x="8353" y="873"/>
                  </a:lnTo>
                  <a:lnTo>
                    <a:pt x="7894" y="643"/>
                  </a:lnTo>
                  <a:lnTo>
                    <a:pt x="7390" y="506"/>
                  </a:lnTo>
                  <a:lnTo>
                    <a:pt x="6885" y="322"/>
                  </a:lnTo>
                  <a:lnTo>
                    <a:pt x="6426" y="230"/>
                  </a:lnTo>
                  <a:lnTo>
                    <a:pt x="5921" y="139"/>
                  </a:lnTo>
                  <a:lnTo>
                    <a:pt x="5370" y="47"/>
                  </a:lnTo>
                  <a:lnTo>
                    <a:pt x="43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7"/>
            <p:cNvSpPr/>
            <p:nvPr/>
          </p:nvSpPr>
          <p:spPr>
            <a:xfrm>
              <a:off x="2937896" y="3046257"/>
              <a:ext cx="191084" cy="188991"/>
            </a:xfrm>
            <a:custGeom>
              <a:rect b="b" l="l" r="r" t="t"/>
              <a:pathLst>
                <a:path extrusionOk="0" h="8217" w="8308">
                  <a:moveTo>
                    <a:pt x="2387" y="1194"/>
                  </a:moveTo>
                  <a:lnTo>
                    <a:pt x="7069" y="1653"/>
                  </a:lnTo>
                  <a:lnTo>
                    <a:pt x="6931" y="2387"/>
                  </a:lnTo>
                  <a:lnTo>
                    <a:pt x="6701" y="3122"/>
                  </a:lnTo>
                  <a:lnTo>
                    <a:pt x="6426" y="3810"/>
                  </a:lnTo>
                  <a:lnTo>
                    <a:pt x="6059" y="4499"/>
                  </a:lnTo>
                  <a:lnTo>
                    <a:pt x="5646" y="5141"/>
                  </a:lnTo>
                  <a:lnTo>
                    <a:pt x="5187" y="5738"/>
                  </a:lnTo>
                  <a:lnTo>
                    <a:pt x="4682" y="6335"/>
                  </a:lnTo>
                  <a:lnTo>
                    <a:pt x="4085" y="6839"/>
                  </a:lnTo>
                  <a:lnTo>
                    <a:pt x="1332" y="2984"/>
                  </a:lnTo>
                  <a:lnTo>
                    <a:pt x="1699" y="2571"/>
                  </a:lnTo>
                  <a:lnTo>
                    <a:pt x="1974" y="2158"/>
                  </a:lnTo>
                  <a:lnTo>
                    <a:pt x="2204" y="1699"/>
                  </a:lnTo>
                  <a:lnTo>
                    <a:pt x="2387" y="1194"/>
                  </a:lnTo>
                  <a:close/>
                  <a:moveTo>
                    <a:pt x="1928" y="1"/>
                  </a:moveTo>
                  <a:lnTo>
                    <a:pt x="1699" y="47"/>
                  </a:lnTo>
                  <a:lnTo>
                    <a:pt x="1515" y="139"/>
                  </a:lnTo>
                  <a:lnTo>
                    <a:pt x="1378" y="322"/>
                  </a:lnTo>
                  <a:lnTo>
                    <a:pt x="1332" y="552"/>
                  </a:lnTo>
                  <a:lnTo>
                    <a:pt x="1286" y="827"/>
                  </a:lnTo>
                  <a:lnTo>
                    <a:pt x="1194" y="1056"/>
                  </a:lnTo>
                  <a:lnTo>
                    <a:pt x="1102" y="1332"/>
                  </a:lnTo>
                  <a:lnTo>
                    <a:pt x="964" y="1561"/>
                  </a:lnTo>
                  <a:lnTo>
                    <a:pt x="827" y="1791"/>
                  </a:lnTo>
                  <a:lnTo>
                    <a:pt x="643" y="2020"/>
                  </a:lnTo>
                  <a:lnTo>
                    <a:pt x="460" y="2204"/>
                  </a:lnTo>
                  <a:lnTo>
                    <a:pt x="230" y="2387"/>
                  </a:lnTo>
                  <a:lnTo>
                    <a:pt x="92" y="2571"/>
                  </a:lnTo>
                  <a:lnTo>
                    <a:pt x="1" y="2755"/>
                  </a:lnTo>
                  <a:lnTo>
                    <a:pt x="1" y="2984"/>
                  </a:lnTo>
                  <a:lnTo>
                    <a:pt x="92" y="3214"/>
                  </a:lnTo>
                  <a:lnTo>
                    <a:pt x="3489" y="7987"/>
                  </a:lnTo>
                  <a:lnTo>
                    <a:pt x="3672" y="8124"/>
                  </a:lnTo>
                  <a:lnTo>
                    <a:pt x="3856" y="8216"/>
                  </a:lnTo>
                  <a:lnTo>
                    <a:pt x="4085" y="8216"/>
                  </a:lnTo>
                  <a:lnTo>
                    <a:pt x="4269" y="8124"/>
                  </a:lnTo>
                  <a:lnTo>
                    <a:pt x="4728" y="7803"/>
                  </a:lnTo>
                  <a:lnTo>
                    <a:pt x="5095" y="7482"/>
                  </a:lnTo>
                  <a:lnTo>
                    <a:pt x="5508" y="7115"/>
                  </a:lnTo>
                  <a:lnTo>
                    <a:pt x="5829" y="6748"/>
                  </a:lnTo>
                  <a:lnTo>
                    <a:pt x="6197" y="6335"/>
                  </a:lnTo>
                  <a:lnTo>
                    <a:pt x="6518" y="5921"/>
                  </a:lnTo>
                  <a:lnTo>
                    <a:pt x="6793" y="5508"/>
                  </a:lnTo>
                  <a:lnTo>
                    <a:pt x="7069" y="5095"/>
                  </a:lnTo>
                  <a:lnTo>
                    <a:pt x="7298" y="4636"/>
                  </a:lnTo>
                  <a:lnTo>
                    <a:pt x="7528" y="4177"/>
                  </a:lnTo>
                  <a:lnTo>
                    <a:pt x="7711" y="3673"/>
                  </a:lnTo>
                  <a:lnTo>
                    <a:pt x="7895" y="3214"/>
                  </a:lnTo>
                  <a:lnTo>
                    <a:pt x="8032" y="2709"/>
                  </a:lnTo>
                  <a:lnTo>
                    <a:pt x="8170" y="2204"/>
                  </a:lnTo>
                  <a:lnTo>
                    <a:pt x="8216" y="1699"/>
                  </a:lnTo>
                  <a:lnTo>
                    <a:pt x="8308" y="1194"/>
                  </a:lnTo>
                  <a:lnTo>
                    <a:pt x="8262" y="965"/>
                  </a:lnTo>
                  <a:lnTo>
                    <a:pt x="8170" y="735"/>
                  </a:lnTo>
                  <a:lnTo>
                    <a:pt x="7987" y="597"/>
                  </a:lnTo>
                  <a:lnTo>
                    <a:pt x="7757" y="552"/>
                  </a:lnTo>
                  <a:lnTo>
                    <a:pt x="19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7"/>
            <p:cNvSpPr/>
            <p:nvPr/>
          </p:nvSpPr>
          <p:spPr>
            <a:xfrm>
              <a:off x="2689841" y="3046257"/>
              <a:ext cx="191084" cy="188991"/>
            </a:xfrm>
            <a:custGeom>
              <a:rect b="b" l="l" r="r" t="t"/>
              <a:pathLst>
                <a:path extrusionOk="0" h="8217" w="8308">
                  <a:moveTo>
                    <a:pt x="5967" y="1194"/>
                  </a:moveTo>
                  <a:lnTo>
                    <a:pt x="6104" y="1699"/>
                  </a:lnTo>
                  <a:lnTo>
                    <a:pt x="6334" y="2158"/>
                  </a:lnTo>
                  <a:lnTo>
                    <a:pt x="6609" y="2571"/>
                  </a:lnTo>
                  <a:lnTo>
                    <a:pt x="6976" y="2984"/>
                  </a:lnTo>
                  <a:lnTo>
                    <a:pt x="4222" y="6839"/>
                  </a:lnTo>
                  <a:lnTo>
                    <a:pt x="3672" y="6335"/>
                  </a:lnTo>
                  <a:lnTo>
                    <a:pt x="3121" y="5738"/>
                  </a:lnTo>
                  <a:lnTo>
                    <a:pt x="2662" y="5141"/>
                  </a:lnTo>
                  <a:lnTo>
                    <a:pt x="2249" y="4499"/>
                  </a:lnTo>
                  <a:lnTo>
                    <a:pt x="1882" y="3810"/>
                  </a:lnTo>
                  <a:lnTo>
                    <a:pt x="1606" y="3122"/>
                  </a:lnTo>
                  <a:lnTo>
                    <a:pt x="1377" y="2387"/>
                  </a:lnTo>
                  <a:lnTo>
                    <a:pt x="1239" y="1653"/>
                  </a:lnTo>
                  <a:lnTo>
                    <a:pt x="5967" y="1194"/>
                  </a:lnTo>
                  <a:close/>
                  <a:moveTo>
                    <a:pt x="6380" y="1"/>
                  </a:moveTo>
                  <a:lnTo>
                    <a:pt x="551" y="552"/>
                  </a:lnTo>
                  <a:lnTo>
                    <a:pt x="321" y="597"/>
                  </a:lnTo>
                  <a:lnTo>
                    <a:pt x="138" y="735"/>
                  </a:lnTo>
                  <a:lnTo>
                    <a:pt x="46" y="965"/>
                  </a:lnTo>
                  <a:lnTo>
                    <a:pt x="0" y="1194"/>
                  </a:lnTo>
                  <a:lnTo>
                    <a:pt x="92" y="1699"/>
                  </a:lnTo>
                  <a:lnTo>
                    <a:pt x="184" y="2204"/>
                  </a:lnTo>
                  <a:lnTo>
                    <a:pt x="275" y="2709"/>
                  </a:lnTo>
                  <a:lnTo>
                    <a:pt x="413" y="3214"/>
                  </a:lnTo>
                  <a:lnTo>
                    <a:pt x="597" y="3673"/>
                  </a:lnTo>
                  <a:lnTo>
                    <a:pt x="780" y="4177"/>
                  </a:lnTo>
                  <a:lnTo>
                    <a:pt x="1010" y="4636"/>
                  </a:lnTo>
                  <a:lnTo>
                    <a:pt x="1239" y="5095"/>
                  </a:lnTo>
                  <a:lnTo>
                    <a:pt x="1515" y="5508"/>
                  </a:lnTo>
                  <a:lnTo>
                    <a:pt x="1790" y="5921"/>
                  </a:lnTo>
                  <a:lnTo>
                    <a:pt x="2111" y="6335"/>
                  </a:lnTo>
                  <a:lnTo>
                    <a:pt x="2478" y="6748"/>
                  </a:lnTo>
                  <a:lnTo>
                    <a:pt x="2800" y="7115"/>
                  </a:lnTo>
                  <a:lnTo>
                    <a:pt x="3213" y="7482"/>
                  </a:lnTo>
                  <a:lnTo>
                    <a:pt x="3580" y="7803"/>
                  </a:lnTo>
                  <a:lnTo>
                    <a:pt x="4039" y="8124"/>
                  </a:lnTo>
                  <a:lnTo>
                    <a:pt x="4222" y="8216"/>
                  </a:lnTo>
                  <a:lnTo>
                    <a:pt x="4452" y="8216"/>
                  </a:lnTo>
                  <a:lnTo>
                    <a:pt x="4636" y="8124"/>
                  </a:lnTo>
                  <a:lnTo>
                    <a:pt x="4819" y="7987"/>
                  </a:lnTo>
                  <a:lnTo>
                    <a:pt x="8215" y="3214"/>
                  </a:lnTo>
                  <a:lnTo>
                    <a:pt x="8307" y="2984"/>
                  </a:lnTo>
                  <a:lnTo>
                    <a:pt x="8307" y="2755"/>
                  </a:lnTo>
                  <a:lnTo>
                    <a:pt x="8215" y="2571"/>
                  </a:lnTo>
                  <a:lnTo>
                    <a:pt x="8078" y="2387"/>
                  </a:lnTo>
                  <a:lnTo>
                    <a:pt x="7848" y="2204"/>
                  </a:lnTo>
                  <a:lnTo>
                    <a:pt x="7665" y="2020"/>
                  </a:lnTo>
                  <a:lnTo>
                    <a:pt x="7481" y="1791"/>
                  </a:lnTo>
                  <a:lnTo>
                    <a:pt x="7343" y="1561"/>
                  </a:lnTo>
                  <a:lnTo>
                    <a:pt x="7206" y="1332"/>
                  </a:lnTo>
                  <a:lnTo>
                    <a:pt x="7114" y="1056"/>
                  </a:lnTo>
                  <a:lnTo>
                    <a:pt x="7022" y="827"/>
                  </a:lnTo>
                  <a:lnTo>
                    <a:pt x="6976" y="552"/>
                  </a:lnTo>
                  <a:lnTo>
                    <a:pt x="6930" y="322"/>
                  </a:lnTo>
                  <a:lnTo>
                    <a:pt x="6793" y="139"/>
                  </a:lnTo>
                  <a:lnTo>
                    <a:pt x="6609" y="47"/>
                  </a:lnTo>
                  <a:lnTo>
                    <a:pt x="63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7"/>
            <p:cNvSpPr/>
            <p:nvPr/>
          </p:nvSpPr>
          <p:spPr>
            <a:xfrm>
              <a:off x="2866113" y="3009319"/>
              <a:ext cx="86595" cy="87630"/>
            </a:xfrm>
            <a:custGeom>
              <a:rect b="b" l="l" r="r" t="t"/>
              <a:pathLst>
                <a:path extrusionOk="0" h="3810" w="3765">
                  <a:moveTo>
                    <a:pt x="1882" y="1148"/>
                  </a:moveTo>
                  <a:lnTo>
                    <a:pt x="2020" y="1194"/>
                  </a:lnTo>
                  <a:lnTo>
                    <a:pt x="2158" y="1240"/>
                  </a:lnTo>
                  <a:lnTo>
                    <a:pt x="2295" y="1286"/>
                  </a:lnTo>
                  <a:lnTo>
                    <a:pt x="2387" y="1377"/>
                  </a:lnTo>
                  <a:lnTo>
                    <a:pt x="2479" y="1469"/>
                  </a:lnTo>
                  <a:lnTo>
                    <a:pt x="2571" y="1607"/>
                  </a:lnTo>
                  <a:lnTo>
                    <a:pt x="2617" y="1745"/>
                  </a:lnTo>
                  <a:lnTo>
                    <a:pt x="2617" y="1882"/>
                  </a:lnTo>
                  <a:lnTo>
                    <a:pt x="2617" y="2066"/>
                  </a:lnTo>
                  <a:lnTo>
                    <a:pt x="2571" y="2203"/>
                  </a:lnTo>
                  <a:lnTo>
                    <a:pt x="2479" y="2295"/>
                  </a:lnTo>
                  <a:lnTo>
                    <a:pt x="2387" y="2433"/>
                  </a:lnTo>
                  <a:lnTo>
                    <a:pt x="2295" y="2525"/>
                  </a:lnTo>
                  <a:lnTo>
                    <a:pt x="2158" y="2571"/>
                  </a:lnTo>
                  <a:lnTo>
                    <a:pt x="2020" y="2617"/>
                  </a:lnTo>
                  <a:lnTo>
                    <a:pt x="1882" y="2662"/>
                  </a:lnTo>
                  <a:lnTo>
                    <a:pt x="1745" y="2617"/>
                  </a:lnTo>
                  <a:lnTo>
                    <a:pt x="1607" y="2571"/>
                  </a:lnTo>
                  <a:lnTo>
                    <a:pt x="1469" y="2525"/>
                  </a:lnTo>
                  <a:lnTo>
                    <a:pt x="1378" y="2433"/>
                  </a:lnTo>
                  <a:lnTo>
                    <a:pt x="1286" y="2295"/>
                  </a:lnTo>
                  <a:lnTo>
                    <a:pt x="1194" y="2203"/>
                  </a:lnTo>
                  <a:lnTo>
                    <a:pt x="1148" y="2066"/>
                  </a:lnTo>
                  <a:lnTo>
                    <a:pt x="1148" y="1882"/>
                  </a:lnTo>
                  <a:lnTo>
                    <a:pt x="1148" y="1745"/>
                  </a:lnTo>
                  <a:lnTo>
                    <a:pt x="1194" y="1607"/>
                  </a:lnTo>
                  <a:lnTo>
                    <a:pt x="1286" y="1469"/>
                  </a:lnTo>
                  <a:lnTo>
                    <a:pt x="1378" y="1377"/>
                  </a:lnTo>
                  <a:lnTo>
                    <a:pt x="1469" y="1286"/>
                  </a:lnTo>
                  <a:lnTo>
                    <a:pt x="1607" y="1240"/>
                  </a:lnTo>
                  <a:lnTo>
                    <a:pt x="1745" y="1194"/>
                  </a:lnTo>
                  <a:lnTo>
                    <a:pt x="1882" y="1148"/>
                  </a:lnTo>
                  <a:close/>
                  <a:moveTo>
                    <a:pt x="1882" y="0"/>
                  </a:moveTo>
                  <a:lnTo>
                    <a:pt x="1515" y="46"/>
                  </a:lnTo>
                  <a:lnTo>
                    <a:pt x="1148" y="184"/>
                  </a:lnTo>
                  <a:lnTo>
                    <a:pt x="827" y="322"/>
                  </a:lnTo>
                  <a:lnTo>
                    <a:pt x="551" y="551"/>
                  </a:lnTo>
                  <a:lnTo>
                    <a:pt x="322" y="827"/>
                  </a:lnTo>
                  <a:lnTo>
                    <a:pt x="138" y="1148"/>
                  </a:lnTo>
                  <a:lnTo>
                    <a:pt x="47" y="1515"/>
                  </a:lnTo>
                  <a:lnTo>
                    <a:pt x="1" y="1882"/>
                  </a:lnTo>
                  <a:lnTo>
                    <a:pt x="47" y="2295"/>
                  </a:lnTo>
                  <a:lnTo>
                    <a:pt x="138" y="2617"/>
                  </a:lnTo>
                  <a:lnTo>
                    <a:pt x="322" y="2938"/>
                  </a:lnTo>
                  <a:lnTo>
                    <a:pt x="551" y="3259"/>
                  </a:lnTo>
                  <a:lnTo>
                    <a:pt x="827" y="3489"/>
                  </a:lnTo>
                  <a:lnTo>
                    <a:pt x="1148" y="3626"/>
                  </a:lnTo>
                  <a:lnTo>
                    <a:pt x="1515" y="3764"/>
                  </a:lnTo>
                  <a:lnTo>
                    <a:pt x="1882" y="3810"/>
                  </a:lnTo>
                  <a:lnTo>
                    <a:pt x="2250" y="3764"/>
                  </a:lnTo>
                  <a:lnTo>
                    <a:pt x="2617" y="3626"/>
                  </a:lnTo>
                  <a:lnTo>
                    <a:pt x="2938" y="3489"/>
                  </a:lnTo>
                  <a:lnTo>
                    <a:pt x="3213" y="3259"/>
                  </a:lnTo>
                  <a:lnTo>
                    <a:pt x="3443" y="2938"/>
                  </a:lnTo>
                  <a:lnTo>
                    <a:pt x="3626" y="2617"/>
                  </a:lnTo>
                  <a:lnTo>
                    <a:pt x="3718" y="2295"/>
                  </a:lnTo>
                  <a:lnTo>
                    <a:pt x="3764" y="1882"/>
                  </a:lnTo>
                  <a:lnTo>
                    <a:pt x="3718" y="1515"/>
                  </a:lnTo>
                  <a:lnTo>
                    <a:pt x="3626" y="1148"/>
                  </a:lnTo>
                  <a:lnTo>
                    <a:pt x="3443" y="827"/>
                  </a:lnTo>
                  <a:lnTo>
                    <a:pt x="3213" y="551"/>
                  </a:lnTo>
                  <a:lnTo>
                    <a:pt x="2938" y="322"/>
                  </a:lnTo>
                  <a:lnTo>
                    <a:pt x="2617" y="184"/>
                  </a:lnTo>
                  <a:lnTo>
                    <a:pt x="2250" y="46"/>
                  </a:lnTo>
                  <a:lnTo>
                    <a:pt x="18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47"/>
          <p:cNvGrpSpPr/>
          <p:nvPr/>
        </p:nvGrpSpPr>
        <p:grpSpPr>
          <a:xfrm>
            <a:off x="1933244" y="3011506"/>
            <a:ext cx="337801" cy="438104"/>
            <a:chOff x="1336544" y="3467456"/>
            <a:chExt cx="337801" cy="438104"/>
          </a:xfrm>
        </p:grpSpPr>
        <p:sp>
          <p:nvSpPr>
            <p:cNvPr id="534" name="Google Shape;534;p47"/>
            <p:cNvSpPr/>
            <p:nvPr/>
          </p:nvSpPr>
          <p:spPr>
            <a:xfrm>
              <a:off x="1336544" y="3467456"/>
              <a:ext cx="337801" cy="438104"/>
            </a:xfrm>
            <a:custGeom>
              <a:rect b="b" l="l" r="r" t="t"/>
              <a:pathLst>
                <a:path extrusionOk="0" h="19048" w="14687">
                  <a:moveTo>
                    <a:pt x="8170" y="1102"/>
                  </a:moveTo>
                  <a:lnTo>
                    <a:pt x="8261" y="1148"/>
                  </a:lnTo>
                  <a:lnTo>
                    <a:pt x="8307" y="1240"/>
                  </a:lnTo>
                  <a:lnTo>
                    <a:pt x="8307" y="2479"/>
                  </a:lnTo>
                  <a:lnTo>
                    <a:pt x="6334" y="2479"/>
                  </a:lnTo>
                  <a:lnTo>
                    <a:pt x="6334" y="1240"/>
                  </a:lnTo>
                  <a:lnTo>
                    <a:pt x="6380" y="1148"/>
                  </a:lnTo>
                  <a:lnTo>
                    <a:pt x="6471" y="1102"/>
                  </a:lnTo>
                  <a:close/>
                  <a:moveTo>
                    <a:pt x="9455" y="3626"/>
                  </a:moveTo>
                  <a:lnTo>
                    <a:pt x="9455" y="4636"/>
                  </a:lnTo>
                  <a:lnTo>
                    <a:pt x="5232" y="4636"/>
                  </a:lnTo>
                  <a:lnTo>
                    <a:pt x="5232" y="3626"/>
                  </a:lnTo>
                  <a:close/>
                  <a:moveTo>
                    <a:pt x="8537" y="5783"/>
                  </a:moveTo>
                  <a:lnTo>
                    <a:pt x="8537" y="6196"/>
                  </a:lnTo>
                  <a:lnTo>
                    <a:pt x="8537" y="6609"/>
                  </a:lnTo>
                  <a:lnTo>
                    <a:pt x="8583" y="7114"/>
                  </a:lnTo>
                  <a:lnTo>
                    <a:pt x="8674" y="7711"/>
                  </a:lnTo>
                  <a:lnTo>
                    <a:pt x="8858" y="8399"/>
                  </a:lnTo>
                  <a:lnTo>
                    <a:pt x="9133" y="9134"/>
                  </a:lnTo>
                  <a:lnTo>
                    <a:pt x="9501" y="9914"/>
                  </a:lnTo>
                  <a:lnTo>
                    <a:pt x="13539" y="17533"/>
                  </a:lnTo>
                  <a:lnTo>
                    <a:pt x="13539" y="17670"/>
                  </a:lnTo>
                  <a:lnTo>
                    <a:pt x="13494" y="17808"/>
                  </a:lnTo>
                  <a:lnTo>
                    <a:pt x="13402" y="17900"/>
                  </a:lnTo>
                  <a:lnTo>
                    <a:pt x="1285" y="17900"/>
                  </a:lnTo>
                  <a:lnTo>
                    <a:pt x="1193" y="17808"/>
                  </a:lnTo>
                  <a:lnTo>
                    <a:pt x="1147" y="17670"/>
                  </a:lnTo>
                  <a:lnTo>
                    <a:pt x="1147" y="17533"/>
                  </a:lnTo>
                  <a:lnTo>
                    <a:pt x="5186" y="9914"/>
                  </a:lnTo>
                  <a:lnTo>
                    <a:pt x="5553" y="9134"/>
                  </a:lnTo>
                  <a:lnTo>
                    <a:pt x="5829" y="8399"/>
                  </a:lnTo>
                  <a:lnTo>
                    <a:pt x="6012" y="7757"/>
                  </a:lnTo>
                  <a:lnTo>
                    <a:pt x="6104" y="7114"/>
                  </a:lnTo>
                  <a:lnTo>
                    <a:pt x="6150" y="6609"/>
                  </a:lnTo>
                  <a:lnTo>
                    <a:pt x="6150" y="6196"/>
                  </a:lnTo>
                  <a:lnTo>
                    <a:pt x="6150" y="5783"/>
                  </a:lnTo>
                  <a:close/>
                  <a:moveTo>
                    <a:pt x="6242" y="0"/>
                  </a:moveTo>
                  <a:lnTo>
                    <a:pt x="6012" y="92"/>
                  </a:lnTo>
                  <a:lnTo>
                    <a:pt x="5783" y="184"/>
                  </a:lnTo>
                  <a:lnTo>
                    <a:pt x="5599" y="368"/>
                  </a:lnTo>
                  <a:lnTo>
                    <a:pt x="5462" y="551"/>
                  </a:lnTo>
                  <a:lnTo>
                    <a:pt x="5324" y="735"/>
                  </a:lnTo>
                  <a:lnTo>
                    <a:pt x="5232" y="1010"/>
                  </a:lnTo>
                  <a:lnTo>
                    <a:pt x="5232" y="1240"/>
                  </a:lnTo>
                  <a:lnTo>
                    <a:pt x="5232" y="2479"/>
                  </a:lnTo>
                  <a:lnTo>
                    <a:pt x="4681" y="2479"/>
                  </a:lnTo>
                  <a:lnTo>
                    <a:pt x="4452" y="2525"/>
                  </a:lnTo>
                  <a:lnTo>
                    <a:pt x="4268" y="2662"/>
                  </a:lnTo>
                  <a:lnTo>
                    <a:pt x="4131" y="2846"/>
                  </a:lnTo>
                  <a:lnTo>
                    <a:pt x="4131" y="3030"/>
                  </a:lnTo>
                  <a:lnTo>
                    <a:pt x="4131" y="5324"/>
                  </a:lnTo>
                  <a:lnTo>
                    <a:pt x="4131" y="5508"/>
                  </a:lnTo>
                  <a:lnTo>
                    <a:pt x="4222" y="5691"/>
                  </a:lnTo>
                  <a:lnTo>
                    <a:pt x="4406" y="5783"/>
                  </a:lnTo>
                  <a:lnTo>
                    <a:pt x="5049" y="5783"/>
                  </a:lnTo>
                  <a:lnTo>
                    <a:pt x="5049" y="6150"/>
                  </a:lnTo>
                  <a:lnTo>
                    <a:pt x="5003" y="6518"/>
                  </a:lnTo>
                  <a:lnTo>
                    <a:pt x="4957" y="6977"/>
                  </a:lnTo>
                  <a:lnTo>
                    <a:pt x="4865" y="7481"/>
                  </a:lnTo>
                  <a:lnTo>
                    <a:pt x="4727" y="8078"/>
                  </a:lnTo>
                  <a:lnTo>
                    <a:pt x="4498" y="8721"/>
                  </a:lnTo>
                  <a:lnTo>
                    <a:pt x="4222" y="9363"/>
                  </a:lnTo>
                  <a:lnTo>
                    <a:pt x="138" y="17028"/>
                  </a:lnTo>
                  <a:lnTo>
                    <a:pt x="0" y="17395"/>
                  </a:lnTo>
                  <a:lnTo>
                    <a:pt x="0" y="17716"/>
                  </a:lnTo>
                  <a:lnTo>
                    <a:pt x="46" y="18083"/>
                  </a:lnTo>
                  <a:lnTo>
                    <a:pt x="184" y="18405"/>
                  </a:lnTo>
                  <a:lnTo>
                    <a:pt x="413" y="18680"/>
                  </a:lnTo>
                  <a:lnTo>
                    <a:pt x="688" y="18864"/>
                  </a:lnTo>
                  <a:lnTo>
                    <a:pt x="1010" y="19001"/>
                  </a:lnTo>
                  <a:lnTo>
                    <a:pt x="1377" y="19047"/>
                  </a:lnTo>
                  <a:lnTo>
                    <a:pt x="13310" y="19047"/>
                  </a:lnTo>
                  <a:lnTo>
                    <a:pt x="13677" y="19001"/>
                  </a:lnTo>
                  <a:lnTo>
                    <a:pt x="13998" y="18864"/>
                  </a:lnTo>
                  <a:lnTo>
                    <a:pt x="14274" y="18680"/>
                  </a:lnTo>
                  <a:lnTo>
                    <a:pt x="14503" y="18405"/>
                  </a:lnTo>
                  <a:lnTo>
                    <a:pt x="14641" y="18083"/>
                  </a:lnTo>
                  <a:lnTo>
                    <a:pt x="14687" y="17716"/>
                  </a:lnTo>
                  <a:lnTo>
                    <a:pt x="14687" y="17395"/>
                  </a:lnTo>
                  <a:lnTo>
                    <a:pt x="14549" y="17028"/>
                  </a:lnTo>
                  <a:lnTo>
                    <a:pt x="10510" y="9363"/>
                  </a:lnTo>
                  <a:lnTo>
                    <a:pt x="10189" y="8721"/>
                  </a:lnTo>
                  <a:lnTo>
                    <a:pt x="9960" y="8078"/>
                  </a:lnTo>
                  <a:lnTo>
                    <a:pt x="9822" y="7481"/>
                  </a:lnTo>
                  <a:lnTo>
                    <a:pt x="9730" y="6977"/>
                  </a:lnTo>
                  <a:lnTo>
                    <a:pt x="9684" y="6518"/>
                  </a:lnTo>
                  <a:lnTo>
                    <a:pt x="9684" y="6150"/>
                  </a:lnTo>
                  <a:lnTo>
                    <a:pt x="9684" y="5783"/>
                  </a:lnTo>
                  <a:lnTo>
                    <a:pt x="10327" y="5783"/>
                  </a:lnTo>
                  <a:lnTo>
                    <a:pt x="10464" y="5691"/>
                  </a:lnTo>
                  <a:lnTo>
                    <a:pt x="10556" y="5508"/>
                  </a:lnTo>
                  <a:lnTo>
                    <a:pt x="10602" y="5324"/>
                  </a:lnTo>
                  <a:lnTo>
                    <a:pt x="10602" y="2984"/>
                  </a:lnTo>
                  <a:lnTo>
                    <a:pt x="10556" y="2800"/>
                  </a:lnTo>
                  <a:lnTo>
                    <a:pt x="10464" y="2616"/>
                  </a:lnTo>
                  <a:lnTo>
                    <a:pt x="10281" y="2525"/>
                  </a:lnTo>
                  <a:lnTo>
                    <a:pt x="10097" y="2479"/>
                  </a:lnTo>
                  <a:lnTo>
                    <a:pt x="9455" y="2479"/>
                  </a:lnTo>
                  <a:lnTo>
                    <a:pt x="9455" y="1102"/>
                  </a:lnTo>
                  <a:lnTo>
                    <a:pt x="9455" y="872"/>
                  </a:lnTo>
                  <a:lnTo>
                    <a:pt x="9363" y="689"/>
                  </a:lnTo>
                  <a:lnTo>
                    <a:pt x="9271" y="505"/>
                  </a:lnTo>
                  <a:lnTo>
                    <a:pt x="9133" y="322"/>
                  </a:lnTo>
                  <a:lnTo>
                    <a:pt x="8996" y="184"/>
                  </a:lnTo>
                  <a:lnTo>
                    <a:pt x="8812" y="92"/>
                  </a:lnTo>
                  <a:lnTo>
                    <a:pt x="85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7"/>
            <p:cNvSpPr/>
            <p:nvPr/>
          </p:nvSpPr>
          <p:spPr>
            <a:xfrm>
              <a:off x="1447381" y="3664842"/>
              <a:ext cx="116127" cy="201664"/>
            </a:xfrm>
            <a:custGeom>
              <a:rect b="b" l="l" r="r" t="t"/>
              <a:pathLst>
                <a:path extrusionOk="0" h="8768" w="5049">
                  <a:moveTo>
                    <a:pt x="2524" y="1516"/>
                  </a:moveTo>
                  <a:lnTo>
                    <a:pt x="2983" y="2250"/>
                  </a:lnTo>
                  <a:lnTo>
                    <a:pt x="3442" y="3030"/>
                  </a:lnTo>
                  <a:lnTo>
                    <a:pt x="3626" y="3443"/>
                  </a:lnTo>
                  <a:lnTo>
                    <a:pt x="3764" y="3810"/>
                  </a:lnTo>
                  <a:lnTo>
                    <a:pt x="3855" y="4132"/>
                  </a:lnTo>
                  <a:lnTo>
                    <a:pt x="3901" y="4453"/>
                  </a:lnTo>
                  <a:lnTo>
                    <a:pt x="3855" y="4958"/>
                  </a:lnTo>
                  <a:lnTo>
                    <a:pt x="3810" y="5141"/>
                  </a:lnTo>
                  <a:lnTo>
                    <a:pt x="3718" y="5279"/>
                  </a:lnTo>
                  <a:lnTo>
                    <a:pt x="3580" y="5417"/>
                  </a:lnTo>
                  <a:lnTo>
                    <a:pt x="3442" y="5554"/>
                  </a:lnTo>
                  <a:lnTo>
                    <a:pt x="3305" y="5646"/>
                  </a:lnTo>
                  <a:lnTo>
                    <a:pt x="3075" y="5692"/>
                  </a:lnTo>
                  <a:lnTo>
                    <a:pt x="3075" y="3673"/>
                  </a:lnTo>
                  <a:lnTo>
                    <a:pt x="3075" y="3489"/>
                  </a:lnTo>
                  <a:lnTo>
                    <a:pt x="2983" y="3305"/>
                  </a:lnTo>
                  <a:lnTo>
                    <a:pt x="2846" y="3168"/>
                  </a:lnTo>
                  <a:lnTo>
                    <a:pt x="2662" y="3122"/>
                  </a:lnTo>
                  <a:lnTo>
                    <a:pt x="2524" y="3076"/>
                  </a:lnTo>
                  <a:lnTo>
                    <a:pt x="2387" y="3122"/>
                  </a:lnTo>
                  <a:lnTo>
                    <a:pt x="2249" y="3122"/>
                  </a:lnTo>
                  <a:lnTo>
                    <a:pt x="2157" y="3214"/>
                  </a:lnTo>
                  <a:lnTo>
                    <a:pt x="2065" y="3305"/>
                  </a:lnTo>
                  <a:lnTo>
                    <a:pt x="1974" y="3397"/>
                  </a:lnTo>
                  <a:lnTo>
                    <a:pt x="1928" y="3535"/>
                  </a:lnTo>
                  <a:lnTo>
                    <a:pt x="1928" y="3673"/>
                  </a:lnTo>
                  <a:lnTo>
                    <a:pt x="1928" y="5692"/>
                  </a:lnTo>
                  <a:lnTo>
                    <a:pt x="1744" y="5646"/>
                  </a:lnTo>
                  <a:lnTo>
                    <a:pt x="1561" y="5554"/>
                  </a:lnTo>
                  <a:lnTo>
                    <a:pt x="1423" y="5417"/>
                  </a:lnTo>
                  <a:lnTo>
                    <a:pt x="1331" y="5279"/>
                  </a:lnTo>
                  <a:lnTo>
                    <a:pt x="1239" y="5141"/>
                  </a:lnTo>
                  <a:lnTo>
                    <a:pt x="1193" y="4958"/>
                  </a:lnTo>
                  <a:lnTo>
                    <a:pt x="1148" y="4453"/>
                  </a:lnTo>
                  <a:lnTo>
                    <a:pt x="1148" y="4132"/>
                  </a:lnTo>
                  <a:lnTo>
                    <a:pt x="1239" y="3810"/>
                  </a:lnTo>
                  <a:lnTo>
                    <a:pt x="1377" y="3443"/>
                  </a:lnTo>
                  <a:lnTo>
                    <a:pt x="1561" y="3076"/>
                  </a:lnTo>
                  <a:lnTo>
                    <a:pt x="2020" y="2250"/>
                  </a:lnTo>
                  <a:lnTo>
                    <a:pt x="2524" y="1516"/>
                  </a:lnTo>
                  <a:close/>
                  <a:moveTo>
                    <a:pt x="2524" y="1"/>
                  </a:moveTo>
                  <a:lnTo>
                    <a:pt x="2387" y="47"/>
                  </a:lnTo>
                  <a:lnTo>
                    <a:pt x="2295" y="47"/>
                  </a:lnTo>
                  <a:lnTo>
                    <a:pt x="2157" y="139"/>
                  </a:lnTo>
                  <a:lnTo>
                    <a:pt x="2065" y="230"/>
                  </a:lnTo>
                  <a:lnTo>
                    <a:pt x="1652" y="781"/>
                  </a:lnTo>
                  <a:lnTo>
                    <a:pt x="1331" y="1240"/>
                  </a:lnTo>
                  <a:lnTo>
                    <a:pt x="964" y="1837"/>
                  </a:lnTo>
                  <a:lnTo>
                    <a:pt x="597" y="2479"/>
                  </a:lnTo>
                  <a:lnTo>
                    <a:pt x="321" y="3168"/>
                  </a:lnTo>
                  <a:lnTo>
                    <a:pt x="92" y="3810"/>
                  </a:lnTo>
                  <a:lnTo>
                    <a:pt x="46" y="4132"/>
                  </a:lnTo>
                  <a:lnTo>
                    <a:pt x="0" y="4453"/>
                  </a:lnTo>
                  <a:lnTo>
                    <a:pt x="46" y="4912"/>
                  </a:lnTo>
                  <a:lnTo>
                    <a:pt x="138" y="5325"/>
                  </a:lnTo>
                  <a:lnTo>
                    <a:pt x="276" y="5692"/>
                  </a:lnTo>
                  <a:lnTo>
                    <a:pt x="505" y="6013"/>
                  </a:lnTo>
                  <a:lnTo>
                    <a:pt x="734" y="6335"/>
                  </a:lnTo>
                  <a:lnTo>
                    <a:pt x="1102" y="6564"/>
                  </a:lnTo>
                  <a:lnTo>
                    <a:pt x="1469" y="6702"/>
                  </a:lnTo>
                  <a:lnTo>
                    <a:pt x="1928" y="6839"/>
                  </a:lnTo>
                  <a:lnTo>
                    <a:pt x="1836" y="7023"/>
                  </a:lnTo>
                  <a:lnTo>
                    <a:pt x="1744" y="7207"/>
                  </a:lnTo>
                  <a:lnTo>
                    <a:pt x="1652" y="7344"/>
                  </a:lnTo>
                  <a:lnTo>
                    <a:pt x="1515" y="7482"/>
                  </a:lnTo>
                  <a:lnTo>
                    <a:pt x="1331" y="7620"/>
                  </a:lnTo>
                  <a:lnTo>
                    <a:pt x="1193" y="7666"/>
                  </a:lnTo>
                  <a:lnTo>
                    <a:pt x="1056" y="7849"/>
                  </a:lnTo>
                  <a:lnTo>
                    <a:pt x="918" y="8033"/>
                  </a:lnTo>
                  <a:lnTo>
                    <a:pt x="918" y="8262"/>
                  </a:lnTo>
                  <a:lnTo>
                    <a:pt x="1010" y="8446"/>
                  </a:lnTo>
                  <a:lnTo>
                    <a:pt x="1102" y="8629"/>
                  </a:lnTo>
                  <a:lnTo>
                    <a:pt x="1285" y="8721"/>
                  </a:lnTo>
                  <a:lnTo>
                    <a:pt x="1423" y="8767"/>
                  </a:lnTo>
                  <a:lnTo>
                    <a:pt x="1561" y="8721"/>
                  </a:lnTo>
                  <a:lnTo>
                    <a:pt x="1790" y="8675"/>
                  </a:lnTo>
                  <a:lnTo>
                    <a:pt x="1928" y="8583"/>
                  </a:lnTo>
                  <a:lnTo>
                    <a:pt x="2157" y="8446"/>
                  </a:lnTo>
                  <a:lnTo>
                    <a:pt x="2341" y="8262"/>
                  </a:lnTo>
                  <a:lnTo>
                    <a:pt x="2524" y="8079"/>
                  </a:lnTo>
                  <a:lnTo>
                    <a:pt x="2708" y="7849"/>
                  </a:lnTo>
                  <a:lnTo>
                    <a:pt x="2846" y="7620"/>
                  </a:lnTo>
                  <a:lnTo>
                    <a:pt x="2937" y="7344"/>
                  </a:lnTo>
                  <a:lnTo>
                    <a:pt x="3029" y="7115"/>
                  </a:lnTo>
                  <a:lnTo>
                    <a:pt x="3075" y="6839"/>
                  </a:lnTo>
                  <a:lnTo>
                    <a:pt x="3488" y="6748"/>
                  </a:lnTo>
                  <a:lnTo>
                    <a:pt x="3901" y="6564"/>
                  </a:lnTo>
                  <a:lnTo>
                    <a:pt x="4223" y="6380"/>
                  </a:lnTo>
                  <a:lnTo>
                    <a:pt x="4498" y="6105"/>
                  </a:lnTo>
                  <a:lnTo>
                    <a:pt x="4727" y="5784"/>
                  </a:lnTo>
                  <a:lnTo>
                    <a:pt x="4911" y="5371"/>
                  </a:lnTo>
                  <a:lnTo>
                    <a:pt x="5003" y="4958"/>
                  </a:lnTo>
                  <a:lnTo>
                    <a:pt x="5049" y="4453"/>
                  </a:lnTo>
                  <a:lnTo>
                    <a:pt x="5003" y="4132"/>
                  </a:lnTo>
                  <a:lnTo>
                    <a:pt x="4957" y="3810"/>
                  </a:lnTo>
                  <a:lnTo>
                    <a:pt x="4727" y="3168"/>
                  </a:lnTo>
                  <a:lnTo>
                    <a:pt x="4452" y="2479"/>
                  </a:lnTo>
                  <a:lnTo>
                    <a:pt x="4085" y="1837"/>
                  </a:lnTo>
                  <a:lnTo>
                    <a:pt x="3718" y="1240"/>
                  </a:lnTo>
                  <a:lnTo>
                    <a:pt x="3396" y="781"/>
                  </a:lnTo>
                  <a:lnTo>
                    <a:pt x="2983" y="230"/>
                  </a:lnTo>
                  <a:lnTo>
                    <a:pt x="2892" y="139"/>
                  </a:lnTo>
                  <a:lnTo>
                    <a:pt x="2754" y="47"/>
                  </a:lnTo>
                  <a:lnTo>
                    <a:pt x="2662" y="47"/>
                  </a:lnTo>
                  <a:lnTo>
                    <a:pt x="25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 name="Google Shape;536;p47"/>
          <p:cNvSpPr/>
          <p:nvPr/>
        </p:nvSpPr>
        <p:spPr>
          <a:xfrm>
            <a:off x="4352417" y="3022063"/>
            <a:ext cx="439162" cy="416990"/>
          </a:xfrm>
          <a:custGeom>
            <a:rect b="b" l="l" r="r" t="t"/>
            <a:pathLst>
              <a:path extrusionOk="0" h="18130" w="19094">
                <a:moveTo>
                  <a:pt x="16431" y="1148"/>
                </a:moveTo>
                <a:lnTo>
                  <a:pt x="17946" y="2662"/>
                </a:lnTo>
                <a:lnTo>
                  <a:pt x="16890" y="3718"/>
                </a:lnTo>
                <a:lnTo>
                  <a:pt x="15375" y="2203"/>
                </a:lnTo>
                <a:lnTo>
                  <a:pt x="16431" y="1148"/>
                </a:lnTo>
                <a:close/>
                <a:moveTo>
                  <a:pt x="13953" y="2341"/>
                </a:moveTo>
                <a:lnTo>
                  <a:pt x="16752" y="5141"/>
                </a:lnTo>
                <a:lnTo>
                  <a:pt x="15926" y="5967"/>
                </a:lnTo>
                <a:lnTo>
                  <a:pt x="13127" y="3167"/>
                </a:lnTo>
                <a:lnTo>
                  <a:pt x="13953" y="2341"/>
                </a:lnTo>
                <a:close/>
                <a:moveTo>
                  <a:pt x="6426" y="7757"/>
                </a:moveTo>
                <a:lnTo>
                  <a:pt x="6655" y="7849"/>
                </a:lnTo>
                <a:lnTo>
                  <a:pt x="6885" y="7940"/>
                </a:lnTo>
                <a:lnTo>
                  <a:pt x="7068" y="8124"/>
                </a:lnTo>
                <a:lnTo>
                  <a:pt x="7252" y="8308"/>
                </a:lnTo>
                <a:lnTo>
                  <a:pt x="7344" y="8491"/>
                </a:lnTo>
                <a:lnTo>
                  <a:pt x="7435" y="8721"/>
                </a:lnTo>
                <a:lnTo>
                  <a:pt x="7481" y="8996"/>
                </a:lnTo>
                <a:lnTo>
                  <a:pt x="6104" y="8996"/>
                </a:lnTo>
                <a:lnTo>
                  <a:pt x="5829" y="8950"/>
                </a:lnTo>
                <a:lnTo>
                  <a:pt x="5600" y="8858"/>
                </a:lnTo>
                <a:lnTo>
                  <a:pt x="5370" y="8766"/>
                </a:lnTo>
                <a:lnTo>
                  <a:pt x="5186" y="8629"/>
                </a:lnTo>
                <a:lnTo>
                  <a:pt x="5049" y="8445"/>
                </a:lnTo>
                <a:lnTo>
                  <a:pt x="4911" y="8216"/>
                </a:lnTo>
                <a:lnTo>
                  <a:pt x="4865" y="7986"/>
                </a:lnTo>
                <a:lnTo>
                  <a:pt x="4819" y="7757"/>
                </a:lnTo>
                <a:close/>
                <a:moveTo>
                  <a:pt x="11245" y="10373"/>
                </a:moveTo>
                <a:lnTo>
                  <a:pt x="11245" y="10648"/>
                </a:lnTo>
                <a:lnTo>
                  <a:pt x="11153" y="10878"/>
                </a:lnTo>
                <a:lnTo>
                  <a:pt x="11015" y="11061"/>
                </a:lnTo>
                <a:lnTo>
                  <a:pt x="10878" y="11245"/>
                </a:lnTo>
                <a:lnTo>
                  <a:pt x="10694" y="11428"/>
                </a:lnTo>
                <a:lnTo>
                  <a:pt x="10465" y="11520"/>
                </a:lnTo>
                <a:lnTo>
                  <a:pt x="10235" y="11612"/>
                </a:lnTo>
                <a:lnTo>
                  <a:pt x="8629" y="11612"/>
                </a:lnTo>
                <a:lnTo>
                  <a:pt x="8629" y="11383"/>
                </a:lnTo>
                <a:lnTo>
                  <a:pt x="8720" y="11153"/>
                </a:lnTo>
                <a:lnTo>
                  <a:pt x="8858" y="10924"/>
                </a:lnTo>
                <a:lnTo>
                  <a:pt x="8996" y="10740"/>
                </a:lnTo>
                <a:lnTo>
                  <a:pt x="9179" y="10602"/>
                </a:lnTo>
                <a:lnTo>
                  <a:pt x="9409" y="10465"/>
                </a:lnTo>
                <a:lnTo>
                  <a:pt x="9638" y="10419"/>
                </a:lnTo>
                <a:lnTo>
                  <a:pt x="9868" y="10373"/>
                </a:lnTo>
                <a:close/>
                <a:moveTo>
                  <a:pt x="8399" y="4590"/>
                </a:moveTo>
                <a:lnTo>
                  <a:pt x="8904" y="4682"/>
                </a:lnTo>
                <a:lnTo>
                  <a:pt x="9455" y="4774"/>
                </a:lnTo>
                <a:lnTo>
                  <a:pt x="9960" y="4911"/>
                </a:lnTo>
                <a:lnTo>
                  <a:pt x="10465" y="5095"/>
                </a:lnTo>
                <a:lnTo>
                  <a:pt x="10969" y="5370"/>
                </a:lnTo>
                <a:lnTo>
                  <a:pt x="11199" y="5462"/>
                </a:lnTo>
                <a:lnTo>
                  <a:pt x="11428" y="5508"/>
                </a:lnTo>
                <a:lnTo>
                  <a:pt x="11887" y="5508"/>
                </a:lnTo>
                <a:lnTo>
                  <a:pt x="12117" y="5462"/>
                </a:lnTo>
                <a:lnTo>
                  <a:pt x="12346" y="5370"/>
                </a:lnTo>
                <a:lnTo>
                  <a:pt x="12576" y="5232"/>
                </a:lnTo>
                <a:lnTo>
                  <a:pt x="12759" y="5095"/>
                </a:lnTo>
                <a:lnTo>
                  <a:pt x="13081" y="4728"/>
                </a:lnTo>
                <a:lnTo>
                  <a:pt x="14366" y="6013"/>
                </a:lnTo>
                <a:lnTo>
                  <a:pt x="14044" y="6334"/>
                </a:lnTo>
                <a:lnTo>
                  <a:pt x="13861" y="6563"/>
                </a:lnTo>
                <a:lnTo>
                  <a:pt x="13723" y="6747"/>
                </a:lnTo>
                <a:lnTo>
                  <a:pt x="13631" y="6977"/>
                </a:lnTo>
                <a:lnTo>
                  <a:pt x="13585" y="7206"/>
                </a:lnTo>
                <a:lnTo>
                  <a:pt x="13585" y="7435"/>
                </a:lnTo>
                <a:lnTo>
                  <a:pt x="13585" y="7711"/>
                </a:lnTo>
                <a:lnTo>
                  <a:pt x="13631" y="7940"/>
                </a:lnTo>
                <a:lnTo>
                  <a:pt x="13769" y="8170"/>
                </a:lnTo>
                <a:lnTo>
                  <a:pt x="14044" y="8812"/>
                </a:lnTo>
                <a:lnTo>
                  <a:pt x="14274" y="9455"/>
                </a:lnTo>
                <a:lnTo>
                  <a:pt x="14412" y="10097"/>
                </a:lnTo>
                <a:lnTo>
                  <a:pt x="14503" y="10786"/>
                </a:lnTo>
                <a:lnTo>
                  <a:pt x="14503" y="11474"/>
                </a:lnTo>
                <a:lnTo>
                  <a:pt x="14458" y="12163"/>
                </a:lnTo>
                <a:lnTo>
                  <a:pt x="14320" y="12851"/>
                </a:lnTo>
                <a:lnTo>
                  <a:pt x="14136" y="13540"/>
                </a:lnTo>
                <a:lnTo>
                  <a:pt x="8629" y="13540"/>
                </a:lnTo>
                <a:lnTo>
                  <a:pt x="8629" y="12759"/>
                </a:lnTo>
                <a:lnTo>
                  <a:pt x="10006" y="12759"/>
                </a:lnTo>
                <a:lnTo>
                  <a:pt x="10510" y="12714"/>
                </a:lnTo>
                <a:lnTo>
                  <a:pt x="10924" y="12576"/>
                </a:lnTo>
                <a:lnTo>
                  <a:pt x="11337" y="12346"/>
                </a:lnTo>
                <a:lnTo>
                  <a:pt x="11704" y="12071"/>
                </a:lnTo>
                <a:lnTo>
                  <a:pt x="12025" y="11704"/>
                </a:lnTo>
                <a:lnTo>
                  <a:pt x="12255" y="11291"/>
                </a:lnTo>
                <a:lnTo>
                  <a:pt x="12392" y="10832"/>
                </a:lnTo>
                <a:lnTo>
                  <a:pt x="12438" y="10373"/>
                </a:lnTo>
                <a:lnTo>
                  <a:pt x="12438" y="9822"/>
                </a:lnTo>
                <a:lnTo>
                  <a:pt x="12392" y="9639"/>
                </a:lnTo>
                <a:lnTo>
                  <a:pt x="12255" y="9455"/>
                </a:lnTo>
                <a:lnTo>
                  <a:pt x="12071" y="9317"/>
                </a:lnTo>
                <a:lnTo>
                  <a:pt x="11841" y="9271"/>
                </a:lnTo>
                <a:lnTo>
                  <a:pt x="9914" y="9271"/>
                </a:lnTo>
                <a:lnTo>
                  <a:pt x="9547" y="9317"/>
                </a:lnTo>
                <a:lnTo>
                  <a:pt x="9225" y="9363"/>
                </a:lnTo>
                <a:lnTo>
                  <a:pt x="8904" y="9501"/>
                </a:lnTo>
                <a:lnTo>
                  <a:pt x="8629" y="9639"/>
                </a:lnTo>
                <a:lnTo>
                  <a:pt x="8629" y="9547"/>
                </a:lnTo>
                <a:lnTo>
                  <a:pt x="8629" y="9042"/>
                </a:lnTo>
                <a:lnTo>
                  <a:pt x="8583" y="8537"/>
                </a:lnTo>
                <a:lnTo>
                  <a:pt x="8445" y="8124"/>
                </a:lnTo>
                <a:lnTo>
                  <a:pt x="8216" y="7711"/>
                </a:lnTo>
                <a:lnTo>
                  <a:pt x="7894" y="7344"/>
                </a:lnTo>
                <a:lnTo>
                  <a:pt x="7573" y="7022"/>
                </a:lnTo>
                <a:lnTo>
                  <a:pt x="7160" y="6839"/>
                </a:lnTo>
                <a:lnTo>
                  <a:pt x="6701" y="6655"/>
                </a:lnTo>
                <a:lnTo>
                  <a:pt x="6196" y="6609"/>
                </a:lnTo>
                <a:lnTo>
                  <a:pt x="4223" y="6609"/>
                </a:lnTo>
                <a:lnTo>
                  <a:pt x="3993" y="6655"/>
                </a:lnTo>
                <a:lnTo>
                  <a:pt x="3855" y="6793"/>
                </a:lnTo>
                <a:lnTo>
                  <a:pt x="3718" y="6977"/>
                </a:lnTo>
                <a:lnTo>
                  <a:pt x="3672" y="7206"/>
                </a:lnTo>
                <a:lnTo>
                  <a:pt x="3672" y="7711"/>
                </a:lnTo>
                <a:lnTo>
                  <a:pt x="3718" y="8216"/>
                </a:lnTo>
                <a:lnTo>
                  <a:pt x="3855" y="8675"/>
                </a:lnTo>
                <a:lnTo>
                  <a:pt x="4085" y="9088"/>
                </a:lnTo>
                <a:lnTo>
                  <a:pt x="4360" y="9409"/>
                </a:lnTo>
                <a:lnTo>
                  <a:pt x="4728" y="9730"/>
                </a:lnTo>
                <a:lnTo>
                  <a:pt x="5141" y="9960"/>
                </a:lnTo>
                <a:lnTo>
                  <a:pt x="5600" y="10097"/>
                </a:lnTo>
                <a:lnTo>
                  <a:pt x="6104" y="10143"/>
                </a:lnTo>
                <a:lnTo>
                  <a:pt x="7481" y="10143"/>
                </a:lnTo>
                <a:lnTo>
                  <a:pt x="7481" y="13540"/>
                </a:lnTo>
                <a:lnTo>
                  <a:pt x="1561" y="13540"/>
                </a:lnTo>
                <a:lnTo>
                  <a:pt x="1377" y="13081"/>
                </a:lnTo>
                <a:lnTo>
                  <a:pt x="1285" y="12576"/>
                </a:lnTo>
                <a:lnTo>
                  <a:pt x="1194" y="12117"/>
                </a:lnTo>
                <a:lnTo>
                  <a:pt x="1148" y="11658"/>
                </a:lnTo>
                <a:lnTo>
                  <a:pt x="1148" y="11199"/>
                </a:lnTo>
                <a:lnTo>
                  <a:pt x="1194" y="10740"/>
                </a:lnTo>
                <a:lnTo>
                  <a:pt x="1239" y="10235"/>
                </a:lnTo>
                <a:lnTo>
                  <a:pt x="1331" y="9822"/>
                </a:lnTo>
                <a:lnTo>
                  <a:pt x="1423" y="9363"/>
                </a:lnTo>
                <a:lnTo>
                  <a:pt x="1561" y="8904"/>
                </a:lnTo>
                <a:lnTo>
                  <a:pt x="1744" y="8491"/>
                </a:lnTo>
                <a:lnTo>
                  <a:pt x="1974" y="8078"/>
                </a:lnTo>
                <a:lnTo>
                  <a:pt x="2203" y="7665"/>
                </a:lnTo>
                <a:lnTo>
                  <a:pt x="2479" y="7252"/>
                </a:lnTo>
                <a:lnTo>
                  <a:pt x="2800" y="6885"/>
                </a:lnTo>
                <a:lnTo>
                  <a:pt x="3121" y="6563"/>
                </a:lnTo>
                <a:lnTo>
                  <a:pt x="3534" y="6150"/>
                </a:lnTo>
                <a:lnTo>
                  <a:pt x="3947" y="5829"/>
                </a:lnTo>
                <a:lnTo>
                  <a:pt x="4406" y="5554"/>
                </a:lnTo>
                <a:lnTo>
                  <a:pt x="4865" y="5278"/>
                </a:lnTo>
                <a:lnTo>
                  <a:pt x="5324" y="5049"/>
                </a:lnTo>
                <a:lnTo>
                  <a:pt x="5829" y="4865"/>
                </a:lnTo>
                <a:lnTo>
                  <a:pt x="6334" y="4728"/>
                </a:lnTo>
                <a:lnTo>
                  <a:pt x="6839" y="4636"/>
                </a:lnTo>
                <a:lnTo>
                  <a:pt x="7344" y="4590"/>
                </a:lnTo>
                <a:close/>
                <a:moveTo>
                  <a:pt x="13585" y="14641"/>
                </a:moveTo>
                <a:lnTo>
                  <a:pt x="13356" y="15008"/>
                </a:lnTo>
                <a:lnTo>
                  <a:pt x="13081" y="15330"/>
                </a:lnTo>
                <a:lnTo>
                  <a:pt x="12530" y="15972"/>
                </a:lnTo>
                <a:lnTo>
                  <a:pt x="11933" y="16523"/>
                </a:lnTo>
                <a:lnTo>
                  <a:pt x="11245" y="16982"/>
                </a:lnTo>
                <a:lnTo>
                  <a:pt x="4406" y="16982"/>
                </a:lnTo>
                <a:lnTo>
                  <a:pt x="3764" y="16523"/>
                </a:lnTo>
                <a:lnTo>
                  <a:pt x="3121" y="15972"/>
                </a:lnTo>
                <a:lnTo>
                  <a:pt x="2570" y="15330"/>
                </a:lnTo>
                <a:lnTo>
                  <a:pt x="2111" y="14641"/>
                </a:lnTo>
                <a:close/>
                <a:moveTo>
                  <a:pt x="16431" y="0"/>
                </a:moveTo>
                <a:lnTo>
                  <a:pt x="16202" y="46"/>
                </a:lnTo>
                <a:lnTo>
                  <a:pt x="16018" y="92"/>
                </a:lnTo>
                <a:lnTo>
                  <a:pt x="15834" y="184"/>
                </a:lnTo>
                <a:lnTo>
                  <a:pt x="15651" y="322"/>
                </a:lnTo>
                <a:lnTo>
                  <a:pt x="14595" y="1377"/>
                </a:lnTo>
                <a:lnTo>
                  <a:pt x="14412" y="1285"/>
                </a:lnTo>
                <a:lnTo>
                  <a:pt x="14228" y="1240"/>
                </a:lnTo>
                <a:lnTo>
                  <a:pt x="14044" y="1194"/>
                </a:lnTo>
                <a:lnTo>
                  <a:pt x="13677" y="1194"/>
                </a:lnTo>
                <a:lnTo>
                  <a:pt x="13540" y="1285"/>
                </a:lnTo>
                <a:lnTo>
                  <a:pt x="13356" y="1377"/>
                </a:lnTo>
                <a:lnTo>
                  <a:pt x="13218" y="1469"/>
                </a:lnTo>
                <a:lnTo>
                  <a:pt x="12255" y="2433"/>
                </a:lnTo>
                <a:lnTo>
                  <a:pt x="12117" y="2616"/>
                </a:lnTo>
                <a:lnTo>
                  <a:pt x="12025" y="2800"/>
                </a:lnTo>
                <a:lnTo>
                  <a:pt x="11979" y="2984"/>
                </a:lnTo>
                <a:lnTo>
                  <a:pt x="11933" y="3167"/>
                </a:lnTo>
                <a:lnTo>
                  <a:pt x="11979" y="3351"/>
                </a:lnTo>
                <a:lnTo>
                  <a:pt x="12025" y="3580"/>
                </a:lnTo>
                <a:lnTo>
                  <a:pt x="12117" y="3718"/>
                </a:lnTo>
                <a:lnTo>
                  <a:pt x="12255" y="3901"/>
                </a:lnTo>
                <a:lnTo>
                  <a:pt x="12300" y="3947"/>
                </a:lnTo>
                <a:lnTo>
                  <a:pt x="11933" y="4269"/>
                </a:lnTo>
                <a:lnTo>
                  <a:pt x="11841" y="4360"/>
                </a:lnTo>
                <a:lnTo>
                  <a:pt x="11704" y="4406"/>
                </a:lnTo>
                <a:lnTo>
                  <a:pt x="11612" y="4406"/>
                </a:lnTo>
                <a:lnTo>
                  <a:pt x="11474" y="4360"/>
                </a:lnTo>
                <a:lnTo>
                  <a:pt x="11061" y="4131"/>
                </a:lnTo>
                <a:lnTo>
                  <a:pt x="10602" y="3947"/>
                </a:lnTo>
                <a:lnTo>
                  <a:pt x="10143" y="3810"/>
                </a:lnTo>
                <a:lnTo>
                  <a:pt x="9684" y="3672"/>
                </a:lnTo>
                <a:lnTo>
                  <a:pt x="9225" y="3580"/>
                </a:lnTo>
                <a:lnTo>
                  <a:pt x="8812" y="3488"/>
                </a:lnTo>
                <a:lnTo>
                  <a:pt x="7894" y="3443"/>
                </a:lnTo>
                <a:lnTo>
                  <a:pt x="6976" y="3488"/>
                </a:lnTo>
                <a:lnTo>
                  <a:pt x="6104" y="3626"/>
                </a:lnTo>
                <a:lnTo>
                  <a:pt x="5232" y="3901"/>
                </a:lnTo>
                <a:lnTo>
                  <a:pt x="4452" y="4223"/>
                </a:lnTo>
                <a:lnTo>
                  <a:pt x="3672" y="4682"/>
                </a:lnTo>
                <a:lnTo>
                  <a:pt x="2938" y="5187"/>
                </a:lnTo>
                <a:lnTo>
                  <a:pt x="2295" y="5783"/>
                </a:lnTo>
                <a:lnTo>
                  <a:pt x="1698" y="6426"/>
                </a:lnTo>
                <a:lnTo>
                  <a:pt x="1148" y="7206"/>
                </a:lnTo>
                <a:lnTo>
                  <a:pt x="918" y="7573"/>
                </a:lnTo>
                <a:lnTo>
                  <a:pt x="735" y="7986"/>
                </a:lnTo>
                <a:lnTo>
                  <a:pt x="551" y="8445"/>
                </a:lnTo>
                <a:lnTo>
                  <a:pt x="413" y="8858"/>
                </a:lnTo>
                <a:lnTo>
                  <a:pt x="276" y="9317"/>
                </a:lnTo>
                <a:lnTo>
                  <a:pt x="138" y="9822"/>
                </a:lnTo>
                <a:lnTo>
                  <a:pt x="46" y="10419"/>
                </a:lnTo>
                <a:lnTo>
                  <a:pt x="0" y="11061"/>
                </a:lnTo>
                <a:lnTo>
                  <a:pt x="46" y="11658"/>
                </a:lnTo>
                <a:lnTo>
                  <a:pt x="92" y="12300"/>
                </a:lnTo>
                <a:lnTo>
                  <a:pt x="184" y="12897"/>
                </a:lnTo>
                <a:lnTo>
                  <a:pt x="321" y="13448"/>
                </a:lnTo>
                <a:lnTo>
                  <a:pt x="505" y="14045"/>
                </a:lnTo>
                <a:lnTo>
                  <a:pt x="735" y="14595"/>
                </a:lnTo>
                <a:lnTo>
                  <a:pt x="1010" y="15100"/>
                </a:lnTo>
                <a:lnTo>
                  <a:pt x="1331" y="15605"/>
                </a:lnTo>
                <a:lnTo>
                  <a:pt x="1698" y="16110"/>
                </a:lnTo>
                <a:lnTo>
                  <a:pt x="2066" y="16569"/>
                </a:lnTo>
                <a:lnTo>
                  <a:pt x="2525" y="16982"/>
                </a:lnTo>
                <a:lnTo>
                  <a:pt x="2938" y="17395"/>
                </a:lnTo>
                <a:lnTo>
                  <a:pt x="3442" y="17716"/>
                </a:lnTo>
                <a:lnTo>
                  <a:pt x="3947" y="18037"/>
                </a:lnTo>
                <a:lnTo>
                  <a:pt x="4085" y="18129"/>
                </a:lnTo>
                <a:lnTo>
                  <a:pt x="11474" y="18129"/>
                </a:lnTo>
                <a:lnTo>
                  <a:pt x="11612" y="18083"/>
                </a:lnTo>
                <a:lnTo>
                  <a:pt x="11704" y="18037"/>
                </a:lnTo>
                <a:lnTo>
                  <a:pt x="12346" y="17624"/>
                </a:lnTo>
                <a:lnTo>
                  <a:pt x="12989" y="17165"/>
                </a:lnTo>
                <a:lnTo>
                  <a:pt x="13494" y="16615"/>
                </a:lnTo>
                <a:lnTo>
                  <a:pt x="13999" y="16064"/>
                </a:lnTo>
                <a:lnTo>
                  <a:pt x="14412" y="15467"/>
                </a:lnTo>
                <a:lnTo>
                  <a:pt x="14779" y="14825"/>
                </a:lnTo>
                <a:lnTo>
                  <a:pt x="15100" y="14136"/>
                </a:lnTo>
                <a:lnTo>
                  <a:pt x="15330" y="13448"/>
                </a:lnTo>
                <a:lnTo>
                  <a:pt x="15513" y="12759"/>
                </a:lnTo>
                <a:lnTo>
                  <a:pt x="15605" y="12025"/>
                </a:lnTo>
                <a:lnTo>
                  <a:pt x="15651" y="11291"/>
                </a:lnTo>
                <a:lnTo>
                  <a:pt x="15605" y="10511"/>
                </a:lnTo>
                <a:lnTo>
                  <a:pt x="15513" y="9776"/>
                </a:lnTo>
                <a:lnTo>
                  <a:pt x="15330" y="9042"/>
                </a:lnTo>
                <a:lnTo>
                  <a:pt x="15100" y="8353"/>
                </a:lnTo>
                <a:lnTo>
                  <a:pt x="14779" y="7619"/>
                </a:lnTo>
                <a:lnTo>
                  <a:pt x="14733" y="7527"/>
                </a:lnTo>
                <a:lnTo>
                  <a:pt x="14733" y="7390"/>
                </a:lnTo>
                <a:lnTo>
                  <a:pt x="14733" y="7252"/>
                </a:lnTo>
                <a:lnTo>
                  <a:pt x="14825" y="7160"/>
                </a:lnTo>
                <a:lnTo>
                  <a:pt x="15192" y="6839"/>
                </a:lnTo>
                <a:lnTo>
                  <a:pt x="15238" y="6885"/>
                </a:lnTo>
                <a:lnTo>
                  <a:pt x="15375" y="6977"/>
                </a:lnTo>
                <a:lnTo>
                  <a:pt x="15605" y="7114"/>
                </a:lnTo>
                <a:lnTo>
                  <a:pt x="15743" y="7114"/>
                </a:lnTo>
                <a:lnTo>
                  <a:pt x="15926" y="7160"/>
                </a:lnTo>
                <a:lnTo>
                  <a:pt x="16110" y="7114"/>
                </a:lnTo>
                <a:lnTo>
                  <a:pt x="16339" y="7068"/>
                </a:lnTo>
                <a:lnTo>
                  <a:pt x="16477" y="6977"/>
                </a:lnTo>
                <a:lnTo>
                  <a:pt x="16661" y="6839"/>
                </a:lnTo>
                <a:lnTo>
                  <a:pt x="17624" y="5875"/>
                </a:lnTo>
                <a:lnTo>
                  <a:pt x="17716" y="5737"/>
                </a:lnTo>
                <a:lnTo>
                  <a:pt x="17808" y="5554"/>
                </a:lnTo>
                <a:lnTo>
                  <a:pt x="17900" y="5416"/>
                </a:lnTo>
                <a:lnTo>
                  <a:pt x="17900" y="5232"/>
                </a:lnTo>
                <a:lnTo>
                  <a:pt x="17900" y="5049"/>
                </a:lnTo>
                <a:lnTo>
                  <a:pt x="17854" y="4865"/>
                </a:lnTo>
                <a:lnTo>
                  <a:pt x="17808" y="4682"/>
                </a:lnTo>
                <a:lnTo>
                  <a:pt x="17716" y="4544"/>
                </a:lnTo>
                <a:lnTo>
                  <a:pt x="18772" y="3443"/>
                </a:lnTo>
                <a:lnTo>
                  <a:pt x="18909" y="3305"/>
                </a:lnTo>
                <a:lnTo>
                  <a:pt x="19001" y="3075"/>
                </a:lnTo>
                <a:lnTo>
                  <a:pt x="19093" y="2892"/>
                </a:lnTo>
                <a:lnTo>
                  <a:pt x="19093" y="2662"/>
                </a:lnTo>
                <a:lnTo>
                  <a:pt x="19093" y="2433"/>
                </a:lnTo>
                <a:lnTo>
                  <a:pt x="19001" y="2249"/>
                </a:lnTo>
                <a:lnTo>
                  <a:pt x="18909" y="2066"/>
                </a:lnTo>
                <a:lnTo>
                  <a:pt x="18772" y="1882"/>
                </a:lnTo>
                <a:lnTo>
                  <a:pt x="17211" y="322"/>
                </a:lnTo>
                <a:lnTo>
                  <a:pt x="17074" y="184"/>
                </a:lnTo>
                <a:lnTo>
                  <a:pt x="16844" y="92"/>
                </a:lnTo>
                <a:lnTo>
                  <a:pt x="16661" y="46"/>
                </a:lnTo>
                <a:lnTo>
                  <a:pt x="16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 name="Google Shape;537;p47"/>
          <p:cNvGrpSpPr/>
          <p:nvPr/>
        </p:nvGrpSpPr>
        <p:grpSpPr>
          <a:xfrm>
            <a:off x="6822354" y="3024179"/>
            <a:ext cx="439139" cy="412758"/>
            <a:chOff x="2689841" y="3480129"/>
            <a:chExt cx="439139" cy="412758"/>
          </a:xfrm>
        </p:grpSpPr>
        <p:sp>
          <p:nvSpPr>
            <p:cNvPr id="538" name="Google Shape;538;p47"/>
            <p:cNvSpPr/>
            <p:nvPr/>
          </p:nvSpPr>
          <p:spPr>
            <a:xfrm>
              <a:off x="2689841" y="3480129"/>
              <a:ext cx="439139" cy="412758"/>
            </a:xfrm>
            <a:custGeom>
              <a:rect b="b" l="l" r="r" t="t"/>
              <a:pathLst>
                <a:path extrusionOk="0" h="17946" w="19093">
                  <a:moveTo>
                    <a:pt x="9501" y="4498"/>
                  </a:moveTo>
                  <a:lnTo>
                    <a:pt x="10143" y="4544"/>
                  </a:lnTo>
                  <a:lnTo>
                    <a:pt x="10786" y="4682"/>
                  </a:lnTo>
                  <a:lnTo>
                    <a:pt x="11382" y="4865"/>
                  </a:lnTo>
                  <a:lnTo>
                    <a:pt x="11933" y="5186"/>
                  </a:lnTo>
                  <a:lnTo>
                    <a:pt x="11704" y="5416"/>
                  </a:lnTo>
                  <a:lnTo>
                    <a:pt x="11428" y="5645"/>
                  </a:lnTo>
                  <a:lnTo>
                    <a:pt x="11153" y="5829"/>
                  </a:lnTo>
                  <a:lnTo>
                    <a:pt x="10877" y="5967"/>
                  </a:lnTo>
                  <a:lnTo>
                    <a:pt x="10556" y="6104"/>
                  </a:lnTo>
                  <a:lnTo>
                    <a:pt x="10235" y="6196"/>
                  </a:lnTo>
                  <a:lnTo>
                    <a:pt x="9868" y="6242"/>
                  </a:lnTo>
                  <a:lnTo>
                    <a:pt x="9501" y="6288"/>
                  </a:lnTo>
                  <a:lnTo>
                    <a:pt x="9133" y="6242"/>
                  </a:lnTo>
                  <a:lnTo>
                    <a:pt x="8812" y="6196"/>
                  </a:lnTo>
                  <a:lnTo>
                    <a:pt x="8491" y="6104"/>
                  </a:lnTo>
                  <a:lnTo>
                    <a:pt x="8170" y="6013"/>
                  </a:lnTo>
                  <a:lnTo>
                    <a:pt x="7894" y="5829"/>
                  </a:lnTo>
                  <a:lnTo>
                    <a:pt x="7619" y="5645"/>
                  </a:lnTo>
                  <a:lnTo>
                    <a:pt x="7343" y="5462"/>
                  </a:lnTo>
                  <a:lnTo>
                    <a:pt x="7114" y="5232"/>
                  </a:lnTo>
                  <a:lnTo>
                    <a:pt x="7665" y="4911"/>
                  </a:lnTo>
                  <a:lnTo>
                    <a:pt x="8261" y="4682"/>
                  </a:lnTo>
                  <a:lnTo>
                    <a:pt x="8904" y="4544"/>
                  </a:lnTo>
                  <a:lnTo>
                    <a:pt x="9501" y="4498"/>
                  </a:lnTo>
                  <a:close/>
                  <a:moveTo>
                    <a:pt x="5094" y="9868"/>
                  </a:moveTo>
                  <a:lnTo>
                    <a:pt x="5645" y="10051"/>
                  </a:lnTo>
                  <a:lnTo>
                    <a:pt x="6104" y="10327"/>
                  </a:lnTo>
                  <a:lnTo>
                    <a:pt x="6563" y="10694"/>
                  </a:lnTo>
                  <a:lnTo>
                    <a:pt x="6930" y="11107"/>
                  </a:lnTo>
                  <a:lnTo>
                    <a:pt x="7206" y="11566"/>
                  </a:lnTo>
                  <a:lnTo>
                    <a:pt x="7389" y="12071"/>
                  </a:lnTo>
                  <a:lnTo>
                    <a:pt x="7527" y="12576"/>
                  </a:lnTo>
                  <a:lnTo>
                    <a:pt x="7527" y="13081"/>
                  </a:lnTo>
                  <a:lnTo>
                    <a:pt x="7114" y="12851"/>
                  </a:lnTo>
                  <a:lnTo>
                    <a:pt x="6655" y="12530"/>
                  </a:lnTo>
                  <a:lnTo>
                    <a:pt x="6288" y="12163"/>
                  </a:lnTo>
                  <a:lnTo>
                    <a:pt x="5967" y="11795"/>
                  </a:lnTo>
                  <a:lnTo>
                    <a:pt x="5645" y="11336"/>
                  </a:lnTo>
                  <a:lnTo>
                    <a:pt x="5416" y="10877"/>
                  </a:lnTo>
                  <a:lnTo>
                    <a:pt x="5232" y="10373"/>
                  </a:lnTo>
                  <a:lnTo>
                    <a:pt x="5094" y="9868"/>
                  </a:lnTo>
                  <a:close/>
                  <a:moveTo>
                    <a:pt x="13998" y="9868"/>
                  </a:moveTo>
                  <a:lnTo>
                    <a:pt x="13861" y="10373"/>
                  </a:lnTo>
                  <a:lnTo>
                    <a:pt x="13677" y="10877"/>
                  </a:lnTo>
                  <a:lnTo>
                    <a:pt x="13448" y="11336"/>
                  </a:lnTo>
                  <a:lnTo>
                    <a:pt x="13126" y="11795"/>
                  </a:lnTo>
                  <a:lnTo>
                    <a:pt x="12805" y="12163"/>
                  </a:lnTo>
                  <a:lnTo>
                    <a:pt x="12438" y="12530"/>
                  </a:lnTo>
                  <a:lnTo>
                    <a:pt x="12025" y="12851"/>
                  </a:lnTo>
                  <a:lnTo>
                    <a:pt x="11566" y="13081"/>
                  </a:lnTo>
                  <a:lnTo>
                    <a:pt x="11566" y="12576"/>
                  </a:lnTo>
                  <a:lnTo>
                    <a:pt x="11704" y="12071"/>
                  </a:lnTo>
                  <a:lnTo>
                    <a:pt x="11887" y="11566"/>
                  </a:lnTo>
                  <a:lnTo>
                    <a:pt x="12163" y="11107"/>
                  </a:lnTo>
                  <a:lnTo>
                    <a:pt x="12530" y="10694"/>
                  </a:lnTo>
                  <a:lnTo>
                    <a:pt x="12989" y="10327"/>
                  </a:lnTo>
                  <a:lnTo>
                    <a:pt x="13448" y="10051"/>
                  </a:lnTo>
                  <a:lnTo>
                    <a:pt x="13998" y="9868"/>
                  </a:lnTo>
                  <a:close/>
                  <a:moveTo>
                    <a:pt x="13907" y="3259"/>
                  </a:moveTo>
                  <a:lnTo>
                    <a:pt x="14044" y="3855"/>
                  </a:lnTo>
                  <a:lnTo>
                    <a:pt x="14136" y="4452"/>
                  </a:lnTo>
                  <a:lnTo>
                    <a:pt x="14136" y="5049"/>
                  </a:lnTo>
                  <a:lnTo>
                    <a:pt x="14090" y="5645"/>
                  </a:lnTo>
                  <a:lnTo>
                    <a:pt x="13952" y="6288"/>
                  </a:lnTo>
                  <a:lnTo>
                    <a:pt x="13815" y="6655"/>
                  </a:lnTo>
                  <a:lnTo>
                    <a:pt x="13677" y="6885"/>
                  </a:lnTo>
                  <a:lnTo>
                    <a:pt x="13677" y="7022"/>
                  </a:lnTo>
                  <a:lnTo>
                    <a:pt x="13677" y="7160"/>
                  </a:lnTo>
                  <a:lnTo>
                    <a:pt x="13723" y="7298"/>
                  </a:lnTo>
                  <a:lnTo>
                    <a:pt x="13815" y="7435"/>
                  </a:lnTo>
                  <a:lnTo>
                    <a:pt x="13952" y="7573"/>
                  </a:lnTo>
                  <a:lnTo>
                    <a:pt x="14136" y="7619"/>
                  </a:lnTo>
                  <a:lnTo>
                    <a:pt x="14503" y="7711"/>
                  </a:lnTo>
                  <a:lnTo>
                    <a:pt x="14870" y="7802"/>
                  </a:lnTo>
                  <a:lnTo>
                    <a:pt x="15238" y="7986"/>
                  </a:lnTo>
                  <a:lnTo>
                    <a:pt x="15605" y="8124"/>
                  </a:lnTo>
                  <a:lnTo>
                    <a:pt x="15926" y="8353"/>
                  </a:lnTo>
                  <a:lnTo>
                    <a:pt x="16247" y="8583"/>
                  </a:lnTo>
                  <a:lnTo>
                    <a:pt x="16523" y="8858"/>
                  </a:lnTo>
                  <a:lnTo>
                    <a:pt x="16798" y="9133"/>
                  </a:lnTo>
                  <a:lnTo>
                    <a:pt x="16247" y="8904"/>
                  </a:lnTo>
                  <a:lnTo>
                    <a:pt x="15697" y="8720"/>
                  </a:lnTo>
                  <a:lnTo>
                    <a:pt x="15146" y="8674"/>
                  </a:lnTo>
                  <a:lnTo>
                    <a:pt x="14595" y="8674"/>
                  </a:lnTo>
                  <a:lnTo>
                    <a:pt x="14044" y="8720"/>
                  </a:lnTo>
                  <a:lnTo>
                    <a:pt x="13494" y="8858"/>
                  </a:lnTo>
                  <a:lnTo>
                    <a:pt x="12989" y="9042"/>
                  </a:lnTo>
                  <a:lnTo>
                    <a:pt x="12530" y="9317"/>
                  </a:lnTo>
                  <a:lnTo>
                    <a:pt x="12071" y="9592"/>
                  </a:lnTo>
                  <a:lnTo>
                    <a:pt x="11704" y="9960"/>
                  </a:lnTo>
                  <a:lnTo>
                    <a:pt x="11336" y="10373"/>
                  </a:lnTo>
                  <a:lnTo>
                    <a:pt x="11015" y="10832"/>
                  </a:lnTo>
                  <a:lnTo>
                    <a:pt x="10786" y="11336"/>
                  </a:lnTo>
                  <a:lnTo>
                    <a:pt x="10602" y="11887"/>
                  </a:lnTo>
                  <a:lnTo>
                    <a:pt x="10464" y="12438"/>
                  </a:lnTo>
                  <a:lnTo>
                    <a:pt x="10418" y="13035"/>
                  </a:lnTo>
                  <a:lnTo>
                    <a:pt x="10464" y="13585"/>
                  </a:lnTo>
                  <a:lnTo>
                    <a:pt x="10556" y="14136"/>
                  </a:lnTo>
                  <a:lnTo>
                    <a:pt x="10740" y="14687"/>
                  </a:lnTo>
                  <a:lnTo>
                    <a:pt x="10969" y="15192"/>
                  </a:lnTo>
                  <a:lnTo>
                    <a:pt x="11290" y="15651"/>
                  </a:lnTo>
                  <a:lnTo>
                    <a:pt x="11658" y="16064"/>
                  </a:lnTo>
                  <a:lnTo>
                    <a:pt x="12071" y="16431"/>
                  </a:lnTo>
                  <a:lnTo>
                    <a:pt x="12530" y="16752"/>
                  </a:lnTo>
                  <a:lnTo>
                    <a:pt x="12530" y="16752"/>
                  </a:lnTo>
                  <a:lnTo>
                    <a:pt x="12163" y="16706"/>
                  </a:lnTo>
                  <a:lnTo>
                    <a:pt x="11841" y="16614"/>
                  </a:lnTo>
                  <a:lnTo>
                    <a:pt x="11474" y="16477"/>
                  </a:lnTo>
                  <a:lnTo>
                    <a:pt x="11153" y="16293"/>
                  </a:lnTo>
                  <a:lnTo>
                    <a:pt x="10832" y="16110"/>
                  </a:lnTo>
                  <a:lnTo>
                    <a:pt x="10510" y="15880"/>
                  </a:lnTo>
                  <a:lnTo>
                    <a:pt x="10235" y="15651"/>
                  </a:lnTo>
                  <a:lnTo>
                    <a:pt x="9959" y="15375"/>
                  </a:lnTo>
                  <a:lnTo>
                    <a:pt x="9776" y="15284"/>
                  </a:lnTo>
                  <a:lnTo>
                    <a:pt x="9546" y="15238"/>
                  </a:lnTo>
                  <a:lnTo>
                    <a:pt x="9317" y="15284"/>
                  </a:lnTo>
                  <a:lnTo>
                    <a:pt x="9133" y="15375"/>
                  </a:lnTo>
                  <a:lnTo>
                    <a:pt x="8858" y="15651"/>
                  </a:lnTo>
                  <a:lnTo>
                    <a:pt x="8583" y="15880"/>
                  </a:lnTo>
                  <a:lnTo>
                    <a:pt x="8261" y="16110"/>
                  </a:lnTo>
                  <a:lnTo>
                    <a:pt x="7940" y="16293"/>
                  </a:lnTo>
                  <a:lnTo>
                    <a:pt x="7619" y="16477"/>
                  </a:lnTo>
                  <a:lnTo>
                    <a:pt x="7298" y="16614"/>
                  </a:lnTo>
                  <a:lnTo>
                    <a:pt x="6930" y="16706"/>
                  </a:lnTo>
                  <a:lnTo>
                    <a:pt x="6563" y="16752"/>
                  </a:lnTo>
                  <a:lnTo>
                    <a:pt x="6563" y="16752"/>
                  </a:lnTo>
                  <a:lnTo>
                    <a:pt x="7022" y="16431"/>
                  </a:lnTo>
                  <a:lnTo>
                    <a:pt x="7435" y="16064"/>
                  </a:lnTo>
                  <a:lnTo>
                    <a:pt x="7802" y="15651"/>
                  </a:lnTo>
                  <a:lnTo>
                    <a:pt x="8124" y="15192"/>
                  </a:lnTo>
                  <a:lnTo>
                    <a:pt x="8353" y="14687"/>
                  </a:lnTo>
                  <a:lnTo>
                    <a:pt x="8537" y="14182"/>
                  </a:lnTo>
                  <a:lnTo>
                    <a:pt x="8628" y="13631"/>
                  </a:lnTo>
                  <a:lnTo>
                    <a:pt x="8674" y="13035"/>
                  </a:lnTo>
                  <a:lnTo>
                    <a:pt x="8628" y="12438"/>
                  </a:lnTo>
                  <a:lnTo>
                    <a:pt x="8491" y="11887"/>
                  </a:lnTo>
                  <a:lnTo>
                    <a:pt x="8307" y="11336"/>
                  </a:lnTo>
                  <a:lnTo>
                    <a:pt x="8078" y="10832"/>
                  </a:lnTo>
                  <a:lnTo>
                    <a:pt x="7756" y="10373"/>
                  </a:lnTo>
                  <a:lnTo>
                    <a:pt x="7435" y="9960"/>
                  </a:lnTo>
                  <a:lnTo>
                    <a:pt x="7022" y="9592"/>
                  </a:lnTo>
                  <a:lnTo>
                    <a:pt x="6563" y="9317"/>
                  </a:lnTo>
                  <a:lnTo>
                    <a:pt x="6104" y="9042"/>
                  </a:lnTo>
                  <a:lnTo>
                    <a:pt x="5599" y="8858"/>
                  </a:lnTo>
                  <a:lnTo>
                    <a:pt x="5049" y="8720"/>
                  </a:lnTo>
                  <a:lnTo>
                    <a:pt x="4498" y="8674"/>
                  </a:lnTo>
                  <a:lnTo>
                    <a:pt x="3947" y="8674"/>
                  </a:lnTo>
                  <a:lnTo>
                    <a:pt x="3396" y="8720"/>
                  </a:lnTo>
                  <a:lnTo>
                    <a:pt x="2846" y="8904"/>
                  </a:lnTo>
                  <a:lnTo>
                    <a:pt x="2295" y="9133"/>
                  </a:lnTo>
                  <a:lnTo>
                    <a:pt x="2570" y="8858"/>
                  </a:lnTo>
                  <a:lnTo>
                    <a:pt x="2846" y="8583"/>
                  </a:lnTo>
                  <a:lnTo>
                    <a:pt x="3167" y="8353"/>
                  </a:lnTo>
                  <a:lnTo>
                    <a:pt x="3488" y="8170"/>
                  </a:lnTo>
                  <a:lnTo>
                    <a:pt x="3809" y="7986"/>
                  </a:lnTo>
                  <a:lnTo>
                    <a:pt x="4177" y="7848"/>
                  </a:lnTo>
                  <a:lnTo>
                    <a:pt x="4544" y="7711"/>
                  </a:lnTo>
                  <a:lnTo>
                    <a:pt x="4911" y="7619"/>
                  </a:lnTo>
                  <a:lnTo>
                    <a:pt x="5049" y="7573"/>
                  </a:lnTo>
                  <a:lnTo>
                    <a:pt x="5140" y="7527"/>
                  </a:lnTo>
                  <a:lnTo>
                    <a:pt x="5232" y="7435"/>
                  </a:lnTo>
                  <a:lnTo>
                    <a:pt x="5278" y="7343"/>
                  </a:lnTo>
                  <a:lnTo>
                    <a:pt x="5324" y="7206"/>
                  </a:lnTo>
                  <a:lnTo>
                    <a:pt x="5370" y="7068"/>
                  </a:lnTo>
                  <a:lnTo>
                    <a:pt x="5370" y="6976"/>
                  </a:lnTo>
                  <a:lnTo>
                    <a:pt x="5324" y="6839"/>
                  </a:lnTo>
                  <a:lnTo>
                    <a:pt x="5140" y="6380"/>
                  </a:lnTo>
                  <a:lnTo>
                    <a:pt x="5003" y="5967"/>
                  </a:lnTo>
                  <a:lnTo>
                    <a:pt x="4911" y="5508"/>
                  </a:lnTo>
                  <a:lnTo>
                    <a:pt x="4865" y="5049"/>
                  </a:lnTo>
                  <a:lnTo>
                    <a:pt x="4865" y="4590"/>
                  </a:lnTo>
                  <a:lnTo>
                    <a:pt x="4911" y="4131"/>
                  </a:lnTo>
                  <a:lnTo>
                    <a:pt x="5003" y="3718"/>
                  </a:lnTo>
                  <a:lnTo>
                    <a:pt x="5140" y="3259"/>
                  </a:lnTo>
                  <a:lnTo>
                    <a:pt x="5186" y="3718"/>
                  </a:lnTo>
                  <a:lnTo>
                    <a:pt x="5278" y="4085"/>
                  </a:lnTo>
                  <a:lnTo>
                    <a:pt x="5370" y="4498"/>
                  </a:lnTo>
                  <a:lnTo>
                    <a:pt x="5553" y="4865"/>
                  </a:lnTo>
                  <a:lnTo>
                    <a:pt x="5737" y="5232"/>
                  </a:lnTo>
                  <a:lnTo>
                    <a:pt x="5967" y="5554"/>
                  </a:lnTo>
                  <a:lnTo>
                    <a:pt x="6196" y="5875"/>
                  </a:lnTo>
                  <a:lnTo>
                    <a:pt x="6471" y="6196"/>
                  </a:lnTo>
                  <a:lnTo>
                    <a:pt x="6793" y="6426"/>
                  </a:lnTo>
                  <a:lnTo>
                    <a:pt x="7114" y="6701"/>
                  </a:lnTo>
                  <a:lnTo>
                    <a:pt x="7481" y="6885"/>
                  </a:lnTo>
                  <a:lnTo>
                    <a:pt x="7848" y="7068"/>
                  </a:lnTo>
                  <a:lnTo>
                    <a:pt x="8215" y="7206"/>
                  </a:lnTo>
                  <a:lnTo>
                    <a:pt x="8628" y="7298"/>
                  </a:lnTo>
                  <a:lnTo>
                    <a:pt x="9087" y="7343"/>
                  </a:lnTo>
                  <a:lnTo>
                    <a:pt x="9501" y="7389"/>
                  </a:lnTo>
                  <a:lnTo>
                    <a:pt x="9959" y="7343"/>
                  </a:lnTo>
                  <a:lnTo>
                    <a:pt x="10373" y="7298"/>
                  </a:lnTo>
                  <a:lnTo>
                    <a:pt x="10786" y="7206"/>
                  </a:lnTo>
                  <a:lnTo>
                    <a:pt x="11199" y="7068"/>
                  </a:lnTo>
                  <a:lnTo>
                    <a:pt x="11566" y="6885"/>
                  </a:lnTo>
                  <a:lnTo>
                    <a:pt x="11887" y="6701"/>
                  </a:lnTo>
                  <a:lnTo>
                    <a:pt x="12254" y="6426"/>
                  </a:lnTo>
                  <a:lnTo>
                    <a:pt x="12530" y="6196"/>
                  </a:lnTo>
                  <a:lnTo>
                    <a:pt x="12805" y="5875"/>
                  </a:lnTo>
                  <a:lnTo>
                    <a:pt x="13080" y="5554"/>
                  </a:lnTo>
                  <a:lnTo>
                    <a:pt x="13264" y="5232"/>
                  </a:lnTo>
                  <a:lnTo>
                    <a:pt x="13494" y="4865"/>
                  </a:lnTo>
                  <a:lnTo>
                    <a:pt x="13631" y="4498"/>
                  </a:lnTo>
                  <a:lnTo>
                    <a:pt x="13769" y="4085"/>
                  </a:lnTo>
                  <a:lnTo>
                    <a:pt x="13861" y="3718"/>
                  </a:lnTo>
                  <a:lnTo>
                    <a:pt x="13907" y="3259"/>
                  </a:lnTo>
                  <a:close/>
                  <a:moveTo>
                    <a:pt x="6425" y="0"/>
                  </a:moveTo>
                  <a:lnTo>
                    <a:pt x="6242" y="92"/>
                  </a:lnTo>
                  <a:lnTo>
                    <a:pt x="5875" y="367"/>
                  </a:lnTo>
                  <a:lnTo>
                    <a:pt x="5508" y="689"/>
                  </a:lnTo>
                  <a:lnTo>
                    <a:pt x="5186" y="1056"/>
                  </a:lnTo>
                  <a:lnTo>
                    <a:pt x="4911" y="1423"/>
                  </a:lnTo>
                  <a:lnTo>
                    <a:pt x="4636" y="1790"/>
                  </a:lnTo>
                  <a:lnTo>
                    <a:pt x="4406" y="2203"/>
                  </a:lnTo>
                  <a:lnTo>
                    <a:pt x="4222" y="2616"/>
                  </a:lnTo>
                  <a:lnTo>
                    <a:pt x="4039" y="3029"/>
                  </a:lnTo>
                  <a:lnTo>
                    <a:pt x="3901" y="3488"/>
                  </a:lnTo>
                  <a:lnTo>
                    <a:pt x="3809" y="3901"/>
                  </a:lnTo>
                  <a:lnTo>
                    <a:pt x="3763" y="4360"/>
                  </a:lnTo>
                  <a:lnTo>
                    <a:pt x="3763" y="4819"/>
                  </a:lnTo>
                  <a:lnTo>
                    <a:pt x="3763" y="5324"/>
                  </a:lnTo>
                  <a:lnTo>
                    <a:pt x="3809" y="5783"/>
                  </a:lnTo>
                  <a:lnTo>
                    <a:pt x="3901" y="6242"/>
                  </a:lnTo>
                  <a:lnTo>
                    <a:pt x="4039" y="6701"/>
                  </a:lnTo>
                  <a:lnTo>
                    <a:pt x="3626" y="6839"/>
                  </a:lnTo>
                  <a:lnTo>
                    <a:pt x="3213" y="7022"/>
                  </a:lnTo>
                  <a:lnTo>
                    <a:pt x="2800" y="7252"/>
                  </a:lnTo>
                  <a:lnTo>
                    <a:pt x="2433" y="7481"/>
                  </a:lnTo>
                  <a:lnTo>
                    <a:pt x="2065" y="7757"/>
                  </a:lnTo>
                  <a:lnTo>
                    <a:pt x="1744" y="8078"/>
                  </a:lnTo>
                  <a:lnTo>
                    <a:pt x="1423" y="8399"/>
                  </a:lnTo>
                  <a:lnTo>
                    <a:pt x="1147" y="8720"/>
                  </a:lnTo>
                  <a:lnTo>
                    <a:pt x="918" y="9088"/>
                  </a:lnTo>
                  <a:lnTo>
                    <a:pt x="688" y="9501"/>
                  </a:lnTo>
                  <a:lnTo>
                    <a:pt x="505" y="9868"/>
                  </a:lnTo>
                  <a:lnTo>
                    <a:pt x="321" y="10281"/>
                  </a:lnTo>
                  <a:lnTo>
                    <a:pt x="184" y="10740"/>
                  </a:lnTo>
                  <a:lnTo>
                    <a:pt x="92" y="11153"/>
                  </a:lnTo>
                  <a:lnTo>
                    <a:pt x="46" y="11612"/>
                  </a:lnTo>
                  <a:lnTo>
                    <a:pt x="0" y="12071"/>
                  </a:lnTo>
                  <a:lnTo>
                    <a:pt x="46" y="12300"/>
                  </a:lnTo>
                  <a:lnTo>
                    <a:pt x="138" y="12484"/>
                  </a:lnTo>
                  <a:lnTo>
                    <a:pt x="321" y="12576"/>
                  </a:lnTo>
                  <a:lnTo>
                    <a:pt x="505" y="12667"/>
                  </a:lnTo>
                  <a:lnTo>
                    <a:pt x="688" y="12622"/>
                  </a:lnTo>
                  <a:lnTo>
                    <a:pt x="872" y="12576"/>
                  </a:lnTo>
                  <a:lnTo>
                    <a:pt x="1010" y="12438"/>
                  </a:lnTo>
                  <a:lnTo>
                    <a:pt x="1102" y="12254"/>
                  </a:lnTo>
                  <a:lnTo>
                    <a:pt x="1285" y="11750"/>
                  </a:lnTo>
                  <a:lnTo>
                    <a:pt x="1515" y="11291"/>
                  </a:lnTo>
                  <a:lnTo>
                    <a:pt x="1790" y="10923"/>
                  </a:lnTo>
                  <a:lnTo>
                    <a:pt x="2157" y="10556"/>
                  </a:lnTo>
                  <a:lnTo>
                    <a:pt x="2524" y="10281"/>
                  </a:lnTo>
                  <a:lnTo>
                    <a:pt x="2983" y="10051"/>
                  </a:lnTo>
                  <a:lnTo>
                    <a:pt x="3442" y="9868"/>
                  </a:lnTo>
                  <a:lnTo>
                    <a:pt x="3947" y="9776"/>
                  </a:lnTo>
                  <a:lnTo>
                    <a:pt x="4085" y="10510"/>
                  </a:lnTo>
                  <a:lnTo>
                    <a:pt x="4314" y="11199"/>
                  </a:lnTo>
                  <a:lnTo>
                    <a:pt x="4681" y="11887"/>
                  </a:lnTo>
                  <a:lnTo>
                    <a:pt x="5049" y="12484"/>
                  </a:lnTo>
                  <a:lnTo>
                    <a:pt x="5553" y="12989"/>
                  </a:lnTo>
                  <a:lnTo>
                    <a:pt x="6058" y="13494"/>
                  </a:lnTo>
                  <a:lnTo>
                    <a:pt x="6655" y="13907"/>
                  </a:lnTo>
                  <a:lnTo>
                    <a:pt x="7343" y="14228"/>
                  </a:lnTo>
                  <a:lnTo>
                    <a:pt x="7206" y="14503"/>
                  </a:lnTo>
                  <a:lnTo>
                    <a:pt x="7068" y="14779"/>
                  </a:lnTo>
                  <a:lnTo>
                    <a:pt x="6884" y="15008"/>
                  </a:lnTo>
                  <a:lnTo>
                    <a:pt x="6701" y="15238"/>
                  </a:lnTo>
                  <a:lnTo>
                    <a:pt x="6242" y="15651"/>
                  </a:lnTo>
                  <a:lnTo>
                    <a:pt x="5737" y="15972"/>
                  </a:lnTo>
                  <a:lnTo>
                    <a:pt x="5462" y="16064"/>
                  </a:lnTo>
                  <a:lnTo>
                    <a:pt x="5186" y="16156"/>
                  </a:lnTo>
                  <a:lnTo>
                    <a:pt x="4911" y="16247"/>
                  </a:lnTo>
                  <a:lnTo>
                    <a:pt x="4590" y="16293"/>
                  </a:lnTo>
                  <a:lnTo>
                    <a:pt x="3947" y="16293"/>
                  </a:lnTo>
                  <a:lnTo>
                    <a:pt x="3626" y="16247"/>
                  </a:lnTo>
                  <a:lnTo>
                    <a:pt x="3350" y="16156"/>
                  </a:lnTo>
                  <a:lnTo>
                    <a:pt x="3121" y="16156"/>
                  </a:lnTo>
                  <a:lnTo>
                    <a:pt x="2937" y="16201"/>
                  </a:lnTo>
                  <a:lnTo>
                    <a:pt x="2754" y="16293"/>
                  </a:lnTo>
                  <a:lnTo>
                    <a:pt x="2662" y="16477"/>
                  </a:lnTo>
                  <a:lnTo>
                    <a:pt x="2616" y="16660"/>
                  </a:lnTo>
                  <a:lnTo>
                    <a:pt x="2616" y="16890"/>
                  </a:lnTo>
                  <a:lnTo>
                    <a:pt x="2708" y="17028"/>
                  </a:lnTo>
                  <a:lnTo>
                    <a:pt x="2891" y="17165"/>
                  </a:lnTo>
                  <a:lnTo>
                    <a:pt x="3259" y="17395"/>
                  </a:lnTo>
                  <a:lnTo>
                    <a:pt x="3672" y="17578"/>
                  </a:lnTo>
                  <a:lnTo>
                    <a:pt x="4085" y="17716"/>
                  </a:lnTo>
                  <a:lnTo>
                    <a:pt x="4544" y="17808"/>
                  </a:lnTo>
                  <a:lnTo>
                    <a:pt x="4957" y="17900"/>
                  </a:lnTo>
                  <a:lnTo>
                    <a:pt x="5416" y="17945"/>
                  </a:lnTo>
                  <a:lnTo>
                    <a:pt x="6288" y="17945"/>
                  </a:lnTo>
                  <a:lnTo>
                    <a:pt x="6747" y="17900"/>
                  </a:lnTo>
                  <a:lnTo>
                    <a:pt x="7160" y="17808"/>
                  </a:lnTo>
                  <a:lnTo>
                    <a:pt x="7573" y="17670"/>
                  </a:lnTo>
                  <a:lnTo>
                    <a:pt x="7986" y="17532"/>
                  </a:lnTo>
                  <a:lnTo>
                    <a:pt x="8399" y="17303"/>
                  </a:lnTo>
                  <a:lnTo>
                    <a:pt x="8812" y="17119"/>
                  </a:lnTo>
                  <a:lnTo>
                    <a:pt x="9179" y="16844"/>
                  </a:lnTo>
                  <a:lnTo>
                    <a:pt x="9546" y="16569"/>
                  </a:lnTo>
                  <a:lnTo>
                    <a:pt x="9914" y="16844"/>
                  </a:lnTo>
                  <a:lnTo>
                    <a:pt x="10281" y="17119"/>
                  </a:lnTo>
                  <a:lnTo>
                    <a:pt x="10694" y="17303"/>
                  </a:lnTo>
                  <a:lnTo>
                    <a:pt x="11107" y="17532"/>
                  </a:lnTo>
                  <a:lnTo>
                    <a:pt x="11520" y="17670"/>
                  </a:lnTo>
                  <a:lnTo>
                    <a:pt x="11933" y="17808"/>
                  </a:lnTo>
                  <a:lnTo>
                    <a:pt x="12392" y="17900"/>
                  </a:lnTo>
                  <a:lnTo>
                    <a:pt x="12805" y="17945"/>
                  </a:lnTo>
                  <a:lnTo>
                    <a:pt x="13677" y="17945"/>
                  </a:lnTo>
                  <a:lnTo>
                    <a:pt x="14136" y="17900"/>
                  </a:lnTo>
                  <a:lnTo>
                    <a:pt x="14549" y="17808"/>
                  </a:lnTo>
                  <a:lnTo>
                    <a:pt x="14962" y="17716"/>
                  </a:lnTo>
                  <a:lnTo>
                    <a:pt x="15421" y="17578"/>
                  </a:lnTo>
                  <a:lnTo>
                    <a:pt x="15834" y="17395"/>
                  </a:lnTo>
                  <a:lnTo>
                    <a:pt x="16201" y="17165"/>
                  </a:lnTo>
                  <a:lnTo>
                    <a:pt x="16385" y="17028"/>
                  </a:lnTo>
                  <a:lnTo>
                    <a:pt x="16477" y="16890"/>
                  </a:lnTo>
                  <a:lnTo>
                    <a:pt x="16477" y="16660"/>
                  </a:lnTo>
                  <a:lnTo>
                    <a:pt x="16431" y="16477"/>
                  </a:lnTo>
                  <a:lnTo>
                    <a:pt x="16339" y="16293"/>
                  </a:lnTo>
                  <a:lnTo>
                    <a:pt x="16155" y="16201"/>
                  </a:lnTo>
                  <a:lnTo>
                    <a:pt x="15972" y="16156"/>
                  </a:lnTo>
                  <a:lnTo>
                    <a:pt x="15788" y="16156"/>
                  </a:lnTo>
                  <a:lnTo>
                    <a:pt x="15467" y="16247"/>
                  </a:lnTo>
                  <a:lnTo>
                    <a:pt x="15146" y="16293"/>
                  </a:lnTo>
                  <a:lnTo>
                    <a:pt x="14503" y="16293"/>
                  </a:lnTo>
                  <a:lnTo>
                    <a:pt x="14182" y="16247"/>
                  </a:lnTo>
                  <a:lnTo>
                    <a:pt x="13907" y="16156"/>
                  </a:lnTo>
                  <a:lnTo>
                    <a:pt x="13631" y="16064"/>
                  </a:lnTo>
                  <a:lnTo>
                    <a:pt x="13356" y="15972"/>
                  </a:lnTo>
                  <a:lnTo>
                    <a:pt x="12851" y="15651"/>
                  </a:lnTo>
                  <a:lnTo>
                    <a:pt x="12392" y="15238"/>
                  </a:lnTo>
                  <a:lnTo>
                    <a:pt x="12025" y="14779"/>
                  </a:lnTo>
                  <a:lnTo>
                    <a:pt x="11887" y="14503"/>
                  </a:lnTo>
                  <a:lnTo>
                    <a:pt x="11749" y="14228"/>
                  </a:lnTo>
                  <a:lnTo>
                    <a:pt x="12438" y="13907"/>
                  </a:lnTo>
                  <a:lnTo>
                    <a:pt x="13035" y="13494"/>
                  </a:lnTo>
                  <a:lnTo>
                    <a:pt x="13539" y="12989"/>
                  </a:lnTo>
                  <a:lnTo>
                    <a:pt x="14044" y="12484"/>
                  </a:lnTo>
                  <a:lnTo>
                    <a:pt x="14457" y="11887"/>
                  </a:lnTo>
                  <a:lnTo>
                    <a:pt x="14779" y="11199"/>
                  </a:lnTo>
                  <a:lnTo>
                    <a:pt x="15008" y="10510"/>
                  </a:lnTo>
                  <a:lnTo>
                    <a:pt x="15146" y="9776"/>
                  </a:lnTo>
                  <a:lnTo>
                    <a:pt x="15651" y="9868"/>
                  </a:lnTo>
                  <a:lnTo>
                    <a:pt x="16110" y="10051"/>
                  </a:lnTo>
                  <a:lnTo>
                    <a:pt x="16569" y="10281"/>
                  </a:lnTo>
                  <a:lnTo>
                    <a:pt x="16936" y="10556"/>
                  </a:lnTo>
                  <a:lnTo>
                    <a:pt x="17303" y="10923"/>
                  </a:lnTo>
                  <a:lnTo>
                    <a:pt x="17578" y="11291"/>
                  </a:lnTo>
                  <a:lnTo>
                    <a:pt x="17808" y="11750"/>
                  </a:lnTo>
                  <a:lnTo>
                    <a:pt x="17991" y="12254"/>
                  </a:lnTo>
                  <a:lnTo>
                    <a:pt x="18083" y="12438"/>
                  </a:lnTo>
                  <a:lnTo>
                    <a:pt x="18221" y="12576"/>
                  </a:lnTo>
                  <a:lnTo>
                    <a:pt x="18404" y="12622"/>
                  </a:lnTo>
                  <a:lnTo>
                    <a:pt x="18588" y="12667"/>
                  </a:lnTo>
                  <a:lnTo>
                    <a:pt x="18817" y="12576"/>
                  </a:lnTo>
                  <a:lnTo>
                    <a:pt x="18955" y="12484"/>
                  </a:lnTo>
                  <a:lnTo>
                    <a:pt x="19047" y="12300"/>
                  </a:lnTo>
                  <a:lnTo>
                    <a:pt x="19093" y="12071"/>
                  </a:lnTo>
                  <a:lnTo>
                    <a:pt x="19047" y="11612"/>
                  </a:lnTo>
                  <a:lnTo>
                    <a:pt x="19001" y="11153"/>
                  </a:lnTo>
                  <a:lnTo>
                    <a:pt x="18909" y="10694"/>
                  </a:lnTo>
                  <a:lnTo>
                    <a:pt x="18772" y="10281"/>
                  </a:lnTo>
                  <a:lnTo>
                    <a:pt x="18588" y="9868"/>
                  </a:lnTo>
                  <a:lnTo>
                    <a:pt x="18404" y="9455"/>
                  </a:lnTo>
                  <a:lnTo>
                    <a:pt x="18175" y="9088"/>
                  </a:lnTo>
                  <a:lnTo>
                    <a:pt x="17900" y="8720"/>
                  </a:lnTo>
                  <a:lnTo>
                    <a:pt x="17624" y="8353"/>
                  </a:lnTo>
                  <a:lnTo>
                    <a:pt x="17303" y="8032"/>
                  </a:lnTo>
                  <a:lnTo>
                    <a:pt x="16982" y="7711"/>
                  </a:lnTo>
                  <a:lnTo>
                    <a:pt x="16614" y="7481"/>
                  </a:lnTo>
                  <a:lnTo>
                    <a:pt x="16247" y="7206"/>
                  </a:lnTo>
                  <a:lnTo>
                    <a:pt x="15834" y="7022"/>
                  </a:lnTo>
                  <a:lnTo>
                    <a:pt x="15421" y="6839"/>
                  </a:lnTo>
                  <a:lnTo>
                    <a:pt x="14962" y="6655"/>
                  </a:lnTo>
                  <a:lnTo>
                    <a:pt x="15100" y="6196"/>
                  </a:lnTo>
                  <a:lnTo>
                    <a:pt x="15192" y="5737"/>
                  </a:lnTo>
                  <a:lnTo>
                    <a:pt x="15238" y="5278"/>
                  </a:lnTo>
                  <a:lnTo>
                    <a:pt x="15283" y="4819"/>
                  </a:lnTo>
                  <a:lnTo>
                    <a:pt x="15238" y="4360"/>
                  </a:lnTo>
                  <a:lnTo>
                    <a:pt x="15192" y="3901"/>
                  </a:lnTo>
                  <a:lnTo>
                    <a:pt x="15100" y="3488"/>
                  </a:lnTo>
                  <a:lnTo>
                    <a:pt x="14962" y="3029"/>
                  </a:lnTo>
                  <a:lnTo>
                    <a:pt x="14824" y="2616"/>
                  </a:lnTo>
                  <a:lnTo>
                    <a:pt x="14641" y="2203"/>
                  </a:lnTo>
                  <a:lnTo>
                    <a:pt x="14411" y="1790"/>
                  </a:lnTo>
                  <a:lnTo>
                    <a:pt x="14136" y="1423"/>
                  </a:lnTo>
                  <a:lnTo>
                    <a:pt x="13861" y="1056"/>
                  </a:lnTo>
                  <a:lnTo>
                    <a:pt x="13494" y="689"/>
                  </a:lnTo>
                  <a:lnTo>
                    <a:pt x="13172" y="367"/>
                  </a:lnTo>
                  <a:lnTo>
                    <a:pt x="12759" y="92"/>
                  </a:lnTo>
                  <a:lnTo>
                    <a:pt x="12576" y="0"/>
                  </a:lnTo>
                  <a:lnTo>
                    <a:pt x="12392" y="0"/>
                  </a:lnTo>
                  <a:lnTo>
                    <a:pt x="12208" y="46"/>
                  </a:lnTo>
                  <a:lnTo>
                    <a:pt x="12025" y="184"/>
                  </a:lnTo>
                  <a:lnTo>
                    <a:pt x="11933" y="367"/>
                  </a:lnTo>
                  <a:lnTo>
                    <a:pt x="11887" y="551"/>
                  </a:lnTo>
                  <a:lnTo>
                    <a:pt x="11933" y="734"/>
                  </a:lnTo>
                  <a:lnTo>
                    <a:pt x="12025" y="918"/>
                  </a:lnTo>
                  <a:lnTo>
                    <a:pt x="12300" y="1285"/>
                  </a:lnTo>
                  <a:lnTo>
                    <a:pt x="12484" y="1652"/>
                  </a:lnTo>
                  <a:lnTo>
                    <a:pt x="12667" y="2065"/>
                  </a:lnTo>
                  <a:lnTo>
                    <a:pt x="12759" y="2479"/>
                  </a:lnTo>
                  <a:lnTo>
                    <a:pt x="12759" y="2937"/>
                  </a:lnTo>
                  <a:lnTo>
                    <a:pt x="12759" y="3351"/>
                  </a:lnTo>
                  <a:lnTo>
                    <a:pt x="12667" y="3809"/>
                  </a:lnTo>
                  <a:lnTo>
                    <a:pt x="12530" y="4223"/>
                  </a:lnTo>
                  <a:lnTo>
                    <a:pt x="12163" y="4039"/>
                  </a:lnTo>
                  <a:lnTo>
                    <a:pt x="11841" y="3855"/>
                  </a:lnTo>
                  <a:lnTo>
                    <a:pt x="11474" y="3718"/>
                  </a:lnTo>
                  <a:lnTo>
                    <a:pt x="11061" y="3580"/>
                  </a:lnTo>
                  <a:lnTo>
                    <a:pt x="10327" y="3442"/>
                  </a:lnTo>
                  <a:lnTo>
                    <a:pt x="9546" y="3351"/>
                  </a:lnTo>
                  <a:lnTo>
                    <a:pt x="8720" y="3442"/>
                  </a:lnTo>
                  <a:lnTo>
                    <a:pt x="8353" y="3488"/>
                  </a:lnTo>
                  <a:lnTo>
                    <a:pt x="7986" y="3580"/>
                  </a:lnTo>
                  <a:lnTo>
                    <a:pt x="7573" y="3718"/>
                  </a:lnTo>
                  <a:lnTo>
                    <a:pt x="7206" y="3855"/>
                  </a:lnTo>
                  <a:lnTo>
                    <a:pt x="6839" y="4039"/>
                  </a:lnTo>
                  <a:lnTo>
                    <a:pt x="6517" y="4268"/>
                  </a:lnTo>
                  <a:lnTo>
                    <a:pt x="6380" y="3855"/>
                  </a:lnTo>
                  <a:lnTo>
                    <a:pt x="6288" y="3396"/>
                  </a:lnTo>
                  <a:lnTo>
                    <a:pt x="6242" y="2937"/>
                  </a:lnTo>
                  <a:lnTo>
                    <a:pt x="6288" y="2524"/>
                  </a:lnTo>
                  <a:lnTo>
                    <a:pt x="6380" y="2111"/>
                  </a:lnTo>
                  <a:lnTo>
                    <a:pt x="6517" y="1698"/>
                  </a:lnTo>
                  <a:lnTo>
                    <a:pt x="6747" y="1285"/>
                  </a:lnTo>
                  <a:lnTo>
                    <a:pt x="6976" y="918"/>
                  </a:lnTo>
                  <a:lnTo>
                    <a:pt x="7114" y="734"/>
                  </a:lnTo>
                  <a:lnTo>
                    <a:pt x="7114" y="551"/>
                  </a:lnTo>
                  <a:lnTo>
                    <a:pt x="7068" y="367"/>
                  </a:lnTo>
                  <a:lnTo>
                    <a:pt x="6976" y="184"/>
                  </a:lnTo>
                  <a:lnTo>
                    <a:pt x="6793" y="46"/>
                  </a:lnTo>
                  <a:lnTo>
                    <a:pt x="6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7"/>
            <p:cNvSpPr/>
            <p:nvPr/>
          </p:nvSpPr>
          <p:spPr>
            <a:xfrm>
              <a:off x="2870345" y="3657459"/>
              <a:ext cx="78131" cy="78131"/>
            </a:xfrm>
            <a:custGeom>
              <a:rect b="b" l="l" r="r" t="t"/>
              <a:pathLst>
                <a:path extrusionOk="0" h="3397" w="3397">
                  <a:moveTo>
                    <a:pt x="1698" y="1102"/>
                  </a:moveTo>
                  <a:lnTo>
                    <a:pt x="1928" y="1148"/>
                  </a:lnTo>
                  <a:lnTo>
                    <a:pt x="2111" y="1286"/>
                  </a:lnTo>
                  <a:lnTo>
                    <a:pt x="2249" y="1469"/>
                  </a:lnTo>
                  <a:lnTo>
                    <a:pt x="2295" y="1699"/>
                  </a:lnTo>
                  <a:lnTo>
                    <a:pt x="2249" y="1928"/>
                  </a:lnTo>
                  <a:lnTo>
                    <a:pt x="2111" y="2112"/>
                  </a:lnTo>
                  <a:lnTo>
                    <a:pt x="1928" y="2250"/>
                  </a:lnTo>
                  <a:lnTo>
                    <a:pt x="1698" y="2295"/>
                  </a:lnTo>
                  <a:lnTo>
                    <a:pt x="1469" y="2250"/>
                  </a:lnTo>
                  <a:lnTo>
                    <a:pt x="1285" y="2112"/>
                  </a:lnTo>
                  <a:lnTo>
                    <a:pt x="1148" y="1928"/>
                  </a:lnTo>
                  <a:lnTo>
                    <a:pt x="1102" y="1699"/>
                  </a:lnTo>
                  <a:lnTo>
                    <a:pt x="1148" y="1469"/>
                  </a:lnTo>
                  <a:lnTo>
                    <a:pt x="1285" y="1286"/>
                  </a:lnTo>
                  <a:lnTo>
                    <a:pt x="1469" y="1148"/>
                  </a:lnTo>
                  <a:lnTo>
                    <a:pt x="1698" y="1102"/>
                  </a:lnTo>
                  <a:close/>
                  <a:moveTo>
                    <a:pt x="1377" y="1"/>
                  </a:moveTo>
                  <a:lnTo>
                    <a:pt x="1056" y="138"/>
                  </a:lnTo>
                  <a:lnTo>
                    <a:pt x="735" y="276"/>
                  </a:lnTo>
                  <a:lnTo>
                    <a:pt x="505" y="506"/>
                  </a:lnTo>
                  <a:lnTo>
                    <a:pt x="276" y="735"/>
                  </a:lnTo>
                  <a:lnTo>
                    <a:pt x="138" y="1010"/>
                  </a:lnTo>
                  <a:lnTo>
                    <a:pt x="46" y="1332"/>
                  </a:lnTo>
                  <a:lnTo>
                    <a:pt x="0" y="1699"/>
                  </a:lnTo>
                  <a:lnTo>
                    <a:pt x="46" y="2020"/>
                  </a:lnTo>
                  <a:lnTo>
                    <a:pt x="138" y="2341"/>
                  </a:lnTo>
                  <a:lnTo>
                    <a:pt x="276" y="2663"/>
                  </a:lnTo>
                  <a:lnTo>
                    <a:pt x="505" y="2892"/>
                  </a:lnTo>
                  <a:lnTo>
                    <a:pt x="735" y="3122"/>
                  </a:lnTo>
                  <a:lnTo>
                    <a:pt x="1056" y="3259"/>
                  </a:lnTo>
                  <a:lnTo>
                    <a:pt x="1377" y="3397"/>
                  </a:lnTo>
                  <a:lnTo>
                    <a:pt x="2066" y="3397"/>
                  </a:lnTo>
                  <a:lnTo>
                    <a:pt x="2387" y="3259"/>
                  </a:lnTo>
                  <a:lnTo>
                    <a:pt x="2662" y="3122"/>
                  </a:lnTo>
                  <a:lnTo>
                    <a:pt x="2892" y="2892"/>
                  </a:lnTo>
                  <a:lnTo>
                    <a:pt x="3121" y="2663"/>
                  </a:lnTo>
                  <a:lnTo>
                    <a:pt x="3259" y="2341"/>
                  </a:lnTo>
                  <a:lnTo>
                    <a:pt x="3397" y="2020"/>
                  </a:lnTo>
                  <a:lnTo>
                    <a:pt x="3397" y="1699"/>
                  </a:lnTo>
                  <a:lnTo>
                    <a:pt x="3397" y="1332"/>
                  </a:lnTo>
                  <a:lnTo>
                    <a:pt x="3259" y="1010"/>
                  </a:lnTo>
                  <a:lnTo>
                    <a:pt x="3121" y="735"/>
                  </a:lnTo>
                  <a:lnTo>
                    <a:pt x="2892" y="506"/>
                  </a:lnTo>
                  <a:lnTo>
                    <a:pt x="2662" y="276"/>
                  </a:lnTo>
                  <a:lnTo>
                    <a:pt x="2387" y="138"/>
                  </a:lnTo>
                  <a:lnTo>
                    <a:pt x="20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47"/>
          <p:cNvGrpSpPr/>
          <p:nvPr/>
        </p:nvGrpSpPr>
        <p:grpSpPr>
          <a:xfrm>
            <a:off x="4404705" y="1238221"/>
            <a:ext cx="334673" cy="438104"/>
            <a:chOff x="2029005" y="2815084"/>
            <a:chExt cx="334673" cy="438104"/>
          </a:xfrm>
        </p:grpSpPr>
        <p:sp>
          <p:nvSpPr>
            <p:cNvPr id="541" name="Google Shape;541;p47"/>
            <p:cNvSpPr/>
            <p:nvPr/>
          </p:nvSpPr>
          <p:spPr>
            <a:xfrm>
              <a:off x="2029005" y="2815084"/>
              <a:ext cx="334673" cy="438104"/>
            </a:xfrm>
            <a:custGeom>
              <a:rect b="b" l="l" r="r" t="t"/>
              <a:pathLst>
                <a:path extrusionOk="0" h="19048" w="14551">
                  <a:moveTo>
                    <a:pt x="4453" y="1102"/>
                  </a:moveTo>
                  <a:lnTo>
                    <a:pt x="4453" y="2800"/>
                  </a:lnTo>
                  <a:lnTo>
                    <a:pt x="1102" y="2800"/>
                  </a:lnTo>
                  <a:lnTo>
                    <a:pt x="1102" y="1102"/>
                  </a:lnTo>
                  <a:close/>
                  <a:moveTo>
                    <a:pt x="8951" y="1102"/>
                  </a:moveTo>
                  <a:lnTo>
                    <a:pt x="8951" y="2800"/>
                  </a:lnTo>
                  <a:lnTo>
                    <a:pt x="5600" y="2800"/>
                  </a:lnTo>
                  <a:lnTo>
                    <a:pt x="5600" y="1102"/>
                  </a:lnTo>
                  <a:close/>
                  <a:moveTo>
                    <a:pt x="13449" y="1102"/>
                  </a:moveTo>
                  <a:lnTo>
                    <a:pt x="13449" y="2800"/>
                  </a:lnTo>
                  <a:lnTo>
                    <a:pt x="10098" y="2800"/>
                  </a:lnTo>
                  <a:lnTo>
                    <a:pt x="10098" y="1102"/>
                  </a:lnTo>
                  <a:close/>
                  <a:moveTo>
                    <a:pt x="13449" y="3948"/>
                  </a:moveTo>
                  <a:lnTo>
                    <a:pt x="13449" y="15100"/>
                  </a:lnTo>
                  <a:lnTo>
                    <a:pt x="1102" y="15100"/>
                  </a:lnTo>
                  <a:lnTo>
                    <a:pt x="1102" y="3948"/>
                  </a:lnTo>
                  <a:close/>
                  <a:moveTo>
                    <a:pt x="4453" y="16248"/>
                  </a:moveTo>
                  <a:lnTo>
                    <a:pt x="4453" y="17946"/>
                  </a:lnTo>
                  <a:lnTo>
                    <a:pt x="1102" y="17946"/>
                  </a:lnTo>
                  <a:lnTo>
                    <a:pt x="1102" y="16248"/>
                  </a:lnTo>
                  <a:close/>
                  <a:moveTo>
                    <a:pt x="8951" y="16248"/>
                  </a:moveTo>
                  <a:lnTo>
                    <a:pt x="8951" y="17946"/>
                  </a:lnTo>
                  <a:lnTo>
                    <a:pt x="5600" y="17946"/>
                  </a:lnTo>
                  <a:lnTo>
                    <a:pt x="5600" y="16248"/>
                  </a:lnTo>
                  <a:close/>
                  <a:moveTo>
                    <a:pt x="13449" y="16248"/>
                  </a:moveTo>
                  <a:lnTo>
                    <a:pt x="13449" y="17946"/>
                  </a:lnTo>
                  <a:lnTo>
                    <a:pt x="10098" y="17946"/>
                  </a:lnTo>
                  <a:lnTo>
                    <a:pt x="10098" y="16248"/>
                  </a:lnTo>
                  <a:close/>
                  <a:moveTo>
                    <a:pt x="552" y="1"/>
                  </a:moveTo>
                  <a:lnTo>
                    <a:pt x="322" y="47"/>
                  </a:lnTo>
                  <a:lnTo>
                    <a:pt x="139" y="138"/>
                  </a:lnTo>
                  <a:lnTo>
                    <a:pt x="47" y="322"/>
                  </a:lnTo>
                  <a:lnTo>
                    <a:pt x="1" y="551"/>
                  </a:lnTo>
                  <a:lnTo>
                    <a:pt x="1" y="18497"/>
                  </a:lnTo>
                  <a:lnTo>
                    <a:pt x="47" y="18726"/>
                  </a:lnTo>
                  <a:lnTo>
                    <a:pt x="139" y="18910"/>
                  </a:lnTo>
                  <a:lnTo>
                    <a:pt x="322" y="19002"/>
                  </a:lnTo>
                  <a:lnTo>
                    <a:pt x="552" y="19047"/>
                  </a:lnTo>
                  <a:lnTo>
                    <a:pt x="13999" y="19047"/>
                  </a:lnTo>
                  <a:lnTo>
                    <a:pt x="14229" y="19002"/>
                  </a:lnTo>
                  <a:lnTo>
                    <a:pt x="14412" y="18910"/>
                  </a:lnTo>
                  <a:lnTo>
                    <a:pt x="14504" y="18726"/>
                  </a:lnTo>
                  <a:lnTo>
                    <a:pt x="14550" y="18497"/>
                  </a:lnTo>
                  <a:lnTo>
                    <a:pt x="14550" y="551"/>
                  </a:lnTo>
                  <a:lnTo>
                    <a:pt x="14504" y="322"/>
                  </a:lnTo>
                  <a:lnTo>
                    <a:pt x="14412" y="138"/>
                  </a:lnTo>
                  <a:lnTo>
                    <a:pt x="14229" y="47"/>
                  </a:lnTo>
                  <a:lnTo>
                    <a:pt x="139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7"/>
            <p:cNvSpPr/>
            <p:nvPr/>
          </p:nvSpPr>
          <p:spPr>
            <a:xfrm>
              <a:off x="2098695" y="2941768"/>
              <a:ext cx="195293" cy="184736"/>
            </a:xfrm>
            <a:custGeom>
              <a:rect b="b" l="l" r="r" t="t"/>
              <a:pathLst>
                <a:path extrusionOk="0" h="8032" w="8491">
                  <a:moveTo>
                    <a:pt x="2479" y="1102"/>
                  </a:moveTo>
                  <a:lnTo>
                    <a:pt x="2708" y="1148"/>
                  </a:lnTo>
                  <a:lnTo>
                    <a:pt x="2937" y="1193"/>
                  </a:lnTo>
                  <a:lnTo>
                    <a:pt x="3121" y="1285"/>
                  </a:lnTo>
                  <a:lnTo>
                    <a:pt x="3305" y="1423"/>
                  </a:lnTo>
                  <a:lnTo>
                    <a:pt x="3442" y="1606"/>
                  </a:lnTo>
                  <a:lnTo>
                    <a:pt x="3580" y="1836"/>
                  </a:lnTo>
                  <a:lnTo>
                    <a:pt x="3626" y="2020"/>
                  </a:lnTo>
                  <a:lnTo>
                    <a:pt x="3672" y="2295"/>
                  </a:lnTo>
                  <a:lnTo>
                    <a:pt x="2341" y="2295"/>
                  </a:lnTo>
                  <a:lnTo>
                    <a:pt x="2111" y="2249"/>
                  </a:lnTo>
                  <a:lnTo>
                    <a:pt x="1882" y="2203"/>
                  </a:lnTo>
                  <a:lnTo>
                    <a:pt x="1698" y="2065"/>
                  </a:lnTo>
                  <a:lnTo>
                    <a:pt x="1515" y="1928"/>
                  </a:lnTo>
                  <a:lnTo>
                    <a:pt x="1377" y="1744"/>
                  </a:lnTo>
                  <a:lnTo>
                    <a:pt x="1239" y="1561"/>
                  </a:lnTo>
                  <a:lnTo>
                    <a:pt x="1148" y="1331"/>
                  </a:lnTo>
                  <a:lnTo>
                    <a:pt x="1148" y="1102"/>
                  </a:lnTo>
                  <a:close/>
                  <a:moveTo>
                    <a:pt x="7344" y="3672"/>
                  </a:moveTo>
                  <a:lnTo>
                    <a:pt x="7344" y="3901"/>
                  </a:lnTo>
                  <a:lnTo>
                    <a:pt x="7252" y="4131"/>
                  </a:lnTo>
                  <a:lnTo>
                    <a:pt x="7114" y="4314"/>
                  </a:lnTo>
                  <a:lnTo>
                    <a:pt x="6976" y="4498"/>
                  </a:lnTo>
                  <a:lnTo>
                    <a:pt x="6793" y="4636"/>
                  </a:lnTo>
                  <a:lnTo>
                    <a:pt x="6609" y="4727"/>
                  </a:lnTo>
                  <a:lnTo>
                    <a:pt x="6380" y="4819"/>
                  </a:lnTo>
                  <a:lnTo>
                    <a:pt x="4819" y="4819"/>
                  </a:lnTo>
                  <a:lnTo>
                    <a:pt x="4865" y="4590"/>
                  </a:lnTo>
                  <a:lnTo>
                    <a:pt x="4911" y="4406"/>
                  </a:lnTo>
                  <a:lnTo>
                    <a:pt x="5049" y="4177"/>
                  </a:lnTo>
                  <a:lnTo>
                    <a:pt x="5186" y="3993"/>
                  </a:lnTo>
                  <a:lnTo>
                    <a:pt x="5370" y="3855"/>
                  </a:lnTo>
                  <a:lnTo>
                    <a:pt x="5554" y="3764"/>
                  </a:lnTo>
                  <a:lnTo>
                    <a:pt x="5783" y="3718"/>
                  </a:lnTo>
                  <a:lnTo>
                    <a:pt x="6058" y="3672"/>
                  </a:lnTo>
                  <a:close/>
                  <a:moveTo>
                    <a:pt x="367" y="0"/>
                  </a:moveTo>
                  <a:lnTo>
                    <a:pt x="184" y="138"/>
                  </a:lnTo>
                  <a:lnTo>
                    <a:pt x="46" y="321"/>
                  </a:lnTo>
                  <a:lnTo>
                    <a:pt x="0" y="551"/>
                  </a:lnTo>
                  <a:lnTo>
                    <a:pt x="0" y="1056"/>
                  </a:lnTo>
                  <a:lnTo>
                    <a:pt x="46" y="1515"/>
                  </a:lnTo>
                  <a:lnTo>
                    <a:pt x="184" y="1974"/>
                  </a:lnTo>
                  <a:lnTo>
                    <a:pt x="413" y="2341"/>
                  </a:lnTo>
                  <a:lnTo>
                    <a:pt x="689" y="2708"/>
                  </a:lnTo>
                  <a:lnTo>
                    <a:pt x="1056" y="2983"/>
                  </a:lnTo>
                  <a:lnTo>
                    <a:pt x="1423" y="3213"/>
                  </a:lnTo>
                  <a:lnTo>
                    <a:pt x="1882" y="3351"/>
                  </a:lnTo>
                  <a:lnTo>
                    <a:pt x="2341" y="3396"/>
                  </a:lnTo>
                  <a:lnTo>
                    <a:pt x="3672" y="3396"/>
                  </a:lnTo>
                  <a:lnTo>
                    <a:pt x="3672" y="7481"/>
                  </a:lnTo>
                  <a:lnTo>
                    <a:pt x="3718" y="7711"/>
                  </a:lnTo>
                  <a:lnTo>
                    <a:pt x="3855" y="7894"/>
                  </a:lnTo>
                  <a:lnTo>
                    <a:pt x="4039" y="7986"/>
                  </a:lnTo>
                  <a:lnTo>
                    <a:pt x="4268" y="8032"/>
                  </a:lnTo>
                  <a:lnTo>
                    <a:pt x="4452" y="7986"/>
                  </a:lnTo>
                  <a:lnTo>
                    <a:pt x="4636" y="7894"/>
                  </a:lnTo>
                  <a:lnTo>
                    <a:pt x="4773" y="7711"/>
                  </a:lnTo>
                  <a:lnTo>
                    <a:pt x="4819" y="7481"/>
                  </a:lnTo>
                  <a:lnTo>
                    <a:pt x="4819" y="5967"/>
                  </a:lnTo>
                  <a:lnTo>
                    <a:pt x="6150" y="5967"/>
                  </a:lnTo>
                  <a:lnTo>
                    <a:pt x="6609" y="5921"/>
                  </a:lnTo>
                  <a:lnTo>
                    <a:pt x="7068" y="5783"/>
                  </a:lnTo>
                  <a:lnTo>
                    <a:pt x="7435" y="5554"/>
                  </a:lnTo>
                  <a:lnTo>
                    <a:pt x="7802" y="5278"/>
                  </a:lnTo>
                  <a:lnTo>
                    <a:pt x="8078" y="4911"/>
                  </a:lnTo>
                  <a:lnTo>
                    <a:pt x="8307" y="4544"/>
                  </a:lnTo>
                  <a:lnTo>
                    <a:pt x="8445" y="4085"/>
                  </a:lnTo>
                  <a:lnTo>
                    <a:pt x="8491" y="3626"/>
                  </a:lnTo>
                  <a:lnTo>
                    <a:pt x="8491" y="3121"/>
                  </a:lnTo>
                  <a:lnTo>
                    <a:pt x="8445" y="2892"/>
                  </a:lnTo>
                  <a:lnTo>
                    <a:pt x="8307" y="2708"/>
                  </a:lnTo>
                  <a:lnTo>
                    <a:pt x="8124" y="2570"/>
                  </a:lnTo>
                  <a:lnTo>
                    <a:pt x="7940" y="2524"/>
                  </a:lnTo>
                  <a:lnTo>
                    <a:pt x="6058" y="2524"/>
                  </a:lnTo>
                  <a:lnTo>
                    <a:pt x="5691" y="2570"/>
                  </a:lnTo>
                  <a:lnTo>
                    <a:pt x="5370" y="2616"/>
                  </a:lnTo>
                  <a:lnTo>
                    <a:pt x="5095" y="2754"/>
                  </a:lnTo>
                  <a:lnTo>
                    <a:pt x="4819" y="2892"/>
                  </a:lnTo>
                  <a:lnTo>
                    <a:pt x="4819" y="2341"/>
                  </a:lnTo>
                  <a:lnTo>
                    <a:pt x="4773" y="1836"/>
                  </a:lnTo>
                  <a:lnTo>
                    <a:pt x="4636" y="1423"/>
                  </a:lnTo>
                  <a:lnTo>
                    <a:pt x="4406" y="1010"/>
                  </a:lnTo>
                  <a:lnTo>
                    <a:pt x="4131" y="689"/>
                  </a:lnTo>
                  <a:lnTo>
                    <a:pt x="3764" y="367"/>
                  </a:lnTo>
                  <a:lnTo>
                    <a:pt x="3351" y="184"/>
                  </a:lnTo>
                  <a:lnTo>
                    <a:pt x="2937" y="46"/>
                  </a:lnTo>
                  <a:lnTo>
                    <a:pt x="24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 name="Shape 546"/>
        <p:cNvGrpSpPr/>
        <p:nvPr/>
      </p:nvGrpSpPr>
      <p:grpSpPr>
        <a:xfrm>
          <a:off x="0" y="0"/>
          <a:ext cx="0" cy="0"/>
          <a:chOff x="0" y="0"/>
          <a:chExt cx="0" cy="0"/>
        </a:xfrm>
      </p:grpSpPr>
      <p:sp>
        <p:nvSpPr>
          <p:cNvPr id="547" name="Google Shape;547;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iterature review</a:t>
            </a:r>
            <a:endParaRPr/>
          </a:p>
        </p:txBody>
      </p:sp>
      <p:sp>
        <p:nvSpPr>
          <p:cNvPr id="548" name="Google Shape;548;p48"/>
          <p:cNvSpPr txBox="1"/>
          <p:nvPr>
            <p:ph idx="1" type="body"/>
          </p:nvPr>
        </p:nvSpPr>
        <p:spPr>
          <a:xfrm>
            <a:off x="720000" y="1190288"/>
            <a:ext cx="7704000" cy="341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Mercury is the closest planet to the Sun and the smallest one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Mars is full of iron oxide dust, which gives the planet its reddish cast</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Jupiter is a gas giant and the biggest planet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Venus has a beautiful name and is the second planet from the Sun</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Earth is the third planet from the Sun and harbors life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Theoretical </a:t>
            </a:r>
            <a:r>
              <a:rPr lang="en"/>
              <a:t>framework</a:t>
            </a:r>
            <a:endParaRPr/>
          </a:p>
        </p:txBody>
      </p:sp>
      <p:sp>
        <p:nvSpPr>
          <p:cNvPr id="554" name="Google Shape;554;p49"/>
          <p:cNvSpPr txBox="1"/>
          <p:nvPr/>
        </p:nvSpPr>
        <p:spPr>
          <a:xfrm>
            <a:off x="1336925" y="1229625"/>
            <a:ext cx="34872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Public Sans"/>
                <a:ea typeface="Public Sans"/>
                <a:cs typeface="Public Sans"/>
                <a:sym typeface="Public Sans"/>
              </a:rPr>
              <a:t>Theoretical framework</a:t>
            </a:r>
            <a:endParaRPr sz="2000">
              <a:solidFill>
                <a:schemeClr val="dk1"/>
              </a:solidFill>
              <a:latin typeface="Public Sans"/>
              <a:ea typeface="Public Sans"/>
              <a:cs typeface="Public Sans"/>
              <a:sym typeface="Public Sans"/>
            </a:endParaRPr>
          </a:p>
        </p:txBody>
      </p:sp>
      <p:sp>
        <p:nvSpPr>
          <p:cNvPr id="555" name="Google Shape;555;p49"/>
          <p:cNvSpPr txBox="1"/>
          <p:nvPr/>
        </p:nvSpPr>
        <p:spPr>
          <a:xfrm>
            <a:off x="604348" y="1929075"/>
            <a:ext cx="21432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Public Sans"/>
                <a:ea typeface="Public Sans"/>
                <a:cs typeface="Public Sans"/>
                <a:sym typeface="Public Sans"/>
              </a:rPr>
              <a:t>Key terms</a:t>
            </a:r>
            <a:endParaRPr sz="2000">
              <a:solidFill>
                <a:schemeClr val="dk1"/>
              </a:solidFill>
              <a:latin typeface="Public Sans"/>
              <a:ea typeface="Public Sans"/>
              <a:cs typeface="Public Sans"/>
              <a:sym typeface="Public Sans"/>
            </a:endParaRPr>
          </a:p>
        </p:txBody>
      </p:sp>
      <p:sp>
        <p:nvSpPr>
          <p:cNvPr id="556" name="Google Shape;556;p49"/>
          <p:cNvSpPr txBox="1"/>
          <p:nvPr/>
        </p:nvSpPr>
        <p:spPr>
          <a:xfrm>
            <a:off x="3101846" y="1929075"/>
            <a:ext cx="27753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Public Sans"/>
                <a:ea typeface="Public Sans"/>
                <a:cs typeface="Public Sans"/>
                <a:sym typeface="Public Sans"/>
              </a:rPr>
              <a:t>Relevant theories</a:t>
            </a:r>
            <a:endParaRPr sz="2000">
              <a:solidFill>
                <a:schemeClr val="dk1"/>
              </a:solidFill>
              <a:latin typeface="Public Sans"/>
              <a:ea typeface="Public Sans"/>
              <a:cs typeface="Public Sans"/>
              <a:sym typeface="Public Sans"/>
            </a:endParaRPr>
          </a:p>
        </p:txBody>
      </p:sp>
      <p:sp>
        <p:nvSpPr>
          <p:cNvPr id="557" name="Google Shape;557;p49"/>
          <p:cNvSpPr txBox="1"/>
          <p:nvPr/>
        </p:nvSpPr>
        <p:spPr>
          <a:xfrm>
            <a:off x="713225" y="2202875"/>
            <a:ext cx="2143200" cy="9006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Mercury is small</a:t>
            </a:r>
            <a:endParaRPr>
              <a:solidFill>
                <a:schemeClr val="lt1"/>
              </a:solidFill>
              <a:latin typeface="Commissioner"/>
              <a:ea typeface="Commissioner"/>
              <a:cs typeface="Commissioner"/>
              <a:sym typeface="Commissioner"/>
            </a:endParaRPr>
          </a:p>
          <a:p>
            <a:pPr indent="-317500" lvl="0" marL="285750" rtl="0" algn="l">
              <a:lnSpc>
                <a:spcPct val="115000"/>
              </a:lnSpc>
              <a:spcBef>
                <a:spcPts val="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Earth harbors life</a:t>
            </a:r>
            <a:endParaRPr>
              <a:solidFill>
                <a:schemeClr val="lt1"/>
              </a:solidFill>
              <a:latin typeface="Commissioner"/>
              <a:ea typeface="Commissioner"/>
              <a:cs typeface="Commissioner"/>
              <a:sym typeface="Commissioner"/>
            </a:endParaRPr>
          </a:p>
          <a:p>
            <a:pPr indent="-317500" lvl="0" marL="285750" rtl="0" algn="l">
              <a:lnSpc>
                <a:spcPct val="115000"/>
              </a:lnSpc>
              <a:spcBef>
                <a:spcPts val="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Jupiter is quite big</a:t>
            </a:r>
            <a:endParaRPr>
              <a:solidFill>
                <a:schemeClr val="lt1"/>
              </a:solidFill>
              <a:latin typeface="Commissioner"/>
              <a:ea typeface="Commissioner"/>
              <a:cs typeface="Commissioner"/>
              <a:sym typeface="Commissioner"/>
            </a:endParaRPr>
          </a:p>
          <a:p>
            <a:pPr indent="0" lvl="0" marL="457200" rtl="0" algn="l">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p:txBody>
      </p:sp>
      <p:cxnSp>
        <p:nvCxnSpPr>
          <p:cNvPr id="558" name="Google Shape;558;p49"/>
          <p:cNvCxnSpPr>
            <a:stCxn id="554" idx="2"/>
            <a:endCxn id="555" idx="0"/>
          </p:cNvCxnSpPr>
          <p:nvPr/>
        </p:nvCxnSpPr>
        <p:spPr>
          <a:xfrm rot="5400000">
            <a:off x="2239775" y="1088475"/>
            <a:ext cx="276900" cy="1404600"/>
          </a:xfrm>
          <a:prstGeom prst="bentConnector3">
            <a:avLst>
              <a:gd fmla="val 49973" name="adj1"/>
            </a:avLst>
          </a:prstGeom>
          <a:noFill/>
          <a:ln cap="flat" cmpd="sng" w="9525">
            <a:solidFill>
              <a:schemeClr val="lt1"/>
            </a:solidFill>
            <a:prstDash val="solid"/>
            <a:round/>
            <a:headEnd len="med" w="med" type="none"/>
            <a:tailEnd len="med" w="med" type="none"/>
          </a:ln>
        </p:spPr>
      </p:cxnSp>
      <p:cxnSp>
        <p:nvCxnSpPr>
          <p:cNvPr id="559" name="Google Shape;559;p49"/>
          <p:cNvCxnSpPr>
            <a:stCxn id="554" idx="2"/>
            <a:endCxn id="556" idx="0"/>
          </p:cNvCxnSpPr>
          <p:nvPr/>
        </p:nvCxnSpPr>
        <p:spPr>
          <a:xfrm flipH="1" rot="-5400000">
            <a:off x="3646625" y="1086225"/>
            <a:ext cx="276900" cy="1409100"/>
          </a:xfrm>
          <a:prstGeom prst="bentConnector3">
            <a:avLst>
              <a:gd fmla="val 49973" name="adj1"/>
            </a:avLst>
          </a:prstGeom>
          <a:noFill/>
          <a:ln cap="flat" cmpd="sng" w="9525">
            <a:solidFill>
              <a:schemeClr val="lt1"/>
            </a:solidFill>
            <a:prstDash val="solid"/>
            <a:round/>
            <a:headEnd len="med" w="med" type="none"/>
            <a:tailEnd len="med" w="med" type="none"/>
          </a:ln>
        </p:spPr>
      </p:cxnSp>
      <p:sp>
        <p:nvSpPr>
          <p:cNvPr id="560" name="Google Shape;560;p49"/>
          <p:cNvSpPr txBox="1"/>
          <p:nvPr/>
        </p:nvSpPr>
        <p:spPr>
          <a:xfrm>
            <a:off x="5924850" y="2296850"/>
            <a:ext cx="25059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Public Sans"/>
                <a:ea typeface="Public Sans"/>
                <a:cs typeface="Public Sans"/>
                <a:sym typeface="Public Sans"/>
              </a:rPr>
              <a:t>Our framework</a:t>
            </a:r>
            <a:endParaRPr sz="2000">
              <a:solidFill>
                <a:schemeClr val="dk1"/>
              </a:solidFill>
              <a:latin typeface="Public Sans"/>
              <a:ea typeface="Public Sans"/>
              <a:cs typeface="Public Sans"/>
              <a:sym typeface="Public Sans"/>
            </a:endParaRPr>
          </a:p>
        </p:txBody>
      </p:sp>
      <p:sp>
        <p:nvSpPr>
          <p:cNvPr id="561" name="Google Shape;561;p49"/>
          <p:cNvSpPr txBox="1"/>
          <p:nvPr/>
        </p:nvSpPr>
        <p:spPr>
          <a:xfrm>
            <a:off x="5924850" y="2675650"/>
            <a:ext cx="2505900" cy="1109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Venus has a beautiful name and is the second planet from the Sun. It’s hot and has a poisonous atmosphere</a:t>
            </a:r>
            <a:endParaRPr>
              <a:solidFill>
                <a:schemeClr val="lt1"/>
              </a:solidFill>
              <a:latin typeface="Commissioner"/>
              <a:ea typeface="Commissioner"/>
              <a:cs typeface="Commissioner"/>
              <a:sym typeface="Commissioner"/>
            </a:endParaRPr>
          </a:p>
        </p:txBody>
      </p:sp>
      <p:sp>
        <p:nvSpPr>
          <p:cNvPr id="562" name="Google Shape;562;p49"/>
          <p:cNvSpPr txBox="1"/>
          <p:nvPr/>
        </p:nvSpPr>
        <p:spPr>
          <a:xfrm>
            <a:off x="3236641" y="2289900"/>
            <a:ext cx="25059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1600">
                <a:solidFill>
                  <a:schemeClr val="dk1"/>
                </a:solidFill>
                <a:latin typeface="Public Sans"/>
                <a:ea typeface="Public Sans"/>
                <a:cs typeface="Public Sans"/>
                <a:sym typeface="Public Sans"/>
              </a:rPr>
              <a:t>Theory 1</a:t>
            </a:r>
            <a:endParaRPr sz="1600">
              <a:solidFill>
                <a:schemeClr val="dk1"/>
              </a:solidFill>
              <a:latin typeface="Public Sans"/>
              <a:ea typeface="Public Sans"/>
              <a:cs typeface="Public Sans"/>
              <a:sym typeface="Public Sans"/>
            </a:endParaRPr>
          </a:p>
        </p:txBody>
      </p:sp>
      <p:sp>
        <p:nvSpPr>
          <p:cNvPr id="563" name="Google Shape;563;p49"/>
          <p:cNvSpPr txBox="1"/>
          <p:nvPr/>
        </p:nvSpPr>
        <p:spPr>
          <a:xfrm>
            <a:off x="3236548" y="2522362"/>
            <a:ext cx="2505900" cy="83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lt1"/>
                </a:solidFill>
                <a:latin typeface="Commissioner"/>
                <a:ea typeface="Commissioner"/>
                <a:cs typeface="Commissioner"/>
                <a:sym typeface="Commissioner"/>
              </a:rPr>
              <a:t>Saturn is a gas giant and has rings. It’s composed mostly of hydrogen and helium</a:t>
            </a:r>
            <a:endParaRPr>
              <a:solidFill>
                <a:schemeClr val="lt1"/>
              </a:solidFill>
              <a:latin typeface="Commissioner"/>
              <a:ea typeface="Commissioner"/>
              <a:cs typeface="Commissioner"/>
              <a:sym typeface="Commissioner"/>
            </a:endParaRPr>
          </a:p>
        </p:txBody>
      </p:sp>
      <p:sp>
        <p:nvSpPr>
          <p:cNvPr id="564" name="Google Shape;564;p49"/>
          <p:cNvSpPr txBox="1"/>
          <p:nvPr/>
        </p:nvSpPr>
        <p:spPr>
          <a:xfrm>
            <a:off x="3236572" y="3480652"/>
            <a:ext cx="25059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1600">
                <a:solidFill>
                  <a:schemeClr val="dk1"/>
                </a:solidFill>
                <a:latin typeface="Public Sans"/>
                <a:ea typeface="Public Sans"/>
                <a:cs typeface="Public Sans"/>
                <a:sym typeface="Public Sans"/>
              </a:rPr>
              <a:t>Theory 2</a:t>
            </a:r>
            <a:endParaRPr sz="1600">
              <a:solidFill>
                <a:schemeClr val="dk1"/>
              </a:solidFill>
              <a:latin typeface="Public Sans"/>
              <a:ea typeface="Public Sans"/>
              <a:cs typeface="Public Sans"/>
              <a:sym typeface="Public Sans"/>
            </a:endParaRPr>
          </a:p>
        </p:txBody>
      </p:sp>
      <p:sp>
        <p:nvSpPr>
          <p:cNvPr id="565" name="Google Shape;565;p49"/>
          <p:cNvSpPr txBox="1"/>
          <p:nvPr/>
        </p:nvSpPr>
        <p:spPr>
          <a:xfrm>
            <a:off x="3236500" y="3713125"/>
            <a:ext cx="2505900" cy="83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lt1"/>
                </a:solidFill>
                <a:latin typeface="Commissioner"/>
                <a:ea typeface="Commissioner"/>
                <a:cs typeface="Commissioner"/>
                <a:sym typeface="Commissioner"/>
              </a:rPr>
              <a:t>Neptune is </a:t>
            </a:r>
            <a:r>
              <a:rPr lang="en">
                <a:solidFill>
                  <a:schemeClr val="lt1"/>
                </a:solidFill>
                <a:latin typeface="Commissioner"/>
                <a:ea typeface="Commissioner"/>
                <a:cs typeface="Commissioner"/>
                <a:sym typeface="Commissioner"/>
              </a:rPr>
              <a:t>the farthest planet from the Sun and also an ice giant</a:t>
            </a:r>
            <a:endParaRPr>
              <a:solidFill>
                <a:schemeClr val="lt1"/>
              </a:solidFill>
              <a:latin typeface="Commissioner"/>
              <a:ea typeface="Commissioner"/>
              <a:cs typeface="Commissioner"/>
              <a:sym typeface="Commissioner"/>
            </a:endParaRPr>
          </a:p>
        </p:txBody>
      </p:sp>
      <p:grpSp>
        <p:nvGrpSpPr>
          <p:cNvPr id="566" name="Google Shape;566;p49"/>
          <p:cNvGrpSpPr/>
          <p:nvPr/>
        </p:nvGrpSpPr>
        <p:grpSpPr>
          <a:xfrm>
            <a:off x="5649748" y="1982391"/>
            <a:ext cx="156600" cy="2626326"/>
            <a:chOff x="5797375" y="1379625"/>
            <a:chExt cx="156600" cy="3268200"/>
          </a:xfrm>
        </p:grpSpPr>
        <p:cxnSp>
          <p:nvCxnSpPr>
            <p:cNvPr id="567" name="Google Shape;567;p49"/>
            <p:cNvCxnSpPr/>
            <p:nvPr/>
          </p:nvCxnSpPr>
          <p:spPr>
            <a:xfrm>
              <a:off x="5940475" y="1379625"/>
              <a:ext cx="13500" cy="3268200"/>
            </a:xfrm>
            <a:prstGeom prst="straightConnector1">
              <a:avLst/>
            </a:prstGeom>
            <a:noFill/>
            <a:ln cap="flat" cmpd="sng" w="9525">
              <a:solidFill>
                <a:schemeClr val="lt1"/>
              </a:solidFill>
              <a:prstDash val="solid"/>
              <a:round/>
              <a:headEnd len="med" w="med" type="none"/>
              <a:tailEnd len="med" w="med" type="none"/>
            </a:ln>
          </p:spPr>
        </p:cxnSp>
        <p:cxnSp>
          <p:nvCxnSpPr>
            <p:cNvPr id="568" name="Google Shape;568;p49"/>
            <p:cNvCxnSpPr/>
            <p:nvPr/>
          </p:nvCxnSpPr>
          <p:spPr>
            <a:xfrm>
              <a:off x="5797375" y="1379625"/>
              <a:ext cx="147300" cy="0"/>
            </a:xfrm>
            <a:prstGeom prst="straightConnector1">
              <a:avLst/>
            </a:prstGeom>
            <a:noFill/>
            <a:ln cap="flat" cmpd="sng" w="9525">
              <a:solidFill>
                <a:schemeClr val="lt1"/>
              </a:solidFill>
              <a:prstDash val="solid"/>
              <a:round/>
              <a:headEnd len="med" w="med" type="none"/>
              <a:tailEnd len="med" w="med" type="none"/>
            </a:ln>
          </p:spPr>
        </p:cxnSp>
        <p:cxnSp>
          <p:nvCxnSpPr>
            <p:cNvPr id="569" name="Google Shape;569;p49"/>
            <p:cNvCxnSpPr/>
            <p:nvPr/>
          </p:nvCxnSpPr>
          <p:spPr>
            <a:xfrm>
              <a:off x="5804072" y="4647825"/>
              <a:ext cx="1473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575" name="Google Shape;575;p50"/>
          <p:cNvGraphicFramePr/>
          <p:nvPr/>
        </p:nvGraphicFramePr>
        <p:xfrm>
          <a:off x="713263" y="1128915"/>
          <a:ext cx="3000000" cy="3000000"/>
        </p:xfrm>
        <a:graphic>
          <a:graphicData uri="http://schemas.openxmlformats.org/drawingml/2006/table">
            <a:tbl>
              <a:tblPr>
                <a:noFill/>
                <a:tableStyleId>{9EEC7CB3-EAE6-4A39-B62A-DE208ABE0CEE}</a:tableStyleId>
              </a:tblPr>
              <a:tblGrid>
                <a:gridCol w="791550"/>
                <a:gridCol w="1634875"/>
                <a:gridCol w="1484350"/>
                <a:gridCol w="442175"/>
                <a:gridCol w="442175"/>
                <a:gridCol w="442175"/>
                <a:gridCol w="442175"/>
                <a:gridCol w="442175"/>
                <a:gridCol w="442175"/>
                <a:gridCol w="1140225"/>
              </a:tblGrid>
              <a:tr h="411625">
                <a:tc>
                  <a:txBody>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Task</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Description</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Date</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800">
                          <a:solidFill>
                            <a:schemeClr val="dk1"/>
                          </a:solidFill>
                          <a:latin typeface="Public Sans"/>
                          <a:ea typeface="Public Sans"/>
                          <a:cs typeface="Public Sans"/>
                          <a:sym typeface="Public Sans"/>
                        </a:rPr>
                        <a:t>J</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800">
                          <a:solidFill>
                            <a:schemeClr val="dk1"/>
                          </a:solidFill>
                          <a:latin typeface="Public Sans"/>
                          <a:ea typeface="Public Sans"/>
                          <a:cs typeface="Public Sans"/>
                          <a:sym typeface="Public Sans"/>
                        </a:rPr>
                        <a:t>F</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800">
                          <a:solidFill>
                            <a:schemeClr val="dk1"/>
                          </a:solidFill>
                          <a:latin typeface="Public Sans"/>
                          <a:ea typeface="Public Sans"/>
                          <a:cs typeface="Public Sans"/>
                          <a:sym typeface="Public Sans"/>
                        </a:rPr>
                        <a:t>M</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800">
                          <a:solidFill>
                            <a:schemeClr val="dk1"/>
                          </a:solidFill>
                          <a:latin typeface="Public Sans"/>
                          <a:ea typeface="Public Sans"/>
                          <a:cs typeface="Public Sans"/>
                          <a:sym typeface="Public Sans"/>
                        </a:rPr>
                        <a:t>A</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800">
                          <a:solidFill>
                            <a:schemeClr val="dk1"/>
                          </a:solidFill>
                          <a:latin typeface="Public Sans"/>
                          <a:ea typeface="Public Sans"/>
                          <a:cs typeface="Public Sans"/>
                          <a:sym typeface="Public Sans"/>
                        </a:rPr>
                        <a:t>M</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800">
                          <a:solidFill>
                            <a:schemeClr val="dk1"/>
                          </a:solidFill>
                          <a:latin typeface="Public Sans"/>
                          <a:ea typeface="Public Sans"/>
                          <a:cs typeface="Public Sans"/>
                          <a:sym typeface="Public Sans"/>
                        </a:rPr>
                        <a:t>J</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Status</a:t>
                      </a:r>
                      <a:endParaRPr sz="1800">
                        <a:solidFill>
                          <a:schemeClr val="dk1"/>
                        </a:solidFill>
                        <a:latin typeface="Public Sans"/>
                        <a:ea typeface="Public Sans"/>
                        <a:cs typeface="Public Sans"/>
                        <a:sym typeface="Public Sa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633925">
                <a:tc>
                  <a:txBody>
                    <a:bodyPr/>
                    <a:lstStyle/>
                    <a:p>
                      <a:pPr indent="0" lvl="0" marL="0" rtl="0" algn="l">
                        <a:lnSpc>
                          <a:spcPct val="115000"/>
                        </a:lnSpc>
                        <a:spcBef>
                          <a:spcPts val="0"/>
                        </a:spcBef>
                        <a:spcAft>
                          <a:spcPts val="0"/>
                        </a:spcAft>
                        <a:buNone/>
                      </a:pPr>
                      <a:r>
                        <a:rPr lang="en" sz="1600">
                          <a:solidFill>
                            <a:schemeClr val="lt1"/>
                          </a:solidFill>
                          <a:latin typeface="Commissioner"/>
                          <a:ea typeface="Commissioner"/>
                          <a:cs typeface="Commissioner"/>
                          <a:sym typeface="Commissioner"/>
                        </a:rPr>
                        <a:t>Task 1</a:t>
                      </a:r>
                      <a:endParaRPr sz="16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Despite being red, Mars is cold</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Jan 1 - Feb 15</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Completed</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52525">
                <a:tc>
                  <a:txBody>
                    <a:bodyPr/>
                    <a:lstStyle/>
                    <a:p>
                      <a:pPr indent="0" lvl="0" marL="0" rtl="0" algn="l">
                        <a:lnSpc>
                          <a:spcPct val="115000"/>
                        </a:lnSpc>
                        <a:spcBef>
                          <a:spcPts val="0"/>
                        </a:spcBef>
                        <a:spcAft>
                          <a:spcPts val="0"/>
                        </a:spcAft>
                        <a:buNone/>
                      </a:pPr>
                      <a:r>
                        <a:rPr lang="en" sz="1600">
                          <a:solidFill>
                            <a:schemeClr val="lt1"/>
                          </a:solidFill>
                          <a:latin typeface="Commissioner"/>
                          <a:ea typeface="Commissioner"/>
                          <a:cs typeface="Commissioner"/>
                          <a:sym typeface="Commissioner"/>
                        </a:rPr>
                        <a:t>Task 2</a:t>
                      </a:r>
                      <a:endParaRPr sz="16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Earth is the planet with life</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Feb 1 - Apr 30</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In progress</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52525">
                <a:tc>
                  <a:txBody>
                    <a:bodyPr/>
                    <a:lstStyle/>
                    <a:p>
                      <a:pPr indent="0" lvl="0" marL="0" rtl="0" algn="l">
                        <a:lnSpc>
                          <a:spcPct val="115000"/>
                        </a:lnSpc>
                        <a:spcBef>
                          <a:spcPts val="0"/>
                        </a:spcBef>
                        <a:spcAft>
                          <a:spcPts val="0"/>
                        </a:spcAft>
                        <a:buNone/>
                      </a:pPr>
                      <a:r>
                        <a:rPr lang="en" sz="1600">
                          <a:solidFill>
                            <a:schemeClr val="lt1"/>
                          </a:solidFill>
                          <a:latin typeface="Commissioner"/>
                          <a:ea typeface="Commissioner"/>
                          <a:cs typeface="Commissioner"/>
                          <a:sym typeface="Commissioner"/>
                        </a:rPr>
                        <a:t>Task 3</a:t>
                      </a:r>
                      <a:endParaRPr sz="16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Venus has a beautiful name</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Mar 15 - Apr 30</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Delayed</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52525">
                <a:tc>
                  <a:txBody>
                    <a:bodyPr/>
                    <a:lstStyle/>
                    <a:p>
                      <a:pPr indent="0" lvl="0" marL="0" rtl="0" algn="l">
                        <a:lnSpc>
                          <a:spcPct val="115000"/>
                        </a:lnSpc>
                        <a:spcBef>
                          <a:spcPts val="0"/>
                        </a:spcBef>
                        <a:spcAft>
                          <a:spcPts val="0"/>
                        </a:spcAft>
                        <a:buNone/>
                      </a:pPr>
                      <a:r>
                        <a:rPr lang="en" sz="1600">
                          <a:solidFill>
                            <a:schemeClr val="lt1"/>
                          </a:solidFill>
                          <a:latin typeface="Commissioner"/>
                          <a:ea typeface="Commissioner"/>
                          <a:cs typeface="Commissioner"/>
                          <a:sym typeface="Commissioner"/>
                        </a:rPr>
                        <a:t>Task 4</a:t>
                      </a:r>
                      <a:endParaRPr sz="16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Neptune is far away from us</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Apr 20 - May 15</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Unstarted</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52525">
                <a:tc>
                  <a:txBody>
                    <a:bodyPr/>
                    <a:lstStyle/>
                    <a:p>
                      <a:pPr indent="0" lvl="0" marL="0" rtl="0" algn="l">
                        <a:lnSpc>
                          <a:spcPct val="115000"/>
                        </a:lnSpc>
                        <a:spcBef>
                          <a:spcPts val="0"/>
                        </a:spcBef>
                        <a:spcAft>
                          <a:spcPts val="0"/>
                        </a:spcAft>
                        <a:buNone/>
                      </a:pPr>
                      <a:r>
                        <a:rPr lang="en" sz="1600">
                          <a:solidFill>
                            <a:schemeClr val="lt1"/>
                          </a:solidFill>
                          <a:latin typeface="Commissioner"/>
                          <a:ea typeface="Commissioner"/>
                          <a:cs typeface="Commissioner"/>
                          <a:sym typeface="Commissioner"/>
                        </a:rPr>
                        <a:t>Task 5</a:t>
                      </a:r>
                      <a:endParaRPr sz="1600">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Jupiter is a huge gas giant</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Jun 4 - Jun 30</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Unstarted</a:t>
                      </a:r>
                      <a:endParaRPr>
                        <a:solidFill>
                          <a:schemeClr val="lt1"/>
                        </a:solidFill>
                        <a:latin typeface="Commissioner"/>
                        <a:ea typeface="Commissioner"/>
                        <a:cs typeface="Commissioner"/>
                        <a:sym typeface="Commissioner"/>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 name="Shape 579"/>
        <p:cNvGrpSpPr/>
        <p:nvPr/>
      </p:nvGrpSpPr>
      <p:grpSpPr>
        <a:xfrm>
          <a:off x="0" y="0"/>
          <a:ext cx="0" cy="0"/>
          <a:chOff x="0" y="0"/>
          <a:chExt cx="0" cy="0"/>
        </a:xfrm>
      </p:grpSpPr>
      <p:sp>
        <p:nvSpPr>
          <p:cNvPr id="580" name="Google Shape;580;p51"/>
          <p:cNvSpPr/>
          <p:nvPr/>
        </p:nvSpPr>
        <p:spPr>
          <a:xfrm>
            <a:off x="5287600" y="2077150"/>
            <a:ext cx="3071400" cy="572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lt1"/>
                </a:solidFill>
                <a:latin typeface="Commissioner"/>
                <a:ea typeface="Commissioner"/>
                <a:cs typeface="Commissioner"/>
                <a:sym typeface="Commissioner"/>
              </a:rPr>
              <a:t>Venus has a beautiful name and is the second planet from the Sun</a:t>
            </a:r>
            <a:endParaRPr sz="1200">
              <a:solidFill>
                <a:schemeClr val="lt1"/>
              </a:solidFill>
              <a:latin typeface="Commissioner"/>
              <a:ea typeface="Commissioner"/>
              <a:cs typeface="Commissioner"/>
              <a:sym typeface="Commissioner"/>
            </a:endParaRPr>
          </a:p>
        </p:txBody>
      </p:sp>
      <p:sp>
        <p:nvSpPr>
          <p:cNvPr id="581" name="Google Shape;581;p51"/>
          <p:cNvSpPr/>
          <p:nvPr/>
        </p:nvSpPr>
        <p:spPr>
          <a:xfrm>
            <a:off x="5287600" y="2964700"/>
            <a:ext cx="3071400" cy="572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lt1"/>
                </a:solidFill>
                <a:latin typeface="Commissioner"/>
                <a:ea typeface="Commissioner"/>
                <a:cs typeface="Commissioner"/>
                <a:sym typeface="Commissioner"/>
              </a:rPr>
              <a:t>Mars is full of iron oxide dust, which gives the planet its reddish cast</a:t>
            </a:r>
            <a:endParaRPr sz="1200">
              <a:solidFill>
                <a:schemeClr val="lt1"/>
              </a:solidFill>
              <a:latin typeface="Commissioner"/>
              <a:ea typeface="Commissioner"/>
              <a:cs typeface="Commissioner"/>
              <a:sym typeface="Commissioner"/>
            </a:endParaRPr>
          </a:p>
        </p:txBody>
      </p:sp>
      <p:sp>
        <p:nvSpPr>
          <p:cNvPr id="582" name="Google Shape;582;p51"/>
          <p:cNvSpPr/>
          <p:nvPr/>
        </p:nvSpPr>
        <p:spPr>
          <a:xfrm>
            <a:off x="5287600" y="3838800"/>
            <a:ext cx="30714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lt1"/>
                </a:solidFill>
                <a:latin typeface="Commissioner"/>
                <a:ea typeface="Commissioner"/>
                <a:cs typeface="Commissioner"/>
                <a:sym typeface="Commissioner"/>
              </a:rPr>
              <a:t>Jupiter is a gas giant and the biggest planet in the Solar System</a:t>
            </a:r>
            <a:endParaRPr sz="1200">
              <a:solidFill>
                <a:schemeClr val="lt1"/>
              </a:solidFill>
              <a:latin typeface="Commissioner"/>
              <a:ea typeface="Commissioner"/>
              <a:cs typeface="Commissioner"/>
              <a:sym typeface="Commissioner"/>
            </a:endParaRPr>
          </a:p>
        </p:txBody>
      </p:sp>
      <p:sp>
        <p:nvSpPr>
          <p:cNvPr id="583" name="Google Shape;583;p51"/>
          <p:cNvSpPr/>
          <p:nvPr/>
        </p:nvSpPr>
        <p:spPr>
          <a:xfrm>
            <a:off x="5287600" y="1218000"/>
            <a:ext cx="30714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lt1"/>
                </a:solidFill>
                <a:latin typeface="Commissioner"/>
                <a:ea typeface="Commissioner"/>
                <a:cs typeface="Commissioner"/>
                <a:sym typeface="Commissioner"/>
              </a:rPr>
              <a:t>Mercury is the closest planet to the Sun and the smallest one in the Solar System</a:t>
            </a:r>
            <a:endParaRPr sz="1200">
              <a:solidFill>
                <a:schemeClr val="lt1"/>
              </a:solidFill>
              <a:latin typeface="Commissioner"/>
              <a:ea typeface="Commissioner"/>
              <a:cs typeface="Commissioner"/>
              <a:sym typeface="Commissioner"/>
            </a:endParaRPr>
          </a:p>
        </p:txBody>
      </p:sp>
      <p:sp>
        <p:nvSpPr>
          <p:cNvPr id="584" name="Google Shape;584;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585" name="Google Shape;585;p51"/>
          <p:cNvSpPr/>
          <p:nvPr/>
        </p:nvSpPr>
        <p:spPr>
          <a:xfrm>
            <a:off x="2341574" y="3741950"/>
            <a:ext cx="699900" cy="6999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1"/>
          <p:cNvSpPr/>
          <p:nvPr/>
        </p:nvSpPr>
        <p:spPr>
          <a:xfrm>
            <a:off x="2341574" y="2877433"/>
            <a:ext cx="699900" cy="6999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1"/>
          <p:cNvSpPr/>
          <p:nvPr/>
        </p:nvSpPr>
        <p:spPr>
          <a:xfrm>
            <a:off x="2341574" y="2012917"/>
            <a:ext cx="699900" cy="6999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1"/>
          <p:cNvSpPr/>
          <p:nvPr/>
        </p:nvSpPr>
        <p:spPr>
          <a:xfrm>
            <a:off x="2341574" y="1148400"/>
            <a:ext cx="699900" cy="6999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1"/>
          <p:cNvSpPr/>
          <p:nvPr/>
        </p:nvSpPr>
        <p:spPr>
          <a:xfrm>
            <a:off x="785000" y="2081887"/>
            <a:ext cx="1426500" cy="14265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590" name="Google Shape;590;p51"/>
          <p:cNvSpPr txBox="1"/>
          <p:nvPr/>
        </p:nvSpPr>
        <p:spPr>
          <a:xfrm>
            <a:off x="909775" y="2556025"/>
            <a:ext cx="1176900" cy="478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Public Sans"/>
                <a:ea typeface="Public Sans"/>
                <a:cs typeface="Public Sans"/>
                <a:sym typeface="Public Sans"/>
              </a:rPr>
              <a:t>Mercury</a:t>
            </a:r>
            <a:endParaRPr sz="2000">
              <a:solidFill>
                <a:schemeClr val="dk1"/>
              </a:solidFill>
              <a:latin typeface="Public Sans"/>
              <a:ea typeface="Public Sans"/>
              <a:cs typeface="Public Sans"/>
              <a:sym typeface="Public Sans"/>
            </a:endParaRPr>
          </a:p>
        </p:txBody>
      </p:sp>
      <p:cxnSp>
        <p:nvCxnSpPr>
          <p:cNvPr id="591" name="Google Shape;591;p51"/>
          <p:cNvCxnSpPr>
            <a:stCxn id="589" idx="0"/>
            <a:endCxn id="588" idx="2"/>
          </p:cNvCxnSpPr>
          <p:nvPr/>
        </p:nvCxnSpPr>
        <p:spPr>
          <a:xfrm rot="-5400000">
            <a:off x="1628150" y="1368487"/>
            <a:ext cx="583500" cy="843300"/>
          </a:xfrm>
          <a:prstGeom prst="bentConnector2">
            <a:avLst/>
          </a:prstGeom>
          <a:noFill/>
          <a:ln cap="flat" cmpd="sng" w="9525">
            <a:solidFill>
              <a:schemeClr val="lt1"/>
            </a:solidFill>
            <a:prstDash val="solid"/>
            <a:round/>
            <a:headEnd len="med" w="med" type="none"/>
            <a:tailEnd len="med" w="med" type="none"/>
          </a:ln>
        </p:spPr>
      </p:cxnSp>
      <p:cxnSp>
        <p:nvCxnSpPr>
          <p:cNvPr id="592" name="Google Shape;592;p51"/>
          <p:cNvCxnSpPr>
            <a:stCxn id="589" idx="4"/>
            <a:endCxn id="585" idx="2"/>
          </p:cNvCxnSpPr>
          <p:nvPr/>
        </p:nvCxnSpPr>
        <p:spPr>
          <a:xfrm flipH="1" rot="-5400000">
            <a:off x="1628150" y="3378487"/>
            <a:ext cx="583500" cy="843300"/>
          </a:xfrm>
          <a:prstGeom prst="bentConnector2">
            <a:avLst/>
          </a:prstGeom>
          <a:noFill/>
          <a:ln cap="flat" cmpd="sng" w="9525">
            <a:solidFill>
              <a:schemeClr val="lt1"/>
            </a:solidFill>
            <a:prstDash val="solid"/>
            <a:round/>
            <a:headEnd len="med" w="med" type="none"/>
            <a:tailEnd len="med" w="med" type="none"/>
          </a:ln>
        </p:spPr>
      </p:cxnSp>
      <p:sp>
        <p:nvSpPr>
          <p:cNvPr id="593" name="Google Shape;593;p51"/>
          <p:cNvSpPr txBox="1"/>
          <p:nvPr/>
        </p:nvSpPr>
        <p:spPr>
          <a:xfrm>
            <a:off x="3053750" y="1218000"/>
            <a:ext cx="2122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Type of data</a:t>
            </a:r>
            <a:endParaRPr sz="1800">
              <a:solidFill>
                <a:schemeClr val="dk1"/>
              </a:solidFill>
              <a:latin typeface="Public Sans"/>
              <a:ea typeface="Public Sans"/>
              <a:cs typeface="Public Sans"/>
              <a:sym typeface="Public Sans"/>
            </a:endParaRPr>
          </a:p>
        </p:txBody>
      </p:sp>
      <p:sp>
        <p:nvSpPr>
          <p:cNvPr id="594" name="Google Shape;594;p51"/>
          <p:cNvSpPr txBox="1"/>
          <p:nvPr/>
        </p:nvSpPr>
        <p:spPr>
          <a:xfrm>
            <a:off x="3053750" y="2077150"/>
            <a:ext cx="2122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Motives</a:t>
            </a:r>
            <a:endParaRPr sz="1800">
              <a:solidFill>
                <a:schemeClr val="dk1"/>
              </a:solidFill>
              <a:latin typeface="Public Sans"/>
              <a:ea typeface="Public Sans"/>
              <a:cs typeface="Public Sans"/>
              <a:sym typeface="Public Sans"/>
            </a:endParaRPr>
          </a:p>
        </p:txBody>
      </p:sp>
      <p:sp>
        <p:nvSpPr>
          <p:cNvPr id="595" name="Google Shape;595;p51"/>
          <p:cNvSpPr txBox="1"/>
          <p:nvPr/>
        </p:nvSpPr>
        <p:spPr>
          <a:xfrm>
            <a:off x="3053750" y="2964700"/>
            <a:ext cx="2122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Data collection</a:t>
            </a:r>
            <a:endParaRPr sz="1800">
              <a:solidFill>
                <a:schemeClr val="dk1"/>
              </a:solidFill>
              <a:latin typeface="Public Sans"/>
              <a:ea typeface="Public Sans"/>
              <a:cs typeface="Public Sans"/>
              <a:sym typeface="Public Sans"/>
            </a:endParaRPr>
          </a:p>
        </p:txBody>
      </p:sp>
      <p:sp>
        <p:nvSpPr>
          <p:cNvPr id="596" name="Google Shape;596;p51"/>
          <p:cNvSpPr txBox="1"/>
          <p:nvPr/>
        </p:nvSpPr>
        <p:spPr>
          <a:xfrm>
            <a:off x="3053750" y="3838800"/>
            <a:ext cx="2122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800">
                <a:solidFill>
                  <a:schemeClr val="dk1"/>
                </a:solidFill>
                <a:latin typeface="Public Sans"/>
                <a:ea typeface="Public Sans"/>
                <a:cs typeface="Public Sans"/>
                <a:sym typeface="Public Sans"/>
              </a:rPr>
              <a:t>Specific sampling</a:t>
            </a:r>
            <a:endParaRPr sz="1800">
              <a:solidFill>
                <a:schemeClr val="dk1"/>
              </a:solidFill>
              <a:latin typeface="Public Sans"/>
              <a:ea typeface="Public Sans"/>
              <a:cs typeface="Public Sans"/>
              <a:sym typeface="Public Sans"/>
            </a:endParaRPr>
          </a:p>
        </p:txBody>
      </p:sp>
      <p:grpSp>
        <p:nvGrpSpPr>
          <p:cNvPr id="597" name="Google Shape;597;p51"/>
          <p:cNvGrpSpPr/>
          <p:nvPr/>
        </p:nvGrpSpPr>
        <p:grpSpPr>
          <a:xfrm>
            <a:off x="2471943" y="1273229"/>
            <a:ext cx="439162" cy="435988"/>
            <a:chOff x="5348917" y="2816142"/>
            <a:chExt cx="439162" cy="435988"/>
          </a:xfrm>
        </p:grpSpPr>
        <p:sp>
          <p:nvSpPr>
            <p:cNvPr id="598" name="Google Shape;598;p51"/>
            <p:cNvSpPr/>
            <p:nvPr/>
          </p:nvSpPr>
          <p:spPr>
            <a:xfrm>
              <a:off x="5348917" y="2816142"/>
              <a:ext cx="439162" cy="435988"/>
            </a:xfrm>
            <a:custGeom>
              <a:rect b="b" l="l" r="r" t="t"/>
              <a:pathLst>
                <a:path extrusionOk="0" h="18956" w="19094">
                  <a:moveTo>
                    <a:pt x="17533" y="7298"/>
                  </a:moveTo>
                  <a:lnTo>
                    <a:pt x="17625" y="7757"/>
                  </a:lnTo>
                  <a:lnTo>
                    <a:pt x="17717" y="8262"/>
                  </a:lnTo>
                  <a:lnTo>
                    <a:pt x="17762" y="8721"/>
                  </a:lnTo>
                  <a:lnTo>
                    <a:pt x="17808" y="9226"/>
                  </a:lnTo>
                  <a:lnTo>
                    <a:pt x="17808" y="9730"/>
                  </a:lnTo>
                  <a:lnTo>
                    <a:pt x="17762" y="10189"/>
                  </a:lnTo>
                  <a:lnTo>
                    <a:pt x="17717" y="10694"/>
                  </a:lnTo>
                  <a:lnTo>
                    <a:pt x="17625" y="11199"/>
                  </a:lnTo>
                  <a:lnTo>
                    <a:pt x="17533" y="11107"/>
                  </a:lnTo>
                  <a:lnTo>
                    <a:pt x="17533" y="7298"/>
                  </a:lnTo>
                  <a:close/>
                  <a:moveTo>
                    <a:pt x="1148" y="9547"/>
                  </a:moveTo>
                  <a:lnTo>
                    <a:pt x="1332" y="9730"/>
                  </a:lnTo>
                  <a:lnTo>
                    <a:pt x="1653" y="10098"/>
                  </a:lnTo>
                  <a:lnTo>
                    <a:pt x="1836" y="10373"/>
                  </a:lnTo>
                  <a:lnTo>
                    <a:pt x="1974" y="10648"/>
                  </a:lnTo>
                  <a:lnTo>
                    <a:pt x="2066" y="11016"/>
                  </a:lnTo>
                  <a:lnTo>
                    <a:pt x="2112" y="11475"/>
                  </a:lnTo>
                  <a:lnTo>
                    <a:pt x="2112" y="13402"/>
                  </a:lnTo>
                  <a:lnTo>
                    <a:pt x="1882" y="12943"/>
                  </a:lnTo>
                  <a:lnTo>
                    <a:pt x="1699" y="12484"/>
                  </a:lnTo>
                  <a:lnTo>
                    <a:pt x="1515" y="11979"/>
                  </a:lnTo>
                  <a:lnTo>
                    <a:pt x="1378" y="11520"/>
                  </a:lnTo>
                  <a:lnTo>
                    <a:pt x="1286" y="11016"/>
                  </a:lnTo>
                  <a:lnTo>
                    <a:pt x="1194" y="10511"/>
                  </a:lnTo>
                  <a:lnTo>
                    <a:pt x="1148" y="10052"/>
                  </a:lnTo>
                  <a:lnTo>
                    <a:pt x="1148" y="9547"/>
                  </a:lnTo>
                  <a:close/>
                  <a:moveTo>
                    <a:pt x="4085" y="3076"/>
                  </a:moveTo>
                  <a:lnTo>
                    <a:pt x="6839" y="5829"/>
                  </a:lnTo>
                  <a:lnTo>
                    <a:pt x="6931" y="5967"/>
                  </a:lnTo>
                  <a:lnTo>
                    <a:pt x="7023" y="6105"/>
                  </a:lnTo>
                  <a:lnTo>
                    <a:pt x="7069" y="6242"/>
                  </a:lnTo>
                  <a:lnTo>
                    <a:pt x="7069" y="6426"/>
                  </a:lnTo>
                  <a:lnTo>
                    <a:pt x="7069" y="6564"/>
                  </a:lnTo>
                  <a:lnTo>
                    <a:pt x="7023" y="6701"/>
                  </a:lnTo>
                  <a:lnTo>
                    <a:pt x="6931" y="6839"/>
                  </a:lnTo>
                  <a:lnTo>
                    <a:pt x="6839" y="6977"/>
                  </a:lnTo>
                  <a:lnTo>
                    <a:pt x="4728" y="9088"/>
                  </a:lnTo>
                  <a:lnTo>
                    <a:pt x="4544" y="9363"/>
                  </a:lnTo>
                  <a:lnTo>
                    <a:pt x="4453" y="9639"/>
                  </a:lnTo>
                  <a:lnTo>
                    <a:pt x="4453" y="9914"/>
                  </a:lnTo>
                  <a:lnTo>
                    <a:pt x="4498" y="10189"/>
                  </a:lnTo>
                  <a:lnTo>
                    <a:pt x="4682" y="10465"/>
                  </a:lnTo>
                  <a:lnTo>
                    <a:pt x="4866" y="10648"/>
                  </a:lnTo>
                  <a:lnTo>
                    <a:pt x="5141" y="10786"/>
                  </a:lnTo>
                  <a:lnTo>
                    <a:pt x="5462" y="10832"/>
                  </a:lnTo>
                  <a:lnTo>
                    <a:pt x="6747" y="10832"/>
                  </a:lnTo>
                  <a:lnTo>
                    <a:pt x="7023" y="10878"/>
                  </a:lnTo>
                  <a:lnTo>
                    <a:pt x="7344" y="10924"/>
                  </a:lnTo>
                  <a:lnTo>
                    <a:pt x="7574" y="11107"/>
                  </a:lnTo>
                  <a:lnTo>
                    <a:pt x="7849" y="11291"/>
                  </a:lnTo>
                  <a:lnTo>
                    <a:pt x="7987" y="11429"/>
                  </a:lnTo>
                  <a:lnTo>
                    <a:pt x="8216" y="11658"/>
                  </a:lnTo>
                  <a:lnTo>
                    <a:pt x="8308" y="11796"/>
                  </a:lnTo>
                  <a:lnTo>
                    <a:pt x="8354" y="11979"/>
                  </a:lnTo>
                  <a:lnTo>
                    <a:pt x="8446" y="12163"/>
                  </a:lnTo>
                  <a:lnTo>
                    <a:pt x="8446" y="12392"/>
                  </a:lnTo>
                  <a:lnTo>
                    <a:pt x="8400" y="12714"/>
                  </a:lnTo>
                  <a:lnTo>
                    <a:pt x="8262" y="12943"/>
                  </a:lnTo>
                  <a:lnTo>
                    <a:pt x="8170" y="13127"/>
                  </a:lnTo>
                  <a:lnTo>
                    <a:pt x="8078" y="13219"/>
                  </a:lnTo>
                  <a:lnTo>
                    <a:pt x="5233" y="16661"/>
                  </a:lnTo>
                  <a:lnTo>
                    <a:pt x="5049" y="16523"/>
                  </a:lnTo>
                  <a:lnTo>
                    <a:pt x="4544" y="16202"/>
                  </a:lnTo>
                  <a:lnTo>
                    <a:pt x="3948" y="15697"/>
                  </a:lnTo>
                  <a:lnTo>
                    <a:pt x="3581" y="15376"/>
                  </a:lnTo>
                  <a:lnTo>
                    <a:pt x="3213" y="15009"/>
                  </a:lnTo>
                  <a:lnTo>
                    <a:pt x="3213" y="11475"/>
                  </a:lnTo>
                  <a:lnTo>
                    <a:pt x="3213" y="11107"/>
                  </a:lnTo>
                  <a:lnTo>
                    <a:pt x="3167" y="10786"/>
                  </a:lnTo>
                  <a:lnTo>
                    <a:pt x="3076" y="10465"/>
                  </a:lnTo>
                  <a:lnTo>
                    <a:pt x="2984" y="10144"/>
                  </a:lnTo>
                  <a:lnTo>
                    <a:pt x="2800" y="9822"/>
                  </a:lnTo>
                  <a:lnTo>
                    <a:pt x="2663" y="9547"/>
                  </a:lnTo>
                  <a:lnTo>
                    <a:pt x="2433" y="9272"/>
                  </a:lnTo>
                  <a:lnTo>
                    <a:pt x="2204" y="9042"/>
                  </a:lnTo>
                  <a:lnTo>
                    <a:pt x="1240" y="8032"/>
                  </a:lnTo>
                  <a:lnTo>
                    <a:pt x="1423" y="7298"/>
                  </a:lnTo>
                  <a:lnTo>
                    <a:pt x="1653" y="6564"/>
                  </a:lnTo>
                  <a:lnTo>
                    <a:pt x="1928" y="5875"/>
                  </a:lnTo>
                  <a:lnTo>
                    <a:pt x="2250" y="5233"/>
                  </a:lnTo>
                  <a:lnTo>
                    <a:pt x="2663" y="4636"/>
                  </a:lnTo>
                  <a:lnTo>
                    <a:pt x="3076" y="4085"/>
                  </a:lnTo>
                  <a:lnTo>
                    <a:pt x="3581" y="3580"/>
                  </a:lnTo>
                  <a:lnTo>
                    <a:pt x="4085" y="3076"/>
                  </a:lnTo>
                  <a:close/>
                  <a:moveTo>
                    <a:pt x="9409" y="1148"/>
                  </a:moveTo>
                  <a:lnTo>
                    <a:pt x="10327" y="1194"/>
                  </a:lnTo>
                  <a:lnTo>
                    <a:pt x="11245" y="1331"/>
                  </a:lnTo>
                  <a:lnTo>
                    <a:pt x="12117" y="1561"/>
                  </a:lnTo>
                  <a:lnTo>
                    <a:pt x="11934" y="1882"/>
                  </a:lnTo>
                  <a:lnTo>
                    <a:pt x="11842" y="2249"/>
                  </a:lnTo>
                  <a:lnTo>
                    <a:pt x="11750" y="2617"/>
                  </a:lnTo>
                  <a:lnTo>
                    <a:pt x="11704" y="3030"/>
                  </a:lnTo>
                  <a:lnTo>
                    <a:pt x="11704" y="11107"/>
                  </a:lnTo>
                  <a:lnTo>
                    <a:pt x="11383" y="11429"/>
                  </a:lnTo>
                  <a:lnTo>
                    <a:pt x="11062" y="11796"/>
                  </a:lnTo>
                  <a:lnTo>
                    <a:pt x="10786" y="12163"/>
                  </a:lnTo>
                  <a:lnTo>
                    <a:pt x="10603" y="12576"/>
                  </a:lnTo>
                  <a:lnTo>
                    <a:pt x="10419" y="12989"/>
                  </a:lnTo>
                  <a:lnTo>
                    <a:pt x="10281" y="13402"/>
                  </a:lnTo>
                  <a:lnTo>
                    <a:pt x="10190" y="13861"/>
                  </a:lnTo>
                  <a:lnTo>
                    <a:pt x="10144" y="14274"/>
                  </a:lnTo>
                  <a:lnTo>
                    <a:pt x="10190" y="14733"/>
                  </a:lnTo>
                  <a:lnTo>
                    <a:pt x="10236" y="15192"/>
                  </a:lnTo>
                  <a:lnTo>
                    <a:pt x="10281" y="15605"/>
                  </a:lnTo>
                  <a:lnTo>
                    <a:pt x="10419" y="16018"/>
                  </a:lnTo>
                  <a:lnTo>
                    <a:pt x="10603" y="16477"/>
                  </a:lnTo>
                  <a:lnTo>
                    <a:pt x="10832" y="16844"/>
                  </a:lnTo>
                  <a:lnTo>
                    <a:pt x="11108" y="17212"/>
                  </a:lnTo>
                  <a:lnTo>
                    <a:pt x="11429" y="17579"/>
                  </a:lnTo>
                  <a:lnTo>
                    <a:pt x="10786" y="17716"/>
                  </a:lnTo>
                  <a:lnTo>
                    <a:pt x="10144" y="17762"/>
                  </a:lnTo>
                  <a:lnTo>
                    <a:pt x="9501" y="17808"/>
                  </a:lnTo>
                  <a:lnTo>
                    <a:pt x="8859" y="17808"/>
                  </a:lnTo>
                  <a:lnTo>
                    <a:pt x="8216" y="17716"/>
                  </a:lnTo>
                  <a:lnTo>
                    <a:pt x="7574" y="17579"/>
                  </a:lnTo>
                  <a:lnTo>
                    <a:pt x="6931" y="17395"/>
                  </a:lnTo>
                  <a:lnTo>
                    <a:pt x="6288" y="17166"/>
                  </a:lnTo>
                  <a:lnTo>
                    <a:pt x="8905" y="13953"/>
                  </a:lnTo>
                  <a:lnTo>
                    <a:pt x="9226" y="13586"/>
                  </a:lnTo>
                  <a:lnTo>
                    <a:pt x="9409" y="13219"/>
                  </a:lnTo>
                  <a:lnTo>
                    <a:pt x="9547" y="12806"/>
                  </a:lnTo>
                  <a:lnTo>
                    <a:pt x="9593" y="12392"/>
                  </a:lnTo>
                  <a:lnTo>
                    <a:pt x="9547" y="11933"/>
                  </a:lnTo>
                  <a:lnTo>
                    <a:pt x="9409" y="11520"/>
                  </a:lnTo>
                  <a:lnTo>
                    <a:pt x="9226" y="11153"/>
                  </a:lnTo>
                  <a:lnTo>
                    <a:pt x="8950" y="10786"/>
                  </a:lnTo>
                  <a:lnTo>
                    <a:pt x="8721" y="10557"/>
                  </a:lnTo>
                  <a:lnTo>
                    <a:pt x="8537" y="10373"/>
                  </a:lnTo>
                  <a:lnTo>
                    <a:pt x="8308" y="10189"/>
                  </a:lnTo>
                  <a:lnTo>
                    <a:pt x="7987" y="10006"/>
                  </a:lnTo>
                  <a:lnTo>
                    <a:pt x="7619" y="9868"/>
                  </a:lnTo>
                  <a:lnTo>
                    <a:pt x="7206" y="9730"/>
                  </a:lnTo>
                  <a:lnTo>
                    <a:pt x="5738" y="9730"/>
                  </a:lnTo>
                  <a:lnTo>
                    <a:pt x="7665" y="7803"/>
                  </a:lnTo>
                  <a:lnTo>
                    <a:pt x="7895" y="7482"/>
                  </a:lnTo>
                  <a:lnTo>
                    <a:pt x="8078" y="7160"/>
                  </a:lnTo>
                  <a:lnTo>
                    <a:pt x="8170" y="6793"/>
                  </a:lnTo>
                  <a:lnTo>
                    <a:pt x="8216" y="6426"/>
                  </a:lnTo>
                  <a:lnTo>
                    <a:pt x="8170" y="6059"/>
                  </a:lnTo>
                  <a:lnTo>
                    <a:pt x="8078" y="5692"/>
                  </a:lnTo>
                  <a:lnTo>
                    <a:pt x="7895" y="5370"/>
                  </a:lnTo>
                  <a:lnTo>
                    <a:pt x="7665" y="5049"/>
                  </a:lnTo>
                  <a:lnTo>
                    <a:pt x="5003" y="2433"/>
                  </a:lnTo>
                  <a:lnTo>
                    <a:pt x="5829" y="1974"/>
                  </a:lnTo>
                  <a:lnTo>
                    <a:pt x="6701" y="1607"/>
                  </a:lnTo>
                  <a:lnTo>
                    <a:pt x="7619" y="1331"/>
                  </a:lnTo>
                  <a:lnTo>
                    <a:pt x="8491" y="1194"/>
                  </a:lnTo>
                  <a:lnTo>
                    <a:pt x="9409" y="1148"/>
                  </a:lnTo>
                  <a:close/>
                  <a:moveTo>
                    <a:pt x="14733" y="1194"/>
                  </a:moveTo>
                  <a:lnTo>
                    <a:pt x="15101" y="1286"/>
                  </a:lnTo>
                  <a:lnTo>
                    <a:pt x="15468" y="1423"/>
                  </a:lnTo>
                  <a:lnTo>
                    <a:pt x="15789" y="1653"/>
                  </a:lnTo>
                  <a:lnTo>
                    <a:pt x="16064" y="1882"/>
                  </a:lnTo>
                  <a:lnTo>
                    <a:pt x="16248" y="2249"/>
                  </a:lnTo>
                  <a:lnTo>
                    <a:pt x="16386" y="2571"/>
                  </a:lnTo>
                  <a:lnTo>
                    <a:pt x="16431" y="2984"/>
                  </a:lnTo>
                  <a:lnTo>
                    <a:pt x="16431" y="11383"/>
                  </a:lnTo>
                  <a:lnTo>
                    <a:pt x="16431" y="11520"/>
                  </a:lnTo>
                  <a:lnTo>
                    <a:pt x="16477" y="11612"/>
                  </a:lnTo>
                  <a:lnTo>
                    <a:pt x="16523" y="11750"/>
                  </a:lnTo>
                  <a:lnTo>
                    <a:pt x="16661" y="11842"/>
                  </a:lnTo>
                  <a:lnTo>
                    <a:pt x="16936" y="12071"/>
                  </a:lnTo>
                  <a:lnTo>
                    <a:pt x="17212" y="12347"/>
                  </a:lnTo>
                  <a:lnTo>
                    <a:pt x="17441" y="12668"/>
                  </a:lnTo>
                  <a:lnTo>
                    <a:pt x="17625" y="12989"/>
                  </a:lnTo>
                  <a:lnTo>
                    <a:pt x="17762" y="13356"/>
                  </a:lnTo>
                  <a:lnTo>
                    <a:pt x="17900" y="13723"/>
                  </a:lnTo>
                  <a:lnTo>
                    <a:pt x="17946" y="14091"/>
                  </a:lnTo>
                  <a:lnTo>
                    <a:pt x="17992" y="14504"/>
                  </a:lnTo>
                  <a:lnTo>
                    <a:pt x="17946" y="15009"/>
                  </a:lnTo>
                  <a:lnTo>
                    <a:pt x="17854" y="15467"/>
                  </a:lnTo>
                  <a:lnTo>
                    <a:pt x="17671" y="15926"/>
                  </a:lnTo>
                  <a:lnTo>
                    <a:pt x="17441" y="16340"/>
                  </a:lnTo>
                  <a:lnTo>
                    <a:pt x="17166" y="16661"/>
                  </a:lnTo>
                  <a:lnTo>
                    <a:pt x="16845" y="16982"/>
                  </a:lnTo>
                  <a:lnTo>
                    <a:pt x="16523" y="17257"/>
                  </a:lnTo>
                  <a:lnTo>
                    <a:pt x="16110" y="17487"/>
                  </a:lnTo>
                  <a:lnTo>
                    <a:pt x="15697" y="17670"/>
                  </a:lnTo>
                  <a:lnTo>
                    <a:pt x="15284" y="17808"/>
                  </a:lnTo>
                  <a:lnTo>
                    <a:pt x="14825" y="17854"/>
                  </a:lnTo>
                  <a:lnTo>
                    <a:pt x="14412" y="17854"/>
                  </a:lnTo>
                  <a:lnTo>
                    <a:pt x="13953" y="17808"/>
                  </a:lnTo>
                  <a:lnTo>
                    <a:pt x="13494" y="17670"/>
                  </a:lnTo>
                  <a:lnTo>
                    <a:pt x="13081" y="17487"/>
                  </a:lnTo>
                  <a:lnTo>
                    <a:pt x="12622" y="17212"/>
                  </a:lnTo>
                  <a:lnTo>
                    <a:pt x="12347" y="16936"/>
                  </a:lnTo>
                  <a:lnTo>
                    <a:pt x="12071" y="16661"/>
                  </a:lnTo>
                  <a:lnTo>
                    <a:pt x="11796" y="16340"/>
                  </a:lnTo>
                  <a:lnTo>
                    <a:pt x="11612" y="16018"/>
                  </a:lnTo>
                  <a:lnTo>
                    <a:pt x="11475" y="15651"/>
                  </a:lnTo>
                  <a:lnTo>
                    <a:pt x="11383" y="15284"/>
                  </a:lnTo>
                  <a:lnTo>
                    <a:pt x="11291" y="14917"/>
                  </a:lnTo>
                  <a:lnTo>
                    <a:pt x="11291" y="14550"/>
                  </a:lnTo>
                  <a:lnTo>
                    <a:pt x="11291" y="14136"/>
                  </a:lnTo>
                  <a:lnTo>
                    <a:pt x="11337" y="13769"/>
                  </a:lnTo>
                  <a:lnTo>
                    <a:pt x="11475" y="13402"/>
                  </a:lnTo>
                  <a:lnTo>
                    <a:pt x="11612" y="13035"/>
                  </a:lnTo>
                  <a:lnTo>
                    <a:pt x="11796" y="12714"/>
                  </a:lnTo>
                  <a:lnTo>
                    <a:pt x="12025" y="12392"/>
                  </a:lnTo>
                  <a:lnTo>
                    <a:pt x="12301" y="12117"/>
                  </a:lnTo>
                  <a:lnTo>
                    <a:pt x="12622" y="11842"/>
                  </a:lnTo>
                  <a:lnTo>
                    <a:pt x="12714" y="11750"/>
                  </a:lnTo>
                  <a:lnTo>
                    <a:pt x="12760" y="11612"/>
                  </a:lnTo>
                  <a:lnTo>
                    <a:pt x="12806" y="11520"/>
                  </a:lnTo>
                  <a:lnTo>
                    <a:pt x="12852" y="11383"/>
                  </a:lnTo>
                  <a:lnTo>
                    <a:pt x="12852" y="2984"/>
                  </a:lnTo>
                  <a:lnTo>
                    <a:pt x="12852" y="2662"/>
                  </a:lnTo>
                  <a:lnTo>
                    <a:pt x="12943" y="2387"/>
                  </a:lnTo>
                  <a:lnTo>
                    <a:pt x="13081" y="2112"/>
                  </a:lnTo>
                  <a:lnTo>
                    <a:pt x="13265" y="1836"/>
                  </a:lnTo>
                  <a:lnTo>
                    <a:pt x="13494" y="1607"/>
                  </a:lnTo>
                  <a:lnTo>
                    <a:pt x="13724" y="1423"/>
                  </a:lnTo>
                  <a:lnTo>
                    <a:pt x="13999" y="1286"/>
                  </a:lnTo>
                  <a:lnTo>
                    <a:pt x="14320" y="1240"/>
                  </a:lnTo>
                  <a:lnTo>
                    <a:pt x="14733" y="1194"/>
                  </a:lnTo>
                  <a:close/>
                  <a:moveTo>
                    <a:pt x="8859" y="1"/>
                  </a:moveTo>
                  <a:lnTo>
                    <a:pt x="8308" y="92"/>
                  </a:lnTo>
                  <a:lnTo>
                    <a:pt x="7757" y="184"/>
                  </a:lnTo>
                  <a:lnTo>
                    <a:pt x="7206" y="276"/>
                  </a:lnTo>
                  <a:lnTo>
                    <a:pt x="6656" y="459"/>
                  </a:lnTo>
                  <a:lnTo>
                    <a:pt x="6105" y="643"/>
                  </a:lnTo>
                  <a:lnTo>
                    <a:pt x="5600" y="827"/>
                  </a:lnTo>
                  <a:lnTo>
                    <a:pt x="5095" y="1102"/>
                  </a:lnTo>
                  <a:lnTo>
                    <a:pt x="4636" y="1377"/>
                  </a:lnTo>
                  <a:lnTo>
                    <a:pt x="4131" y="1653"/>
                  </a:lnTo>
                  <a:lnTo>
                    <a:pt x="3718" y="1974"/>
                  </a:lnTo>
                  <a:lnTo>
                    <a:pt x="3259" y="2341"/>
                  </a:lnTo>
                  <a:lnTo>
                    <a:pt x="2846" y="2708"/>
                  </a:lnTo>
                  <a:lnTo>
                    <a:pt x="2479" y="3121"/>
                  </a:lnTo>
                  <a:lnTo>
                    <a:pt x="2112" y="3535"/>
                  </a:lnTo>
                  <a:lnTo>
                    <a:pt x="1745" y="3993"/>
                  </a:lnTo>
                  <a:lnTo>
                    <a:pt x="1423" y="4452"/>
                  </a:lnTo>
                  <a:lnTo>
                    <a:pt x="1148" y="4957"/>
                  </a:lnTo>
                  <a:lnTo>
                    <a:pt x="919" y="5462"/>
                  </a:lnTo>
                  <a:lnTo>
                    <a:pt x="689" y="5967"/>
                  </a:lnTo>
                  <a:lnTo>
                    <a:pt x="460" y="6518"/>
                  </a:lnTo>
                  <a:lnTo>
                    <a:pt x="322" y="7068"/>
                  </a:lnTo>
                  <a:lnTo>
                    <a:pt x="184" y="7665"/>
                  </a:lnTo>
                  <a:lnTo>
                    <a:pt x="92" y="8262"/>
                  </a:lnTo>
                  <a:lnTo>
                    <a:pt x="47" y="8858"/>
                  </a:lnTo>
                  <a:lnTo>
                    <a:pt x="1" y="9455"/>
                  </a:lnTo>
                  <a:lnTo>
                    <a:pt x="47" y="10052"/>
                  </a:lnTo>
                  <a:lnTo>
                    <a:pt x="92" y="10648"/>
                  </a:lnTo>
                  <a:lnTo>
                    <a:pt x="184" y="11245"/>
                  </a:lnTo>
                  <a:lnTo>
                    <a:pt x="276" y="11796"/>
                  </a:lnTo>
                  <a:lnTo>
                    <a:pt x="460" y="12347"/>
                  </a:lnTo>
                  <a:lnTo>
                    <a:pt x="643" y="12897"/>
                  </a:lnTo>
                  <a:lnTo>
                    <a:pt x="873" y="13402"/>
                  </a:lnTo>
                  <a:lnTo>
                    <a:pt x="1102" y="13907"/>
                  </a:lnTo>
                  <a:lnTo>
                    <a:pt x="1378" y="14366"/>
                  </a:lnTo>
                  <a:lnTo>
                    <a:pt x="1699" y="14825"/>
                  </a:lnTo>
                  <a:lnTo>
                    <a:pt x="2020" y="15284"/>
                  </a:lnTo>
                  <a:lnTo>
                    <a:pt x="2341" y="15697"/>
                  </a:lnTo>
                  <a:lnTo>
                    <a:pt x="2709" y="16110"/>
                  </a:lnTo>
                  <a:lnTo>
                    <a:pt x="3122" y="16477"/>
                  </a:lnTo>
                  <a:lnTo>
                    <a:pt x="3535" y="16844"/>
                  </a:lnTo>
                  <a:lnTo>
                    <a:pt x="3994" y="17166"/>
                  </a:lnTo>
                  <a:lnTo>
                    <a:pt x="4407" y="17487"/>
                  </a:lnTo>
                  <a:lnTo>
                    <a:pt x="4912" y="17762"/>
                  </a:lnTo>
                  <a:lnTo>
                    <a:pt x="5371" y="17992"/>
                  </a:lnTo>
                  <a:lnTo>
                    <a:pt x="5875" y="18221"/>
                  </a:lnTo>
                  <a:lnTo>
                    <a:pt x="6380" y="18405"/>
                  </a:lnTo>
                  <a:lnTo>
                    <a:pt x="6931" y="18588"/>
                  </a:lnTo>
                  <a:lnTo>
                    <a:pt x="7436" y="18726"/>
                  </a:lnTo>
                  <a:lnTo>
                    <a:pt x="7987" y="18818"/>
                  </a:lnTo>
                  <a:lnTo>
                    <a:pt x="8537" y="18910"/>
                  </a:lnTo>
                  <a:lnTo>
                    <a:pt x="9088" y="18956"/>
                  </a:lnTo>
                  <a:lnTo>
                    <a:pt x="9685" y="18956"/>
                  </a:lnTo>
                  <a:lnTo>
                    <a:pt x="10236" y="18910"/>
                  </a:lnTo>
                  <a:lnTo>
                    <a:pt x="10786" y="18864"/>
                  </a:lnTo>
                  <a:lnTo>
                    <a:pt x="11383" y="18726"/>
                  </a:lnTo>
                  <a:lnTo>
                    <a:pt x="11934" y="18588"/>
                  </a:lnTo>
                  <a:lnTo>
                    <a:pt x="12530" y="18451"/>
                  </a:lnTo>
                  <a:lnTo>
                    <a:pt x="13081" y="18680"/>
                  </a:lnTo>
                  <a:lnTo>
                    <a:pt x="13632" y="18864"/>
                  </a:lnTo>
                  <a:lnTo>
                    <a:pt x="14228" y="18956"/>
                  </a:lnTo>
                  <a:lnTo>
                    <a:pt x="14779" y="18956"/>
                  </a:lnTo>
                  <a:lnTo>
                    <a:pt x="15330" y="18910"/>
                  </a:lnTo>
                  <a:lnTo>
                    <a:pt x="15881" y="18772"/>
                  </a:lnTo>
                  <a:lnTo>
                    <a:pt x="16431" y="18588"/>
                  </a:lnTo>
                  <a:lnTo>
                    <a:pt x="16890" y="18313"/>
                  </a:lnTo>
                  <a:lnTo>
                    <a:pt x="17349" y="17992"/>
                  </a:lnTo>
                  <a:lnTo>
                    <a:pt x="17762" y="17625"/>
                  </a:lnTo>
                  <a:lnTo>
                    <a:pt x="18176" y="17212"/>
                  </a:lnTo>
                  <a:lnTo>
                    <a:pt x="18497" y="16753"/>
                  </a:lnTo>
                  <a:lnTo>
                    <a:pt x="18726" y="16248"/>
                  </a:lnTo>
                  <a:lnTo>
                    <a:pt x="18910" y="15697"/>
                  </a:lnTo>
                  <a:lnTo>
                    <a:pt x="19048" y="15100"/>
                  </a:lnTo>
                  <a:lnTo>
                    <a:pt x="19093" y="14504"/>
                  </a:lnTo>
                  <a:lnTo>
                    <a:pt x="19048" y="13907"/>
                  </a:lnTo>
                  <a:lnTo>
                    <a:pt x="18956" y="13356"/>
                  </a:lnTo>
                  <a:lnTo>
                    <a:pt x="18772" y="12806"/>
                  </a:lnTo>
                  <a:lnTo>
                    <a:pt x="18497" y="12301"/>
                  </a:lnTo>
                  <a:lnTo>
                    <a:pt x="18772" y="11337"/>
                  </a:lnTo>
                  <a:lnTo>
                    <a:pt x="18910" y="10373"/>
                  </a:lnTo>
                  <a:lnTo>
                    <a:pt x="18956" y="9363"/>
                  </a:lnTo>
                  <a:lnTo>
                    <a:pt x="18864" y="8354"/>
                  </a:lnTo>
                  <a:lnTo>
                    <a:pt x="18680" y="7344"/>
                  </a:lnTo>
                  <a:lnTo>
                    <a:pt x="18589" y="6885"/>
                  </a:lnTo>
                  <a:lnTo>
                    <a:pt x="18405" y="6380"/>
                  </a:lnTo>
                  <a:lnTo>
                    <a:pt x="18221" y="5921"/>
                  </a:lnTo>
                  <a:lnTo>
                    <a:pt x="18038" y="5416"/>
                  </a:lnTo>
                  <a:lnTo>
                    <a:pt x="17808" y="4957"/>
                  </a:lnTo>
                  <a:lnTo>
                    <a:pt x="17533" y="4498"/>
                  </a:lnTo>
                  <a:lnTo>
                    <a:pt x="17533" y="3030"/>
                  </a:lnTo>
                  <a:lnTo>
                    <a:pt x="17487" y="2571"/>
                  </a:lnTo>
                  <a:lnTo>
                    <a:pt x="17395" y="2158"/>
                  </a:lnTo>
                  <a:lnTo>
                    <a:pt x="17258" y="1790"/>
                  </a:lnTo>
                  <a:lnTo>
                    <a:pt x="17074" y="1469"/>
                  </a:lnTo>
                  <a:lnTo>
                    <a:pt x="16845" y="1148"/>
                  </a:lnTo>
                  <a:lnTo>
                    <a:pt x="16569" y="873"/>
                  </a:lnTo>
                  <a:lnTo>
                    <a:pt x="16294" y="643"/>
                  </a:lnTo>
                  <a:lnTo>
                    <a:pt x="15927" y="414"/>
                  </a:lnTo>
                  <a:lnTo>
                    <a:pt x="15605" y="276"/>
                  </a:lnTo>
                  <a:lnTo>
                    <a:pt x="15238" y="184"/>
                  </a:lnTo>
                  <a:lnTo>
                    <a:pt x="14825" y="138"/>
                  </a:lnTo>
                  <a:lnTo>
                    <a:pt x="14458" y="92"/>
                  </a:lnTo>
                  <a:lnTo>
                    <a:pt x="14045" y="184"/>
                  </a:lnTo>
                  <a:lnTo>
                    <a:pt x="13678" y="276"/>
                  </a:lnTo>
                  <a:lnTo>
                    <a:pt x="13311" y="414"/>
                  </a:lnTo>
                  <a:lnTo>
                    <a:pt x="12943" y="643"/>
                  </a:lnTo>
                  <a:lnTo>
                    <a:pt x="12347" y="459"/>
                  </a:lnTo>
                  <a:lnTo>
                    <a:pt x="11750" y="276"/>
                  </a:lnTo>
                  <a:lnTo>
                    <a:pt x="11199" y="138"/>
                  </a:lnTo>
                  <a:lnTo>
                    <a:pt x="10603" y="46"/>
                  </a:lnTo>
                  <a:lnTo>
                    <a:pt x="10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1"/>
            <p:cNvSpPr/>
            <p:nvPr/>
          </p:nvSpPr>
          <p:spPr>
            <a:xfrm>
              <a:off x="5641316" y="2883693"/>
              <a:ext cx="87653" cy="308269"/>
            </a:xfrm>
            <a:custGeom>
              <a:rect b="b" l="l" r="r" t="t"/>
              <a:pathLst>
                <a:path extrusionOk="0" h="13403" w="3811">
                  <a:moveTo>
                    <a:pt x="2066" y="10741"/>
                  </a:moveTo>
                  <a:lnTo>
                    <a:pt x="2250" y="10786"/>
                  </a:lnTo>
                  <a:lnTo>
                    <a:pt x="2342" y="10878"/>
                  </a:lnTo>
                  <a:lnTo>
                    <a:pt x="2479" y="10970"/>
                  </a:lnTo>
                  <a:lnTo>
                    <a:pt x="2571" y="11062"/>
                  </a:lnTo>
                  <a:lnTo>
                    <a:pt x="2617" y="11199"/>
                  </a:lnTo>
                  <a:lnTo>
                    <a:pt x="2663" y="11337"/>
                  </a:lnTo>
                  <a:lnTo>
                    <a:pt x="2709" y="11521"/>
                  </a:lnTo>
                  <a:lnTo>
                    <a:pt x="2663" y="11658"/>
                  </a:lnTo>
                  <a:lnTo>
                    <a:pt x="2617" y="11796"/>
                  </a:lnTo>
                  <a:lnTo>
                    <a:pt x="2571" y="11934"/>
                  </a:lnTo>
                  <a:lnTo>
                    <a:pt x="2479" y="12026"/>
                  </a:lnTo>
                  <a:lnTo>
                    <a:pt x="2342" y="12163"/>
                  </a:lnTo>
                  <a:lnTo>
                    <a:pt x="2204" y="12209"/>
                  </a:lnTo>
                  <a:lnTo>
                    <a:pt x="2066" y="12255"/>
                  </a:lnTo>
                  <a:lnTo>
                    <a:pt x="1745" y="12255"/>
                  </a:lnTo>
                  <a:lnTo>
                    <a:pt x="1607" y="12209"/>
                  </a:lnTo>
                  <a:lnTo>
                    <a:pt x="1470" y="12163"/>
                  </a:lnTo>
                  <a:lnTo>
                    <a:pt x="1378" y="12026"/>
                  </a:lnTo>
                  <a:lnTo>
                    <a:pt x="1286" y="11934"/>
                  </a:lnTo>
                  <a:lnTo>
                    <a:pt x="1194" y="11796"/>
                  </a:lnTo>
                  <a:lnTo>
                    <a:pt x="1148" y="11658"/>
                  </a:lnTo>
                  <a:lnTo>
                    <a:pt x="1148" y="11521"/>
                  </a:lnTo>
                  <a:lnTo>
                    <a:pt x="1148" y="11337"/>
                  </a:lnTo>
                  <a:lnTo>
                    <a:pt x="1194" y="11199"/>
                  </a:lnTo>
                  <a:lnTo>
                    <a:pt x="1286" y="11062"/>
                  </a:lnTo>
                  <a:lnTo>
                    <a:pt x="1378" y="10970"/>
                  </a:lnTo>
                  <a:lnTo>
                    <a:pt x="1470" y="10878"/>
                  </a:lnTo>
                  <a:lnTo>
                    <a:pt x="1607" y="10786"/>
                  </a:lnTo>
                  <a:lnTo>
                    <a:pt x="1745" y="10741"/>
                  </a:lnTo>
                  <a:close/>
                  <a:moveTo>
                    <a:pt x="1837" y="1"/>
                  </a:moveTo>
                  <a:lnTo>
                    <a:pt x="1653" y="47"/>
                  </a:lnTo>
                  <a:lnTo>
                    <a:pt x="1470" y="184"/>
                  </a:lnTo>
                  <a:lnTo>
                    <a:pt x="1378" y="368"/>
                  </a:lnTo>
                  <a:lnTo>
                    <a:pt x="1332" y="552"/>
                  </a:lnTo>
                  <a:lnTo>
                    <a:pt x="1332" y="9685"/>
                  </a:lnTo>
                  <a:lnTo>
                    <a:pt x="1057" y="9823"/>
                  </a:lnTo>
                  <a:lnTo>
                    <a:pt x="827" y="9960"/>
                  </a:lnTo>
                  <a:lnTo>
                    <a:pt x="598" y="10144"/>
                  </a:lnTo>
                  <a:lnTo>
                    <a:pt x="414" y="10373"/>
                  </a:lnTo>
                  <a:lnTo>
                    <a:pt x="230" y="10603"/>
                  </a:lnTo>
                  <a:lnTo>
                    <a:pt x="139" y="10878"/>
                  </a:lnTo>
                  <a:lnTo>
                    <a:pt x="47" y="11199"/>
                  </a:lnTo>
                  <a:lnTo>
                    <a:pt x="1" y="11521"/>
                  </a:lnTo>
                  <a:lnTo>
                    <a:pt x="47" y="11888"/>
                  </a:lnTo>
                  <a:lnTo>
                    <a:pt x="184" y="12255"/>
                  </a:lnTo>
                  <a:lnTo>
                    <a:pt x="322" y="12576"/>
                  </a:lnTo>
                  <a:lnTo>
                    <a:pt x="598" y="12852"/>
                  </a:lnTo>
                  <a:lnTo>
                    <a:pt x="873" y="13081"/>
                  </a:lnTo>
                  <a:lnTo>
                    <a:pt x="1194" y="13265"/>
                  </a:lnTo>
                  <a:lnTo>
                    <a:pt x="1515" y="13357"/>
                  </a:lnTo>
                  <a:lnTo>
                    <a:pt x="1929" y="13403"/>
                  </a:lnTo>
                  <a:lnTo>
                    <a:pt x="2296" y="13357"/>
                  </a:lnTo>
                  <a:lnTo>
                    <a:pt x="2663" y="13265"/>
                  </a:lnTo>
                  <a:lnTo>
                    <a:pt x="2984" y="13081"/>
                  </a:lnTo>
                  <a:lnTo>
                    <a:pt x="3260" y="12852"/>
                  </a:lnTo>
                  <a:lnTo>
                    <a:pt x="3489" y="12576"/>
                  </a:lnTo>
                  <a:lnTo>
                    <a:pt x="3673" y="12255"/>
                  </a:lnTo>
                  <a:lnTo>
                    <a:pt x="3764" y="11888"/>
                  </a:lnTo>
                  <a:lnTo>
                    <a:pt x="3810" y="11521"/>
                  </a:lnTo>
                  <a:lnTo>
                    <a:pt x="3764" y="11199"/>
                  </a:lnTo>
                  <a:lnTo>
                    <a:pt x="3718" y="10924"/>
                  </a:lnTo>
                  <a:lnTo>
                    <a:pt x="3581" y="10649"/>
                  </a:lnTo>
                  <a:lnTo>
                    <a:pt x="3443" y="10373"/>
                  </a:lnTo>
                  <a:lnTo>
                    <a:pt x="3260" y="10144"/>
                  </a:lnTo>
                  <a:lnTo>
                    <a:pt x="3030" y="9960"/>
                  </a:lnTo>
                  <a:lnTo>
                    <a:pt x="2755" y="9823"/>
                  </a:lnTo>
                  <a:lnTo>
                    <a:pt x="2479" y="9685"/>
                  </a:lnTo>
                  <a:lnTo>
                    <a:pt x="2479" y="460"/>
                  </a:lnTo>
                  <a:lnTo>
                    <a:pt x="2388" y="276"/>
                  </a:lnTo>
                  <a:lnTo>
                    <a:pt x="2250" y="93"/>
                  </a:lnTo>
                  <a:lnTo>
                    <a:pt x="20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51"/>
          <p:cNvGrpSpPr/>
          <p:nvPr/>
        </p:nvGrpSpPr>
        <p:grpSpPr>
          <a:xfrm>
            <a:off x="2513113" y="2143809"/>
            <a:ext cx="356822" cy="438104"/>
            <a:chOff x="6132182" y="2815084"/>
            <a:chExt cx="356822" cy="438104"/>
          </a:xfrm>
        </p:grpSpPr>
        <p:sp>
          <p:nvSpPr>
            <p:cNvPr id="601" name="Google Shape;601;p51"/>
            <p:cNvSpPr/>
            <p:nvPr/>
          </p:nvSpPr>
          <p:spPr>
            <a:xfrm>
              <a:off x="6132182" y="2815084"/>
              <a:ext cx="356822" cy="438104"/>
            </a:xfrm>
            <a:custGeom>
              <a:rect b="b" l="l" r="r" t="t"/>
              <a:pathLst>
                <a:path extrusionOk="0" h="19048" w="15514">
                  <a:moveTo>
                    <a:pt x="13907" y="1102"/>
                  </a:moveTo>
                  <a:lnTo>
                    <a:pt x="14045" y="1148"/>
                  </a:lnTo>
                  <a:lnTo>
                    <a:pt x="14228" y="1240"/>
                  </a:lnTo>
                  <a:lnTo>
                    <a:pt x="14320" y="1332"/>
                  </a:lnTo>
                  <a:lnTo>
                    <a:pt x="14412" y="1515"/>
                  </a:lnTo>
                  <a:lnTo>
                    <a:pt x="14366" y="1745"/>
                  </a:lnTo>
                  <a:lnTo>
                    <a:pt x="14274" y="1928"/>
                  </a:lnTo>
                  <a:lnTo>
                    <a:pt x="14091" y="2066"/>
                  </a:lnTo>
                  <a:lnTo>
                    <a:pt x="13907" y="2112"/>
                  </a:lnTo>
                  <a:lnTo>
                    <a:pt x="1607" y="2112"/>
                  </a:lnTo>
                  <a:lnTo>
                    <a:pt x="1378" y="2066"/>
                  </a:lnTo>
                  <a:lnTo>
                    <a:pt x="1240" y="1928"/>
                  </a:lnTo>
                  <a:lnTo>
                    <a:pt x="1148" y="1745"/>
                  </a:lnTo>
                  <a:lnTo>
                    <a:pt x="1102" y="1515"/>
                  </a:lnTo>
                  <a:lnTo>
                    <a:pt x="1194" y="1332"/>
                  </a:lnTo>
                  <a:lnTo>
                    <a:pt x="1286" y="1240"/>
                  </a:lnTo>
                  <a:lnTo>
                    <a:pt x="1423" y="1148"/>
                  </a:lnTo>
                  <a:lnTo>
                    <a:pt x="1607" y="1102"/>
                  </a:lnTo>
                  <a:close/>
                  <a:moveTo>
                    <a:pt x="12897" y="3213"/>
                  </a:moveTo>
                  <a:lnTo>
                    <a:pt x="12897" y="4911"/>
                  </a:lnTo>
                  <a:lnTo>
                    <a:pt x="2617" y="4911"/>
                  </a:lnTo>
                  <a:lnTo>
                    <a:pt x="2617" y="3213"/>
                  </a:lnTo>
                  <a:close/>
                  <a:moveTo>
                    <a:pt x="12897" y="6059"/>
                  </a:moveTo>
                  <a:lnTo>
                    <a:pt x="12897" y="12852"/>
                  </a:lnTo>
                  <a:lnTo>
                    <a:pt x="2617" y="12852"/>
                  </a:lnTo>
                  <a:lnTo>
                    <a:pt x="2617" y="6059"/>
                  </a:lnTo>
                  <a:close/>
                  <a:moveTo>
                    <a:pt x="12897" y="13999"/>
                  </a:moveTo>
                  <a:lnTo>
                    <a:pt x="12897" y="15789"/>
                  </a:lnTo>
                  <a:lnTo>
                    <a:pt x="2617" y="15789"/>
                  </a:lnTo>
                  <a:lnTo>
                    <a:pt x="2617" y="13999"/>
                  </a:lnTo>
                  <a:close/>
                  <a:moveTo>
                    <a:pt x="13907" y="16890"/>
                  </a:moveTo>
                  <a:lnTo>
                    <a:pt x="14045" y="16936"/>
                  </a:lnTo>
                  <a:lnTo>
                    <a:pt x="14228" y="17028"/>
                  </a:lnTo>
                  <a:lnTo>
                    <a:pt x="14320" y="17166"/>
                  </a:lnTo>
                  <a:lnTo>
                    <a:pt x="14412" y="17303"/>
                  </a:lnTo>
                  <a:lnTo>
                    <a:pt x="14366" y="17533"/>
                  </a:lnTo>
                  <a:lnTo>
                    <a:pt x="14274" y="17716"/>
                  </a:lnTo>
                  <a:lnTo>
                    <a:pt x="14091" y="17854"/>
                  </a:lnTo>
                  <a:lnTo>
                    <a:pt x="13907" y="17900"/>
                  </a:lnTo>
                  <a:lnTo>
                    <a:pt x="1607" y="17900"/>
                  </a:lnTo>
                  <a:lnTo>
                    <a:pt x="1423" y="17854"/>
                  </a:lnTo>
                  <a:lnTo>
                    <a:pt x="1286" y="17808"/>
                  </a:lnTo>
                  <a:lnTo>
                    <a:pt x="1194" y="17671"/>
                  </a:lnTo>
                  <a:lnTo>
                    <a:pt x="1102" y="17487"/>
                  </a:lnTo>
                  <a:lnTo>
                    <a:pt x="1148" y="17258"/>
                  </a:lnTo>
                  <a:lnTo>
                    <a:pt x="1240" y="17074"/>
                  </a:lnTo>
                  <a:lnTo>
                    <a:pt x="1378" y="16936"/>
                  </a:lnTo>
                  <a:lnTo>
                    <a:pt x="1607" y="16890"/>
                  </a:lnTo>
                  <a:close/>
                  <a:moveTo>
                    <a:pt x="1332" y="1"/>
                  </a:moveTo>
                  <a:lnTo>
                    <a:pt x="1056" y="92"/>
                  </a:lnTo>
                  <a:lnTo>
                    <a:pt x="781" y="230"/>
                  </a:lnTo>
                  <a:lnTo>
                    <a:pt x="506" y="414"/>
                  </a:lnTo>
                  <a:lnTo>
                    <a:pt x="322" y="643"/>
                  </a:lnTo>
                  <a:lnTo>
                    <a:pt x="184" y="919"/>
                  </a:lnTo>
                  <a:lnTo>
                    <a:pt x="47" y="1194"/>
                  </a:lnTo>
                  <a:lnTo>
                    <a:pt x="1" y="1515"/>
                  </a:lnTo>
                  <a:lnTo>
                    <a:pt x="1" y="1836"/>
                  </a:lnTo>
                  <a:lnTo>
                    <a:pt x="92" y="2158"/>
                  </a:lnTo>
                  <a:lnTo>
                    <a:pt x="230" y="2433"/>
                  </a:lnTo>
                  <a:lnTo>
                    <a:pt x="414" y="2708"/>
                  </a:lnTo>
                  <a:lnTo>
                    <a:pt x="597" y="2892"/>
                  </a:lnTo>
                  <a:lnTo>
                    <a:pt x="873" y="3076"/>
                  </a:lnTo>
                  <a:lnTo>
                    <a:pt x="1148" y="3213"/>
                  </a:lnTo>
                  <a:lnTo>
                    <a:pt x="1469" y="3259"/>
                  </a:lnTo>
                  <a:lnTo>
                    <a:pt x="1469" y="15789"/>
                  </a:lnTo>
                  <a:lnTo>
                    <a:pt x="1148" y="15835"/>
                  </a:lnTo>
                  <a:lnTo>
                    <a:pt x="873" y="15972"/>
                  </a:lnTo>
                  <a:lnTo>
                    <a:pt x="597" y="16156"/>
                  </a:lnTo>
                  <a:lnTo>
                    <a:pt x="414" y="16340"/>
                  </a:lnTo>
                  <a:lnTo>
                    <a:pt x="230" y="16615"/>
                  </a:lnTo>
                  <a:lnTo>
                    <a:pt x="92" y="16890"/>
                  </a:lnTo>
                  <a:lnTo>
                    <a:pt x="1" y="17212"/>
                  </a:lnTo>
                  <a:lnTo>
                    <a:pt x="1" y="17533"/>
                  </a:lnTo>
                  <a:lnTo>
                    <a:pt x="47" y="17854"/>
                  </a:lnTo>
                  <a:lnTo>
                    <a:pt x="184" y="18130"/>
                  </a:lnTo>
                  <a:lnTo>
                    <a:pt x="322" y="18405"/>
                  </a:lnTo>
                  <a:lnTo>
                    <a:pt x="506" y="18634"/>
                  </a:lnTo>
                  <a:lnTo>
                    <a:pt x="781" y="18818"/>
                  </a:lnTo>
                  <a:lnTo>
                    <a:pt x="1056" y="18956"/>
                  </a:lnTo>
                  <a:lnTo>
                    <a:pt x="1332" y="19047"/>
                  </a:lnTo>
                  <a:lnTo>
                    <a:pt x="14137" y="19047"/>
                  </a:lnTo>
                  <a:lnTo>
                    <a:pt x="14458" y="18956"/>
                  </a:lnTo>
                  <a:lnTo>
                    <a:pt x="14733" y="18818"/>
                  </a:lnTo>
                  <a:lnTo>
                    <a:pt x="14963" y="18634"/>
                  </a:lnTo>
                  <a:lnTo>
                    <a:pt x="15192" y="18405"/>
                  </a:lnTo>
                  <a:lnTo>
                    <a:pt x="15330" y="18130"/>
                  </a:lnTo>
                  <a:lnTo>
                    <a:pt x="15468" y="17854"/>
                  </a:lnTo>
                  <a:lnTo>
                    <a:pt x="15514" y="17533"/>
                  </a:lnTo>
                  <a:lnTo>
                    <a:pt x="15514" y="17212"/>
                  </a:lnTo>
                  <a:lnTo>
                    <a:pt x="15422" y="16890"/>
                  </a:lnTo>
                  <a:lnTo>
                    <a:pt x="15284" y="16615"/>
                  </a:lnTo>
                  <a:lnTo>
                    <a:pt x="15101" y="16340"/>
                  </a:lnTo>
                  <a:lnTo>
                    <a:pt x="14871" y="16156"/>
                  </a:lnTo>
                  <a:lnTo>
                    <a:pt x="14642" y="15972"/>
                  </a:lnTo>
                  <a:lnTo>
                    <a:pt x="14320" y="15835"/>
                  </a:lnTo>
                  <a:lnTo>
                    <a:pt x="14045" y="15789"/>
                  </a:lnTo>
                  <a:lnTo>
                    <a:pt x="14045" y="3259"/>
                  </a:lnTo>
                  <a:lnTo>
                    <a:pt x="14320" y="3213"/>
                  </a:lnTo>
                  <a:lnTo>
                    <a:pt x="14642" y="3076"/>
                  </a:lnTo>
                  <a:lnTo>
                    <a:pt x="14871" y="2892"/>
                  </a:lnTo>
                  <a:lnTo>
                    <a:pt x="15101" y="2708"/>
                  </a:lnTo>
                  <a:lnTo>
                    <a:pt x="15284" y="2433"/>
                  </a:lnTo>
                  <a:lnTo>
                    <a:pt x="15422" y="2158"/>
                  </a:lnTo>
                  <a:lnTo>
                    <a:pt x="15514" y="1836"/>
                  </a:lnTo>
                  <a:lnTo>
                    <a:pt x="15514" y="1515"/>
                  </a:lnTo>
                  <a:lnTo>
                    <a:pt x="15468" y="1194"/>
                  </a:lnTo>
                  <a:lnTo>
                    <a:pt x="15330" y="919"/>
                  </a:lnTo>
                  <a:lnTo>
                    <a:pt x="15192" y="643"/>
                  </a:lnTo>
                  <a:lnTo>
                    <a:pt x="14963" y="414"/>
                  </a:lnTo>
                  <a:lnTo>
                    <a:pt x="14733" y="230"/>
                  </a:lnTo>
                  <a:lnTo>
                    <a:pt x="14458" y="92"/>
                  </a:lnTo>
                  <a:lnTo>
                    <a:pt x="141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1"/>
            <p:cNvSpPr/>
            <p:nvPr/>
          </p:nvSpPr>
          <p:spPr>
            <a:xfrm>
              <a:off x="6265191" y="2973439"/>
              <a:ext cx="90804" cy="118243"/>
            </a:xfrm>
            <a:custGeom>
              <a:rect b="b" l="l" r="r" t="t"/>
              <a:pathLst>
                <a:path extrusionOk="0" h="5141" w="3948">
                  <a:moveTo>
                    <a:pt x="1974" y="1560"/>
                  </a:moveTo>
                  <a:lnTo>
                    <a:pt x="2295" y="2065"/>
                  </a:lnTo>
                  <a:lnTo>
                    <a:pt x="2525" y="2524"/>
                  </a:lnTo>
                  <a:lnTo>
                    <a:pt x="2708" y="2891"/>
                  </a:lnTo>
                  <a:lnTo>
                    <a:pt x="2800" y="3167"/>
                  </a:lnTo>
                  <a:lnTo>
                    <a:pt x="2754" y="3350"/>
                  </a:lnTo>
                  <a:lnTo>
                    <a:pt x="2708" y="3488"/>
                  </a:lnTo>
                  <a:lnTo>
                    <a:pt x="2663" y="3626"/>
                  </a:lnTo>
                  <a:lnTo>
                    <a:pt x="2525" y="3763"/>
                  </a:lnTo>
                  <a:lnTo>
                    <a:pt x="2433" y="3855"/>
                  </a:lnTo>
                  <a:lnTo>
                    <a:pt x="2295" y="3901"/>
                  </a:lnTo>
                  <a:lnTo>
                    <a:pt x="2158" y="3947"/>
                  </a:lnTo>
                  <a:lnTo>
                    <a:pt x="1974" y="3993"/>
                  </a:lnTo>
                  <a:lnTo>
                    <a:pt x="1791" y="3947"/>
                  </a:lnTo>
                  <a:lnTo>
                    <a:pt x="1653" y="3901"/>
                  </a:lnTo>
                  <a:lnTo>
                    <a:pt x="1515" y="3855"/>
                  </a:lnTo>
                  <a:lnTo>
                    <a:pt x="1377" y="3763"/>
                  </a:lnTo>
                  <a:lnTo>
                    <a:pt x="1286" y="3626"/>
                  </a:lnTo>
                  <a:lnTo>
                    <a:pt x="1240" y="3488"/>
                  </a:lnTo>
                  <a:lnTo>
                    <a:pt x="1194" y="3350"/>
                  </a:lnTo>
                  <a:lnTo>
                    <a:pt x="1148" y="3167"/>
                  </a:lnTo>
                  <a:lnTo>
                    <a:pt x="1194" y="3029"/>
                  </a:lnTo>
                  <a:lnTo>
                    <a:pt x="1240" y="2800"/>
                  </a:lnTo>
                  <a:lnTo>
                    <a:pt x="1515" y="2341"/>
                  </a:lnTo>
                  <a:lnTo>
                    <a:pt x="1974" y="1560"/>
                  </a:lnTo>
                  <a:close/>
                  <a:moveTo>
                    <a:pt x="1836" y="0"/>
                  </a:moveTo>
                  <a:lnTo>
                    <a:pt x="1745" y="46"/>
                  </a:lnTo>
                  <a:lnTo>
                    <a:pt x="1607" y="138"/>
                  </a:lnTo>
                  <a:lnTo>
                    <a:pt x="1515" y="229"/>
                  </a:lnTo>
                  <a:lnTo>
                    <a:pt x="1056" y="826"/>
                  </a:lnTo>
                  <a:lnTo>
                    <a:pt x="597" y="1652"/>
                  </a:lnTo>
                  <a:lnTo>
                    <a:pt x="368" y="2065"/>
                  </a:lnTo>
                  <a:lnTo>
                    <a:pt x="184" y="2433"/>
                  </a:lnTo>
                  <a:lnTo>
                    <a:pt x="46" y="2846"/>
                  </a:lnTo>
                  <a:lnTo>
                    <a:pt x="1" y="3167"/>
                  </a:lnTo>
                  <a:lnTo>
                    <a:pt x="46" y="3580"/>
                  </a:lnTo>
                  <a:lnTo>
                    <a:pt x="184" y="3947"/>
                  </a:lnTo>
                  <a:lnTo>
                    <a:pt x="368" y="4268"/>
                  </a:lnTo>
                  <a:lnTo>
                    <a:pt x="597" y="4544"/>
                  </a:lnTo>
                  <a:lnTo>
                    <a:pt x="873" y="4773"/>
                  </a:lnTo>
                  <a:lnTo>
                    <a:pt x="1194" y="4957"/>
                  </a:lnTo>
                  <a:lnTo>
                    <a:pt x="1561" y="5094"/>
                  </a:lnTo>
                  <a:lnTo>
                    <a:pt x="1974" y="5140"/>
                  </a:lnTo>
                  <a:lnTo>
                    <a:pt x="2387" y="5094"/>
                  </a:lnTo>
                  <a:lnTo>
                    <a:pt x="2708" y="4957"/>
                  </a:lnTo>
                  <a:lnTo>
                    <a:pt x="3076" y="4773"/>
                  </a:lnTo>
                  <a:lnTo>
                    <a:pt x="3351" y="4544"/>
                  </a:lnTo>
                  <a:lnTo>
                    <a:pt x="3580" y="4268"/>
                  </a:lnTo>
                  <a:lnTo>
                    <a:pt x="3764" y="3947"/>
                  </a:lnTo>
                  <a:lnTo>
                    <a:pt x="3902" y="3580"/>
                  </a:lnTo>
                  <a:lnTo>
                    <a:pt x="3948" y="3167"/>
                  </a:lnTo>
                  <a:lnTo>
                    <a:pt x="3902" y="2846"/>
                  </a:lnTo>
                  <a:lnTo>
                    <a:pt x="3764" y="2433"/>
                  </a:lnTo>
                  <a:lnTo>
                    <a:pt x="3580" y="2065"/>
                  </a:lnTo>
                  <a:lnTo>
                    <a:pt x="3351" y="1652"/>
                  </a:lnTo>
                  <a:lnTo>
                    <a:pt x="2846" y="826"/>
                  </a:lnTo>
                  <a:lnTo>
                    <a:pt x="2433" y="229"/>
                  </a:lnTo>
                  <a:lnTo>
                    <a:pt x="2341" y="138"/>
                  </a:lnTo>
                  <a:lnTo>
                    <a:pt x="2204" y="46"/>
                  </a:lnTo>
                  <a:lnTo>
                    <a:pt x="21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 name="Google Shape;603;p51"/>
          <p:cNvGrpSpPr/>
          <p:nvPr/>
        </p:nvGrpSpPr>
        <p:grpSpPr>
          <a:xfrm>
            <a:off x="2471954" y="2996771"/>
            <a:ext cx="439139" cy="438104"/>
            <a:chOff x="6727560" y="2815084"/>
            <a:chExt cx="439139" cy="438104"/>
          </a:xfrm>
        </p:grpSpPr>
        <p:sp>
          <p:nvSpPr>
            <p:cNvPr id="604" name="Google Shape;604;p51"/>
            <p:cNvSpPr/>
            <p:nvPr/>
          </p:nvSpPr>
          <p:spPr>
            <a:xfrm>
              <a:off x="6886950" y="2950209"/>
              <a:ext cx="124591" cy="167854"/>
            </a:xfrm>
            <a:custGeom>
              <a:rect b="b" l="l" r="r" t="t"/>
              <a:pathLst>
                <a:path extrusionOk="0" h="7298" w="5417">
                  <a:moveTo>
                    <a:pt x="2708" y="1515"/>
                  </a:moveTo>
                  <a:lnTo>
                    <a:pt x="3259" y="2387"/>
                  </a:lnTo>
                  <a:lnTo>
                    <a:pt x="3764" y="3259"/>
                  </a:lnTo>
                  <a:lnTo>
                    <a:pt x="4131" y="4039"/>
                  </a:lnTo>
                  <a:lnTo>
                    <a:pt x="4223" y="4360"/>
                  </a:lnTo>
                  <a:lnTo>
                    <a:pt x="4269" y="4590"/>
                  </a:lnTo>
                  <a:lnTo>
                    <a:pt x="4223" y="4911"/>
                  </a:lnTo>
                  <a:lnTo>
                    <a:pt x="4131" y="5187"/>
                  </a:lnTo>
                  <a:lnTo>
                    <a:pt x="3993" y="5462"/>
                  </a:lnTo>
                  <a:lnTo>
                    <a:pt x="3810" y="5691"/>
                  </a:lnTo>
                  <a:lnTo>
                    <a:pt x="3580" y="5875"/>
                  </a:lnTo>
                  <a:lnTo>
                    <a:pt x="3305" y="6059"/>
                  </a:lnTo>
                  <a:lnTo>
                    <a:pt x="3030" y="6150"/>
                  </a:lnTo>
                  <a:lnTo>
                    <a:pt x="2387" y="6150"/>
                  </a:lnTo>
                  <a:lnTo>
                    <a:pt x="2066" y="6059"/>
                  </a:lnTo>
                  <a:lnTo>
                    <a:pt x="1836" y="5875"/>
                  </a:lnTo>
                  <a:lnTo>
                    <a:pt x="1561" y="5691"/>
                  </a:lnTo>
                  <a:lnTo>
                    <a:pt x="1377" y="5462"/>
                  </a:lnTo>
                  <a:lnTo>
                    <a:pt x="1240" y="5187"/>
                  </a:lnTo>
                  <a:lnTo>
                    <a:pt x="1148" y="4911"/>
                  </a:lnTo>
                  <a:lnTo>
                    <a:pt x="1102" y="4590"/>
                  </a:lnTo>
                  <a:lnTo>
                    <a:pt x="1148" y="4360"/>
                  </a:lnTo>
                  <a:lnTo>
                    <a:pt x="1240" y="4039"/>
                  </a:lnTo>
                  <a:lnTo>
                    <a:pt x="1607" y="3259"/>
                  </a:lnTo>
                  <a:lnTo>
                    <a:pt x="2112" y="2387"/>
                  </a:lnTo>
                  <a:lnTo>
                    <a:pt x="2708" y="1515"/>
                  </a:lnTo>
                  <a:close/>
                  <a:moveTo>
                    <a:pt x="2571" y="0"/>
                  </a:moveTo>
                  <a:lnTo>
                    <a:pt x="2433" y="46"/>
                  </a:lnTo>
                  <a:lnTo>
                    <a:pt x="2341" y="138"/>
                  </a:lnTo>
                  <a:lnTo>
                    <a:pt x="2249" y="230"/>
                  </a:lnTo>
                  <a:lnTo>
                    <a:pt x="1882" y="735"/>
                  </a:lnTo>
                  <a:lnTo>
                    <a:pt x="1148" y="1836"/>
                  </a:lnTo>
                  <a:lnTo>
                    <a:pt x="643" y="2708"/>
                  </a:lnTo>
                  <a:lnTo>
                    <a:pt x="276" y="3443"/>
                  </a:lnTo>
                  <a:lnTo>
                    <a:pt x="46" y="4085"/>
                  </a:lnTo>
                  <a:lnTo>
                    <a:pt x="0" y="4360"/>
                  </a:lnTo>
                  <a:lnTo>
                    <a:pt x="0" y="4590"/>
                  </a:lnTo>
                  <a:lnTo>
                    <a:pt x="0" y="4865"/>
                  </a:lnTo>
                  <a:lnTo>
                    <a:pt x="46" y="5141"/>
                  </a:lnTo>
                  <a:lnTo>
                    <a:pt x="184" y="5646"/>
                  </a:lnTo>
                  <a:lnTo>
                    <a:pt x="459" y="6104"/>
                  </a:lnTo>
                  <a:lnTo>
                    <a:pt x="781" y="6518"/>
                  </a:lnTo>
                  <a:lnTo>
                    <a:pt x="1194" y="6839"/>
                  </a:lnTo>
                  <a:lnTo>
                    <a:pt x="1653" y="7068"/>
                  </a:lnTo>
                  <a:lnTo>
                    <a:pt x="2158" y="7252"/>
                  </a:lnTo>
                  <a:lnTo>
                    <a:pt x="2433" y="7298"/>
                  </a:lnTo>
                  <a:lnTo>
                    <a:pt x="2984" y="7298"/>
                  </a:lnTo>
                  <a:lnTo>
                    <a:pt x="3259" y="7252"/>
                  </a:lnTo>
                  <a:lnTo>
                    <a:pt x="3764" y="7068"/>
                  </a:lnTo>
                  <a:lnTo>
                    <a:pt x="4223" y="6839"/>
                  </a:lnTo>
                  <a:lnTo>
                    <a:pt x="4590" y="6518"/>
                  </a:lnTo>
                  <a:lnTo>
                    <a:pt x="4957" y="6104"/>
                  </a:lnTo>
                  <a:lnTo>
                    <a:pt x="5187" y="5646"/>
                  </a:lnTo>
                  <a:lnTo>
                    <a:pt x="5370" y="5141"/>
                  </a:lnTo>
                  <a:lnTo>
                    <a:pt x="5370" y="4865"/>
                  </a:lnTo>
                  <a:lnTo>
                    <a:pt x="5416" y="4590"/>
                  </a:lnTo>
                  <a:lnTo>
                    <a:pt x="5370" y="4360"/>
                  </a:lnTo>
                  <a:lnTo>
                    <a:pt x="5324" y="4085"/>
                  </a:lnTo>
                  <a:lnTo>
                    <a:pt x="5141" y="3443"/>
                  </a:lnTo>
                  <a:lnTo>
                    <a:pt x="4774" y="2708"/>
                  </a:lnTo>
                  <a:lnTo>
                    <a:pt x="4269" y="1836"/>
                  </a:lnTo>
                  <a:lnTo>
                    <a:pt x="3489" y="735"/>
                  </a:lnTo>
                  <a:lnTo>
                    <a:pt x="3167" y="230"/>
                  </a:lnTo>
                  <a:lnTo>
                    <a:pt x="3076" y="138"/>
                  </a:lnTo>
                  <a:lnTo>
                    <a:pt x="2938" y="46"/>
                  </a:lnTo>
                  <a:lnTo>
                    <a:pt x="28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1"/>
            <p:cNvSpPr/>
            <p:nvPr/>
          </p:nvSpPr>
          <p:spPr>
            <a:xfrm>
              <a:off x="6727560" y="2815084"/>
              <a:ext cx="439139" cy="438104"/>
            </a:xfrm>
            <a:custGeom>
              <a:rect b="b" l="l" r="r" t="t"/>
              <a:pathLst>
                <a:path extrusionOk="0" h="19048" w="19093">
                  <a:moveTo>
                    <a:pt x="9317" y="1102"/>
                  </a:moveTo>
                  <a:lnTo>
                    <a:pt x="10235" y="2020"/>
                  </a:lnTo>
                  <a:lnTo>
                    <a:pt x="9317" y="2984"/>
                  </a:lnTo>
                  <a:lnTo>
                    <a:pt x="8766" y="3030"/>
                  </a:lnTo>
                  <a:lnTo>
                    <a:pt x="8261" y="3076"/>
                  </a:lnTo>
                  <a:lnTo>
                    <a:pt x="7757" y="3213"/>
                  </a:lnTo>
                  <a:lnTo>
                    <a:pt x="7252" y="3397"/>
                  </a:lnTo>
                  <a:lnTo>
                    <a:pt x="6747" y="3581"/>
                  </a:lnTo>
                  <a:lnTo>
                    <a:pt x="6288" y="3856"/>
                  </a:lnTo>
                  <a:lnTo>
                    <a:pt x="5829" y="4131"/>
                  </a:lnTo>
                  <a:lnTo>
                    <a:pt x="5416" y="4453"/>
                  </a:lnTo>
                  <a:lnTo>
                    <a:pt x="5003" y="4820"/>
                  </a:lnTo>
                  <a:lnTo>
                    <a:pt x="4636" y="5233"/>
                  </a:lnTo>
                  <a:lnTo>
                    <a:pt x="4268" y="5646"/>
                  </a:lnTo>
                  <a:lnTo>
                    <a:pt x="3947" y="6105"/>
                  </a:lnTo>
                  <a:lnTo>
                    <a:pt x="3672" y="6610"/>
                  </a:lnTo>
                  <a:lnTo>
                    <a:pt x="3442" y="7114"/>
                  </a:lnTo>
                  <a:lnTo>
                    <a:pt x="3259" y="7711"/>
                  </a:lnTo>
                  <a:lnTo>
                    <a:pt x="3121" y="8262"/>
                  </a:lnTo>
                  <a:lnTo>
                    <a:pt x="2479" y="7619"/>
                  </a:lnTo>
                  <a:lnTo>
                    <a:pt x="2295" y="7528"/>
                  </a:lnTo>
                  <a:lnTo>
                    <a:pt x="2065" y="7482"/>
                  </a:lnTo>
                  <a:lnTo>
                    <a:pt x="1836" y="7528"/>
                  </a:lnTo>
                  <a:lnTo>
                    <a:pt x="1652" y="7619"/>
                  </a:lnTo>
                  <a:lnTo>
                    <a:pt x="1285" y="8032"/>
                  </a:lnTo>
                  <a:lnTo>
                    <a:pt x="1423" y="7344"/>
                  </a:lnTo>
                  <a:lnTo>
                    <a:pt x="1652" y="6656"/>
                  </a:lnTo>
                  <a:lnTo>
                    <a:pt x="1928" y="5967"/>
                  </a:lnTo>
                  <a:lnTo>
                    <a:pt x="2249" y="5370"/>
                  </a:lnTo>
                  <a:lnTo>
                    <a:pt x="2616" y="4774"/>
                  </a:lnTo>
                  <a:lnTo>
                    <a:pt x="3029" y="4223"/>
                  </a:lnTo>
                  <a:lnTo>
                    <a:pt x="3534" y="3672"/>
                  </a:lnTo>
                  <a:lnTo>
                    <a:pt x="4039" y="3213"/>
                  </a:lnTo>
                  <a:lnTo>
                    <a:pt x="4590" y="2754"/>
                  </a:lnTo>
                  <a:lnTo>
                    <a:pt x="5141" y="2341"/>
                  </a:lnTo>
                  <a:lnTo>
                    <a:pt x="5783" y="2020"/>
                  </a:lnTo>
                  <a:lnTo>
                    <a:pt x="6426" y="1699"/>
                  </a:lnTo>
                  <a:lnTo>
                    <a:pt x="7114" y="1469"/>
                  </a:lnTo>
                  <a:lnTo>
                    <a:pt x="7848" y="1286"/>
                  </a:lnTo>
                  <a:lnTo>
                    <a:pt x="8583" y="1194"/>
                  </a:lnTo>
                  <a:lnTo>
                    <a:pt x="9317" y="1102"/>
                  </a:lnTo>
                  <a:close/>
                  <a:moveTo>
                    <a:pt x="11061" y="1240"/>
                  </a:moveTo>
                  <a:lnTo>
                    <a:pt x="11750" y="1423"/>
                  </a:lnTo>
                  <a:lnTo>
                    <a:pt x="12438" y="1607"/>
                  </a:lnTo>
                  <a:lnTo>
                    <a:pt x="13081" y="1882"/>
                  </a:lnTo>
                  <a:lnTo>
                    <a:pt x="13723" y="2204"/>
                  </a:lnTo>
                  <a:lnTo>
                    <a:pt x="14320" y="2617"/>
                  </a:lnTo>
                  <a:lnTo>
                    <a:pt x="14871" y="3030"/>
                  </a:lnTo>
                  <a:lnTo>
                    <a:pt x="15421" y="3489"/>
                  </a:lnTo>
                  <a:lnTo>
                    <a:pt x="15880" y="3994"/>
                  </a:lnTo>
                  <a:lnTo>
                    <a:pt x="16339" y="4544"/>
                  </a:lnTo>
                  <a:lnTo>
                    <a:pt x="16752" y="5141"/>
                  </a:lnTo>
                  <a:lnTo>
                    <a:pt x="17074" y="5784"/>
                  </a:lnTo>
                  <a:lnTo>
                    <a:pt x="17349" y="6426"/>
                  </a:lnTo>
                  <a:lnTo>
                    <a:pt x="17624" y="7114"/>
                  </a:lnTo>
                  <a:lnTo>
                    <a:pt x="17762" y="7803"/>
                  </a:lnTo>
                  <a:lnTo>
                    <a:pt x="17900" y="8537"/>
                  </a:lnTo>
                  <a:lnTo>
                    <a:pt x="17946" y="9272"/>
                  </a:lnTo>
                  <a:lnTo>
                    <a:pt x="17028" y="10190"/>
                  </a:lnTo>
                  <a:lnTo>
                    <a:pt x="16110" y="9272"/>
                  </a:lnTo>
                  <a:lnTo>
                    <a:pt x="16064" y="8767"/>
                  </a:lnTo>
                  <a:lnTo>
                    <a:pt x="15972" y="8216"/>
                  </a:lnTo>
                  <a:lnTo>
                    <a:pt x="15834" y="7711"/>
                  </a:lnTo>
                  <a:lnTo>
                    <a:pt x="15697" y="7160"/>
                  </a:lnTo>
                  <a:lnTo>
                    <a:pt x="15467" y="6701"/>
                  </a:lnTo>
                  <a:lnTo>
                    <a:pt x="15192" y="6197"/>
                  </a:lnTo>
                  <a:lnTo>
                    <a:pt x="14916" y="5738"/>
                  </a:lnTo>
                  <a:lnTo>
                    <a:pt x="14595" y="5325"/>
                  </a:lnTo>
                  <a:lnTo>
                    <a:pt x="14228" y="4911"/>
                  </a:lnTo>
                  <a:lnTo>
                    <a:pt x="13815" y="4544"/>
                  </a:lnTo>
                  <a:lnTo>
                    <a:pt x="13402" y="4223"/>
                  </a:lnTo>
                  <a:lnTo>
                    <a:pt x="12943" y="3902"/>
                  </a:lnTo>
                  <a:lnTo>
                    <a:pt x="12438" y="3626"/>
                  </a:lnTo>
                  <a:lnTo>
                    <a:pt x="11933" y="3397"/>
                  </a:lnTo>
                  <a:lnTo>
                    <a:pt x="11382" y="3213"/>
                  </a:lnTo>
                  <a:lnTo>
                    <a:pt x="10786" y="3076"/>
                  </a:lnTo>
                  <a:lnTo>
                    <a:pt x="11428" y="2433"/>
                  </a:lnTo>
                  <a:lnTo>
                    <a:pt x="11566" y="2250"/>
                  </a:lnTo>
                  <a:lnTo>
                    <a:pt x="11612" y="2020"/>
                  </a:lnTo>
                  <a:lnTo>
                    <a:pt x="11566" y="1836"/>
                  </a:lnTo>
                  <a:lnTo>
                    <a:pt x="11428" y="1653"/>
                  </a:lnTo>
                  <a:lnTo>
                    <a:pt x="11061" y="1240"/>
                  </a:lnTo>
                  <a:close/>
                  <a:moveTo>
                    <a:pt x="9547" y="4085"/>
                  </a:moveTo>
                  <a:lnTo>
                    <a:pt x="10097" y="4131"/>
                  </a:lnTo>
                  <a:lnTo>
                    <a:pt x="10648" y="4223"/>
                  </a:lnTo>
                  <a:lnTo>
                    <a:pt x="11153" y="4361"/>
                  </a:lnTo>
                  <a:lnTo>
                    <a:pt x="11658" y="4544"/>
                  </a:lnTo>
                  <a:lnTo>
                    <a:pt x="12117" y="4774"/>
                  </a:lnTo>
                  <a:lnTo>
                    <a:pt x="12576" y="5003"/>
                  </a:lnTo>
                  <a:lnTo>
                    <a:pt x="12989" y="5325"/>
                  </a:lnTo>
                  <a:lnTo>
                    <a:pt x="13402" y="5692"/>
                  </a:lnTo>
                  <a:lnTo>
                    <a:pt x="13723" y="6059"/>
                  </a:lnTo>
                  <a:lnTo>
                    <a:pt x="14044" y="6472"/>
                  </a:lnTo>
                  <a:lnTo>
                    <a:pt x="14320" y="6931"/>
                  </a:lnTo>
                  <a:lnTo>
                    <a:pt x="14549" y="7390"/>
                  </a:lnTo>
                  <a:lnTo>
                    <a:pt x="14733" y="7895"/>
                  </a:lnTo>
                  <a:lnTo>
                    <a:pt x="14871" y="8445"/>
                  </a:lnTo>
                  <a:lnTo>
                    <a:pt x="14962" y="8950"/>
                  </a:lnTo>
                  <a:lnTo>
                    <a:pt x="14962" y="9501"/>
                  </a:lnTo>
                  <a:lnTo>
                    <a:pt x="14962" y="10052"/>
                  </a:lnTo>
                  <a:lnTo>
                    <a:pt x="14871" y="10603"/>
                  </a:lnTo>
                  <a:lnTo>
                    <a:pt x="14733" y="11107"/>
                  </a:lnTo>
                  <a:lnTo>
                    <a:pt x="14549" y="11612"/>
                  </a:lnTo>
                  <a:lnTo>
                    <a:pt x="14320" y="12117"/>
                  </a:lnTo>
                  <a:lnTo>
                    <a:pt x="14044" y="12530"/>
                  </a:lnTo>
                  <a:lnTo>
                    <a:pt x="13723" y="12989"/>
                  </a:lnTo>
                  <a:lnTo>
                    <a:pt x="13402" y="13356"/>
                  </a:lnTo>
                  <a:lnTo>
                    <a:pt x="12989" y="13724"/>
                  </a:lnTo>
                  <a:lnTo>
                    <a:pt x="12576" y="13999"/>
                  </a:lnTo>
                  <a:lnTo>
                    <a:pt x="12163" y="14274"/>
                  </a:lnTo>
                  <a:lnTo>
                    <a:pt x="11658" y="14504"/>
                  </a:lnTo>
                  <a:lnTo>
                    <a:pt x="11153" y="14687"/>
                  </a:lnTo>
                  <a:lnTo>
                    <a:pt x="10648" y="14825"/>
                  </a:lnTo>
                  <a:lnTo>
                    <a:pt x="10097" y="14917"/>
                  </a:lnTo>
                  <a:lnTo>
                    <a:pt x="9547" y="14963"/>
                  </a:lnTo>
                  <a:lnTo>
                    <a:pt x="8996" y="14917"/>
                  </a:lnTo>
                  <a:lnTo>
                    <a:pt x="8491" y="14825"/>
                  </a:lnTo>
                  <a:lnTo>
                    <a:pt x="7940" y="14687"/>
                  </a:lnTo>
                  <a:lnTo>
                    <a:pt x="7435" y="14550"/>
                  </a:lnTo>
                  <a:lnTo>
                    <a:pt x="6976" y="14320"/>
                  </a:lnTo>
                  <a:lnTo>
                    <a:pt x="6517" y="14045"/>
                  </a:lnTo>
                  <a:lnTo>
                    <a:pt x="6104" y="13724"/>
                  </a:lnTo>
                  <a:lnTo>
                    <a:pt x="5737" y="13356"/>
                  </a:lnTo>
                  <a:lnTo>
                    <a:pt x="5370" y="12989"/>
                  </a:lnTo>
                  <a:lnTo>
                    <a:pt x="5049" y="12576"/>
                  </a:lnTo>
                  <a:lnTo>
                    <a:pt x="4773" y="12117"/>
                  </a:lnTo>
                  <a:lnTo>
                    <a:pt x="4544" y="11658"/>
                  </a:lnTo>
                  <a:lnTo>
                    <a:pt x="4360" y="11153"/>
                  </a:lnTo>
                  <a:lnTo>
                    <a:pt x="4223" y="10648"/>
                  </a:lnTo>
                  <a:lnTo>
                    <a:pt x="4177" y="10098"/>
                  </a:lnTo>
                  <a:lnTo>
                    <a:pt x="4131" y="9501"/>
                  </a:lnTo>
                  <a:lnTo>
                    <a:pt x="4177" y="8950"/>
                  </a:lnTo>
                  <a:lnTo>
                    <a:pt x="4223" y="8445"/>
                  </a:lnTo>
                  <a:lnTo>
                    <a:pt x="4360" y="7895"/>
                  </a:lnTo>
                  <a:lnTo>
                    <a:pt x="4544" y="7390"/>
                  </a:lnTo>
                  <a:lnTo>
                    <a:pt x="4773" y="6931"/>
                  </a:lnTo>
                  <a:lnTo>
                    <a:pt x="5049" y="6472"/>
                  </a:lnTo>
                  <a:lnTo>
                    <a:pt x="5370" y="6059"/>
                  </a:lnTo>
                  <a:lnTo>
                    <a:pt x="5737" y="5692"/>
                  </a:lnTo>
                  <a:lnTo>
                    <a:pt x="6104" y="5325"/>
                  </a:lnTo>
                  <a:lnTo>
                    <a:pt x="6517" y="5003"/>
                  </a:lnTo>
                  <a:lnTo>
                    <a:pt x="6976" y="4728"/>
                  </a:lnTo>
                  <a:lnTo>
                    <a:pt x="7435" y="4544"/>
                  </a:lnTo>
                  <a:lnTo>
                    <a:pt x="7940" y="4361"/>
                  </a:lnTo>
                  <a:lnTo>
                    <a:pt x="8445" y="4223"/>
                  </a:lnTo>
                  <a:lnTo>
                    <a:pt x="8996" y="4131"/>
                  </a:lnTo>
                  <a:lnTo>
                    <a:pt x="9547" y="4085"/>
                  </a:lnTo>
                  <a:close/>
                  <a:moveTo>
                    <a:pt x="2065" y="8813"/>
                  </a:moveTo>
                  <a:lnTo>
                    <a:pt x="2983" y="9776"/>
                  </a:lnTo>
                  <a:lnTo>
                    <a:pt x="3029" y="10281"/>
                  </a:lnTo>
                  <a:lnTo>
                    <a:pt x="3213" y="11062"/>
                  </a:lnTo>
                  <a:lnTo>
                    <a:pt x="3351" y="11475"/>
                  </a:lnTo>
                  <a:lnTo>
                    <a:pt x="3488" y="11934"/>
                  </a:lnTo>
                  <a:lnTo>
                    <a:pt x="3718" y="12438"/>
                  </a:lnTo>
                  <a:lnTo>
                    <a:pt x="3947" y="12943"/>
                  </a:lnTo>
                  <a:lnTo>
                    <a:pt x="4268" y="13402"/>
                  </a:lnTo>
                  <a:lnTo>
                    <a:pt x="4636" y="13907"/>
                  </a:lnTo>
                  <a:lnTo>
                    <a:pt x="5049" y="14320"/>
                  </a:lnTo>
                  <a:lnTo>
                    <a:pt x="5554" y="14779"/>
                  </a:lnTo>
                  <a:lnTo>
                    <a:pt x="6104" y="15146"/>
                  </a:lnTo>
                  <a:lnTo>
                    <a:pt x="6747" y="15468"/>
                  </a:lnTo>
                  <a:lnTo>
                    <a:pt x="7481" y="15743"/>
                  </a:lnTo>
                  <a:lnTo>
                    <a:pt x="8307" y="15972"/>
                  </a:lnTo>
                  <a:lnTo>
                    <a:pt x="7665" y="16569"/>
                  </a:lnTo>
                  <a:lnTo>
                    <a:pt x="7527" y="16753"/>
                  </a:lnTo>
                  <a:lnTo>
                    <a:pt x="7481" y="16982"/>
                  </a:lnTo>
                  <a:lnTo>
                    <a:pt x="7527" y="17212"/>
                  </a:lnTo>
                  <a:lnTo>
                    <a:pt x="7665" y="17395"/>
                  </a:lnTo>
                  <a:lnTo>
                    <a:pt x="8124" y="17808"/>
                  </a:lnTo>
                  <a:lnTo>
                    <a:pt x="7435" y="17671"/>
                  </a:lnTo>
                  <a:lnTo>
                    <a:pt x="6747" y="17441"/>
                  </a:lnTo>
                  <a:lnTo>
                    <a:pt x="6104" y="17166"/>
                  </a:lnTo>
                  <a:lnTo>
                    <a:pt x="5462" y="16844"/>
                  </a:lnTo>
                  <a:lnTo>
                    <a:pt x="4865" y="16477"/>
                  </a:lnTo>
                  <a:lnTo>
                    <a:pt x="4268" y="16064"/>
                  </a:lnTo>
                  <a:lnTo>
                    <a:pt x="3764" y="15605"/>
                  </a:lnTo>
                  <a:lnTo>
                    <a:pt x="3259" y="15100"/>
                  </a:lnTo>
                  <a:lnTo>
                    <a:pt x="2800" y="14550"/>
                  </a:lnTo>
                  <a:lnTo>
                    <a:pt x="2387" y="13953"/>
                  </a:lnTo>
                  <a:lnTo>
                    <a:pt x="2065" y="13310"/>
                  </a:lnTo>
                  <a:lnTo>
                    <a:pt x="1744" y="12668"/>
                  </a:lnTo>
                  <a:lnTo>
                    <a:pt x="1515" y="11979"/>
                  </a:lnTo>
                  <a:lnTo>
                    <a:pt x="1331" y="11245"/>
                  </a:lnTo>
                  <a:lnTo>
                    <a:pt x="1193" y="10511"/>
                  </a:lnTo>
                  <a:lnTo>
                    <a:pt x="1148" y="9776"/>
                  </a:lnTo>
                  <a:lnTo>
                    <a:pt x="2065" y="8813"/>
                  </a:lnTo>
                  <a:close/>
                  <a:moveTo>
                    <a:pt x="15972" y="10786"/>
                  </a:moveTo>
                  <a:lnTo>
                    <a:pt x="16615" y="11429"/>
                  </a:lnTo>
                  <a:lnTo>
                    <a:pt x="16844" y="11521"/>
                  </a:lnTo>
                  <a:lnTo>
                    <a:pt x="17028" y="11566"/>
                  </a:lnTo>
                  <a:lnTo>
                    <a:pt x="17257" y="11521"/>
                  </a:lnTo>
                  <a:lnTo>
                    <a:pt x="17441" y="11429"/>
                  </a:lnTo>
                  <a:lnTo>
                    <a:pt x="17808" y="11016"/>
                  </a:lnTo>
                  <a:lnTo>
                    <a:pt x="17670" y="11704"/>
                  </a:lnTo>
                  <a:lnTo>
                    <a:pt x="17441" y="12393"/>
                  </a:lnTo>
                  <a:lnTo>
                    <a:pt x="17211" y="13035"/>
                  </a:lnTo>
                  <a:lnTo>
                    <a:pt x="16890" y="13632"/>
                  </a:lnTo>
                  <a:lnTo>
                    <a:pt x="16523" y="14228"/>
                  </a:lnTo>
                  <a:lnTo>
                    <a:pt x="16110" y="14779"/>
                  </a:lnTo>
                  <a:lnTo>
                    <a:pt x="15651" y="15330"/>
                  </a:lnTo>
                  <a:lnTo>
                    <a:pt x="15146" y="15789"/>
                  </a:lnTo>
                  <a:lnTo>
                    <a:pt x="14595" y="16248"/>
                  </a:lnTo>
                  <a:lnTo>
                    <a:pt x="13998" y="16661"/>
                  </a:lnTo>
                  <a:lnTo>
                    <a:pt x="13402" y="16982"/>
                  </a:lnTo>
                  <a:lnTo>
                    <a:pt x="12759" y="17303"/>
                  </a:lnTo>
                  <a:lnTo>
                    <a:pt x="12071" y="17533"/>
                  </a:lnTo>
                  <a:lnTo>
                    <a:pt x="11382" y="17716"/>
                  </a:lnTo>
                  <a:lnTo>
                    <a:pt x="10648" y="17854"/>
                  </a:lnTo>
                  <a:lnTo>
                    <a:pt x="9914" y="17900"/>
                  </a:lnTo>
                  <a:lnTo>
                    <a:pt x="8858" y="16982"/>
                  </a:lnTo>
                  <a:lnTo>
                    <a:pt x="9776" y="16064"/>
                  </a:lnTo>
                  <a:lnTo>
                    <a:pt x="10373" y="16018"/>
                  </a:lnTo>
                  <a:lnTo>
                    <a:pt x="10923" y="15927"/>
                  </a:lnTo>
                  <a:lnTo>
                    <a:pt x="11474" y="15789"/>
                  </a:lnTo>
                  <a:lnTo>
                    <a:pt x="11979" y="15605"/>
                  </a:lnTo>
                  <a:lnTo>
                    <a:pt x="12484" y="15376"/>
                  </a:lnTo>
                  <a:lnTo>
                    <a:pt x="12943" y="15146"/>
                  </a:lnTo>
                  <a:lnTo>
                    <a:pt x="13402" y="14825"/>
                  </a:lnTo>
                  <a:lnTo>
                    <a:pt x="13815" y="14504"/>
                  </a:lnTo>
                  <a:lnTo>
                    <a:pt x="14228" y="14137"/>
                  </a:lnTo>
                  <a:lnTo>
                    <a:pt x="14595" y="13724"/>
                  </a:lnTo>
                  <a:lnTo>
                    <a:pt x="14916" y="13265"/>
                  </a:lnTo>
                  <a:lnTo>
                    <a:pt x="15238" y="12806"/>
                  </a:lnTo>
                  <a:lnTo>
                    <a:pt x="15467" y="12347"/>
                  </a:lnTo>
                  <a:lnTo>
                    <a:pt x="15697" y="11842"/>
                  </a:lnTo>
                  <a:lnTo>
                    <a:pt x="15880" y="11291"/>
                  </a:lnTo>
                  <a:lnTo>
                    <a:pt x="15972" y="10786"/>
                  </a:lnTo>
                  <a:close/>
                  <a:moveTo>
                    <a:pt x="9547" y="1"/>
                  </a:moveTo>
                  <a:lnTo>
                    <a:pt x="8537" y="47"/>
                  </a:lnTo>
                  <a:lnTo>
                    <a:pt x="7573" y="184"/>
                  </a:lnTo>
                  <a:lnTo>
                    <a:pt x="6655" y="460"/>
                  </a:lnTo>
                  <a:lnTo>
                    <a:pt x="5737" y="781"/>
                  </a:lnTo>
                  <a:lnTo>
                    <a:pt x="4911" y="1194"/>
                  </a:lnTo>
                  <a:lnTo>
                    <a:pt x="4085" y="1699"/>
                  </a:lnTo>
                  <a:lnTo>
                    <a:pt x="3351" y="2250"/>
                  </a:lnTo>
                  <a:lnTo>
                    <a:pt x="2708" y="2892"/>
                  </a:lnTo>
                  <a:lnTo>
                    <a:pt x="2065" y="3581"/>
                  </a:lnTo>
                  <a:lnTo>
                    <a:pt x="1561" y="4315"/>
                  </a:lnTo>
                  <a:lnTo>
                    <a:pt x="1056" y="5141"/>
                  </a:lnTo>
                  <a:lnTo>
                    <a:pt x="689" y="5967"/>
                  </a:lnTo>
                  <a:lnTo>
                    <a:pt x="367" y="6839"/>
                  </a:lnTo>
                  <a:lnTo>
                    <a:pt x="184" y="7711"/>
                  </a:lnTo>
                  <a:lnTo>
                    <a:pt x="46" y="8629"/>
                  </a:lnTo>
                  <a:lnTo>
                    <a:pt x="0" y="9593"/>
                  </a:lnTo>
                  <a:lnTo>
                    <a:pt x="46" y="10557"/>
                  </a:lnTo>
                  <a:lnTo>
                    <a:pt x="230" y="11475"/>
                  </a:lnTo>
                  <a:lnTo>
                    <a:pt x="459" y="12393"/>
                  </a:lnTo>
                  <a:lnTo>
                    <a:pt x="780" y="13265"/>
                  </a:lnTo>
                  <a:lnTo>
                    <a:pt x="1148" y="14091"/>
                  </a:lnTo>
                  <a:lnTo>
                    <a:pt x="1652" y="14871"/>
                  </a:lnTo>
                  <a:lnTo>
                    <a:pt x="2203" y="15605"/>
                  </a:lnTo>
                  <a:lnTo>
                    <a:pt x="2800" y="16248"/>
                  </a:lnTo>
                  <a:lnTo>
                    <a:pt x="3488" y="16890"/>
                  </a:lnTo>
                  <a:lnTo>
                    <a:pt x="4223" y="17441"/>
                  </a:lnTo>
                  <a:lnTo>
                    <a:pt x="5003" y="17900"/>
                  </a:lnTo>
                  <a:lnTo>
                    <a:pt x="5829" y="18313"/>
                  </a:lnTo>
                  <a:lnTo>
                    <a:pt x="6701" y="18634"/>
                  </a:lnTo>
                  <a:lnTo>
                    <a:pt x="7619" y="18864"/>
                  </a:lnTo>
                  <a:lnTo>
                    <a:pt x="8583" y="19002"/>
                  </a:lnTo>
                  <a:lnTo>
                    <a:pt x="9547" y="19047"/>
                  </a:lnTo>
                  <a:lnTo>
                    <a:pt x="10510" y="19002"/>
                  </a:lnTo>
                  <a:lnTo>
                    <a:pt x="11474" y="18864"/>
                  </a:lnTo>
                  <a:lnTo>
                    <a:pt x="12392" y="18634"/>
                  </a:lnTo>
                  <a:lnTo>
                    <a:pt x="13264" y="18313"/>
                  </a:lnTo>
                  <a:lnTo>
                    <a:pt x="14090" y="17900"/>
                  </a:lnTo>
                  <a:lnTo>
                    <a:pt x="14871" y="17441"/>
                  </a:lnTo>
                  <a:lnTo>
                    <a:pt x="15605" y="16890"/>
                  </a:lnTo>
                  <a:lnTo>
                    <a:pt x="16293" y="16248"/>
                  </a:lnTo>
                  <a:lnTo>
                    <a:pt x="16936" y="15605"/>
                  </a:lnTo>
                  <a:lnTo>
                    <a:pt x="17441" y="14871"/>
                  </a:lnTo>
                  <a:lnTo>
                    <a:pt x="17946" y="14091"/>
                  </a:lnTo>
                  <a:lnTo>
                    <a:pt x="18359" y="13219"/>
                  </a:lnTo>
                  <a:lnTo>
                    <a:pt x="18680" y="12347"/>
                  </a:lnTo>
                  <a:lnTo>
                    <a:pt x="18909" y="11429"/>
                  </a:lnTo>
                  <a:lnTo>
                    <a:pt x="19047" y="10511"/>
                  </a:lnTo>
                  <a:lnTo>
                    <a:pt x="19093" y="9501"/>
                  </a:lnTo>
                  <a:lnTo>
                    <a:pt x="19047" y="8537"/>
                  </a:lnTo>
                  <a:lnTo>
                    <a:pt x="18909" y="7619"/>
                  </a:lnTo>
                  <a:lnTo>
                    <a:pt x="18680" y="6701"/>
                  </a:lnTo>
                  <a:lnTo>
                    <a:pt x="18359" y="5829"/>
                  </a:lnTo>
                  <a:lnTo>
                    <a:pt x="17946" y="4957"/>
                  </a:lnTo>
                  <a:lnTo>
                    <a:pt x="17441" y="4177"/>
                  </a:lnTo>
                  <a:lnTo>
                    <a:pt x="16936" y="3443"/>
                  </a:lnTo>
                  <a:lnTo>
                    <a:pt x="16293" y="2800"/>
                  </a:lnTo>
                  <a:lnTo>
                    <a:pt x="15605" y="2158"/>
                  </a:lnTo>
                  <a:lnTo>
                    <a:pt x="14871" y="1607"/>
                  </a:lnTo>
                  <a:lnTo>
                    <a:pt x="14090" y="1148"/>
                  </a:lnTo>
                  <a:lnTo>
                    <a:pt x="13264" y="735"/>
                  </a:lnTo>
                  <a:lnTo>
                    <a:pt x="12392" y="414"/>
                  </a:lnTo>
                  <a:lnTo>
                    <a:pt x="11474" y="184"/>
                  </a:lnTo>
                  <a:lnTo>
                    <a:pt x="10510" y="47"/>
                  </a:lnTo>
                  <a:lnTo>
                    <a:pt x="95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51"/>
          <p:cNvGrpSpPr/>
          <p:nvPr/>
        </p:nvGrpSpPr>
        <p:grpSpPr>
          <a:xfrm>
            <a:off x="2544784" y="3875134"/>
            <a:ext cx="293480" cy="438104"/>
            <a:chOff x="7491827" y="2815084"/>
            <a:chExt cx="293480" cy="438104"/>
          </a:xfrm>
        </p:grpSpPr>
        <p:sp>
          <p:nvSpPr>
            <p:cNvPr id="607" name="Google Shape;607;p51"/>
            <p:cNvSpPr/>
            <p:nvPr/>
          </p:nvSpPr>
          <p:spPr>
            <a:xfrm>
              <a:off x="7491827" y="2815084"/>
              <a:ext cx="293480" cy="438104"/>
            </a:xfrm>
            <a:custGeom>
              <a:rect b="b" l="l" r="r" t="t"/>
              <a:pathLst>
                <a:path extrusionOk="0" h="19048" w="12760">
                  <a:moveTo>
                    <a:pt x="4039" y="6977"/>
                  </a:moveTo>
                  <a:lnTo>
                    <a:pt x="4406" y="7114"/>
                  </a:lnTo>
                  <a:lnTo>
                    <a:pt x="4727" y="7252"/>
                  </a:lnTo>
                  <a:lnTo>
                    <a:pt x="5049" y="7436"/>
                  </a:lnTo>
                  <a:lnTo>
                    <a:pt x="5324" y="7665"/>
                  </a:lnTo>
                  <a:lnTo>
                    <a:pt x="5508" y="7941"/>
                  </a:lnTo>
                  <a:lnTo>
                    <a:pt x="5691" y="8262"/>
                  </a:lnTo>
                  <a:lnTo>
                    <a:pt x="5829" y="8583"/>
                  </a:lnTo>
                  <a:lnTo>
                    <a:pt x="5921" y="8904"/>
                  </a:lnTo>
                  <a:lnTo>
                    <a:pt x="5921" y="9272"/>
                  </a:lnTo>
                  <a:lnTo>
                    <a:pt x="5921" y="9547"/>
                  </a:lnTo>
                  <a:lnTo>
                    <a:pt x="3626" y="9547"/>
                  </a:lnTo>
                  <a:lnTo>
                    <a:pt x="3075" y="9501"/>
                  </a:lnTo>
                  <a:lnTo>
                    <a:pt x="2662" y="9409"/>
                  </a:lnTo>
                  <a:lnTo>
                    <a:pt x="2295" y="9226"/>
                  </a:lnTo>
                  <a:lnTo>
                    <a:pt x="1974" y="8996"/>
                  </a:lnTo>
                  <a:lnTo>
                    <a:pt x="1698" y="8721"/>
                  </a:lnTo>
                  <a:lnTo>
                    <a:pt x="1469" y="8400"/>
                  </a:lnTo>
                  <a:lnTo>
                    <a:pt x="1285" y="8032"/>
                  </a:lnTo>
                  <a:lnTo>
                    <a:pt x="1147" y="7619"/>
                  </a:lnTo>
                  <a:lnTo>
                    <a:pt x="1147" y="7206"/>
                  </a:lnTo>
                  <a:lnTo>
                    <a:pt x="1147" y="6977"/>
                  </a:lnTo>
                  <a:close/>
                  <a:moveTo>
                    <a:pt x="6517" y="1102"/>
                  </a:moveTo>
                  <a:lnTo>
                    <a:pt x="6839" y="1148"/>
                  </a:lnTo>
                  <a:lnTo>
                    <a:pt x="7160" y="1240"/>
                  </a:lnTo>
                  <a:lnTo>
                    <a:pt x="7435" y="1377"/>
                  </a:lnTo>
                  <a:lnTo>
                    <a:pt x="7711" y="1561"/>
                  </a:lnTo>
                  <a:lnTo>
                    <a:pt x="7894" y="1791"/>
                  </a:lnTo>
                  <a:lnTo>
                    <a:pt x="8078" y="2066"/>
                  </a:lnTo>
                  <a:lnTo>
                    <a:pt x="8170" y="2387"/>
                  </a:lnTo>
                  <a:lnTo>
                    <a:pt x="8261" y="2708"/>
                  </a:lnTo>
                  <a:lnTo>
                    <a:pt x="8812" y="9639"/>
                  </a:lnTo>
                  <a:lnTo>
                    <a:pt x="8353" y="9731"/>
                  </a:lnTo>
                  <a:lnTo>
                    <a:pt x="7894" y="9914"/>
                  </a:lnTo>
                  <a:lnTo>
                    <a:pt x="7481" y="10144"/>
                  </a:lnTo>
                  <a:lnTo>
                    <a:pt x="7114" y="10465"/>
                  </a:lnTo>
                  <a:lnTo>
                    <a:pt x="7114" y="9272"/>
                  </a:lnTo>
                  <a:lnTo>
                    <a:pt x="7022" y="8675"/>
                  </a:lnTo>
                  <a:lnTo>
                    <a:pt x="6884" y="8124"/>
                  </a:lnTo>
                  <a:lnTo>
                    <a:pt x="6655" y="7619"/>
                  </a:lnTo>
                  <a:lnTo>
                    <a:pt x="6380" y="7160"/>
                  </a:lnTo>
                  <a:lnTo>
                    <a:pt x="6012" y="6747"/>
                  </a:lnTo>
                  <a:lnTo>
                    <a:pt x="5553" y="6380"/>
                  </a:lnTo>
                  <a:lnTo>
                    <a:pt x="5095" y="6105"/>
                  </a:lnTo>
                  <a:lnTo>
                    <a:pt x="4544" y="5921"/>
                  </a:lnTo>
                  <a:lnTo>
                    <a:pt x="4819" y="2708"/>
                  </a:lnTo>
                  <a:lnTo>
                    <a:pt x="4865" y="2387"/>
                  </a:lnTo>
                  <a:lnTo>
                    <a:pt x="5003" y="2066"/>
                  </a:lnTo>
                  <a:lnTo>
                    <a:pt x="5140" y="1791"/>
                  </a:lnTo>
                  <a:lnTo>
                    <a:pt x="5370" y="1561"/>
                  </a:lnTo>
                  <a:lnTo>
                    <a:pt x="5599" y="1377"/>
                  </a:lnTo>
                  <a:lnTo>
                    <a:pt x="5875" y="1240"/>
                  </a:lnTo>
                  <a:lnTo>
                    <a:pt x="6196" y="1148"/>
                  </a:lnTo>
                  <a:lnTo>
                    <a:pt x="6517" y="1102"/>
                  </a:lnTo>
                  <a:close/>
                  <a:moveTo>
                    <a:pt x="11658" y="10740"/>
                  </a:moveTo>
                  <a:lnTo>
                    <a:pt x="11658" y="10970"/>
                  </a:lnTo>
                  <a:lnTo>
                    <a:pt x="11612" y="11337"/>
                  </a:lnTo>
                  <a:lnTo>
                    <a:pt x="11520" y="11658"/>
                  </a:lnTo>
                  <a:lnTo>
                    <a:pt x="11428" y="11934"/>
                  </a:lnTo>
                  <a:lnTo>
                    <a:pt x="11245" y="12255"/>
                  </a:lnTo>
                  <a:lnTo>
                    <a:pt x="11015" y="12484"/>
                  </a:lnTo>
                  <a:lnTo>
                    <a:pt x="10786" y="12714"/>
                  </a:lnTo>
                  <a:lnTo>
                    <a:pt x="10510" y="12897"/>
                  </a:lnTo>
                  <a:lnTo>
                    <a:pt x="10235" y="13035"/>
                  </a:lnTo>
                  <a:lnTo>
                    <a:pt x="9776" y="13173"/>
                  </a:lnTo>
                  <a:lnTo>
                    <a:pt x="7114" y="13173"/>
                  </a:lnTo>
                  <a:lnTo>
                    <a:pt x="7114" y="12943"/>
                  </a:lnTo>
                  <a:lnTo>
                    <a:pt x="7114" y="12530"/>
                  </a:lnTo>
                  <a:lnTo>
                    <a:pt x="7252" y="12117"/>
                  </a:lnTo>
                  <a:lnTo>
                    <a:pt x="7481" y="11750"/>
                  </a:lnTo>
                  <a:lnTo>
                    <a:pt x="7756" y="11383"/>
                  </a:lnTo>
                  <a:lnTo>
                    <a:pt x="8078" y="11153"/>
                  </a:lnTo>
                  <a:lnTo>
                    <a:pt x="8445" y="10924"/>
                  </a:lnTo>
                  <a:lnTo>
                    <a:pt x="8858" y="10786"/>
                  </a:lnTo>
                  <a:lnTo>
                    <a:pt x="9271" y="10740"/>
                  </a:lnTo>
                  <a:close/>
                  <a:moveTo>
                    <a:pt x="5921" y="10648"/>
                  </a:moveTo>
                  <a:lnTo>
                    <a:pt x="5921" y="15789"/>
                  </a:lnTo>
                  <a:lnTo>
                    <a:pt x="5508" y="15651"/>
                  </a:lnTo>
                  <a:lnTo>
                    <a:pt x="5095" y="15422"/>
                  </a:lnTo>
                  <a:lnTo>
                    <a:pt x="4727" y="15146"/>
                  </a:lnTo>
                  <a:lnTo>
                    <a:pt x="4406" y="14825"/>
                  </a:lnTo>
                  <a:lnTo>
                    <a:pt x="4177" y="14458"/>
                  </a:lnTo>
                  <a:lnTo>
                    <a:pt x="3993" y="13999"/>
                  </a:lnTo>
                  <a:lnTo>
                    <a:pt x="3901" y="13540"/>
                  </a:lnTo>
                  <a:lnTo>
                    <a:pt x="3901" y="13081"/>
                  </a:lnTo>
                  <a:lnTo>
                    <a:pt x="4131" y="10648"/>
                  </a:lnTo>
                  <a:close/>
                  <a:moveTo>
                    <a:pt x="8904" y="14274"/>
                  </a:moveTo>
                  <a:lnTo>
                    <a:pt x="8812" y="14504"/>
                  </a:lnTo>
                  <a:lnTo>
                    <a:pt x="8537" y="14917"/>
                  </a:lnTo>
                  <a:lnTo>
                    <a:pt x="8353" y="15100"/>
                  </a:lnTo>
                  <a:lnTo>
                    <a:pt x="8124" y="15284"/>
                  </a:lnTo>
                  <a:lnTo>
                    <a:pt x="7894" y="15422"/>
                  </a:lnTo>
                  <a:lnTo>
                    <a:pt x="7665" y="15559"/>
                  </a:lnTo>
                  <a:lnTo>
                    <a:pt x="7389" y="15697"/>
                  </a:lnTo>
                  <a:lnTo>
                    <a:pt x="7114" y="15789"/>
                  </a:lnTo>
                  <a:lnTo>
                    <a:pt x="7114" y="14274"/>
                  </a:lnTo>
                  <a:close/>
                  <a:moveTo>
                    <a:pt x="7206" y="16890"/>
                  </a:moveTo>
                  <a:lnTo>
                    <a:pt x="7206" y="17946"/>
                  </a:lnTo>
                  <a:lnTo>
                    <a:pt x="5921" y="17946"/>
                  </a:lnTo>
                  <a:lnTo>
                    <a:pt x="5921" y="16936"/>
                  </a:lnTo>
                  <a:lnTo>
                    <a:pt x="6563" y="16982"/>
                  </a:lnTo>
                  <a:lnTo>
                    <a:pt x="6884" y="16936"/>
                  </a:lnTo>
                  <a:lnTo>
                    <a:pt x="7206" y="16890"/>
                  </a:lnTo>
                  <a:close/>
                  <a:moveTo>
                    <a:pt x="6517" y="1"/>
                  </a:moveTo>
                  <a:lnTo>
                    <a:pt x="5967" y="47"/>
                  </a:lnTo>
                  <a:lnTo>
                    <a:pt x="5462" y="184"/>
                  </a:lnTo>
                  <a:lnTo>
                    <a:pt x="5003" y="414"/>
                  </a:lnTo>
                  <a:lnTo>
                    <a:pt x="4590" y="735"/>
                  </a:lnTo>
                  <a:lnTo>
                    <a:pt x="4222" y="1102"/>
                  </a:lnTo>
                  <a:lnTo>
                    <a:pt x="3947" y="1561"/>
                  </a:lnTo>
                  <a:lnTo>
                    <a:pt x="3764" y="2066"/>
                  </a:lnTo>
                  <a:lnTo>
                    <a:pt x="3672" y="2571"/>
                  </a:lnTo>
                  <a:lnTo>
                    <a:pt x="3396" y="5784"/>
                  </a:lnTo>
                  <a:lnTo>
                    <a:pt x="597" y="5784"/>
                  </a:lnTo>
                  <a:lnTo>
                    <a:pt x="367" y="5829"/>
                  </a:lnTo>
                  <a:lnTo>
                    <a:pt x="184" y="5967"/>
                  </a:lnTo>
                  <a:lnTo>
                    <a:pt x="46" y="6151"/>
                  </a:lnTo>
                  <a:lnTo>
                    <a:pt x="0" y="6380"/>
                  </a:lnTo>
                  <a:lnTo>
                    <a:pt x="0" y="7160"/>
                  </a:lnTo>
                  <a:lnTo>
                    <a:pt x="46" y="7528"/>
                  </a:lnTo>
                  <a:lnTo>
                    <a:pt x="92" y="7803"/>
                  </a:lnTo>
                  <a:lnTo>
                    <a:pt x="138" y="8124"/>
                  </a:lnTo>
                  <a:lnTo>
                    <a:pt x="230" y="8400"/>
                  </a:lnTo>
                  <a:lnTo>
                    <a:pt x="505" y="8950"/>
                  </a:lnTo>
                  <a:lnTo>
                    <a:pt x="872" y="9455"/>
                  </a:lnTo>
                  <a:lnTo>
                    <a:pt x="1331" y="9868"/>
                  </a:lnTo>
                  <a:lnTo>
                    <a:pt x="1836" y="10235"/>
                  </a:lnTo>
                  <a:lnTo>
                    <a:pt x="2111" y="10327"/>
                  </a:lnTo>
                  <a:lnTo>
                    <a:pt x="2387" y="10465"/>
                  </a:lnTo>
                  <a:lnTo>
                    <a:pt x="2662" y="10557"/>
                  </a:lnTo>
                  <a:lnTo>
                    <a:pt x="2983" y="10603"/>
                  </a:lnTo>
                  <a:lnTo>
                    <a:pt x="2800" y="12943"/>
                  </a:lnTo>
                  <a:lnTo>
                    <a:pt x="2800" y="13494"/>
                  </a:lnTo>
                  <a:lnTo>
                    <a:pt x="2846" y="14045"/>
                  </a:lnTo>
                  <a:lnTo>
                    <a:pt x="3029" y="14550"/>
                  </a:lnTo>
                  <a:lnTo>
                    <a:pt x="3213" y="15055"/>
                  </a:lnTo>
                  <a:lnTo>
                    <a:pt x="3534" y="15513"/>
                  </a:lnTo>
                  <a:lnTo>
                    <a:pt x="3901" y="15881"/>
                  </a:lnTo>
                  <a:lnTo>
                    <a:pt x="4314" y="16248"/>
                  </a:lnTo>
                  <a:lnTo>
                    <a:pt x="4773" y="16569"/>
                  </a:lnTo>
                  <a:lnTo>
                    <a:pt x="4773" y="17992"/>
                  </a:lnTo>
                  <a:lnTo>
                    <a:pt x="4819" y="18221"/>
                  </a:lnTo>
                  <a:lnTo>
                    <a:pt x="4865" y="18405"/>
                  </a:lnTo>
                  <a:lnTo>
                    <a:pt x="4957" y="18589"/>
                  </a:lnTo>
                  <a:lnTo>
                    <a:pt x="5095" y="18772"/>
                  </a:lnTo>
                  <a:lnTo>
                    <a:pt x="5232" y="18864"/>
                  </a:lnTo>
                  <a:lnTo>
                    <a:pt x="5416" y="19002"/>
                  </a:lnTo>
                  <a:lnTo>
                    <a:pt x="5645" y="19047"/>
                  </a:lnTo>
                  <a:lnTo>
                    <a:pt x="7481" y="19047"/>
                  </a:lnTo>
                  <a:lnTo>
                    <a:pt x="7665" y="19002"/>
                  </a:lnTo>
                  <a:lnTo>
                    <a:pt x="7848" y="18864"/>
                  </a:lnTo>
                  <a:lnTo>
                    <a:pt x="8032" y="18772"/>
                  </a:lnTo>
                  <a:lnTo>
                    <a:pt x="8124" y="18589"/>
                  </a:lnTo>
                  <a:lnTo>
                    <a:pt x="8215" y="18405"/>
                  </a:lnTo>
                  <a:lnTo>
                    <a:pt x="8307" y="18221"/>
                  </a:lnTo>
                  <a:lnTo>
                    <a:pt x="8307" y="17992"/>
                  </a:lnTo>
                  <a:lnTo>
                    <a:pt x="8307" y="16477"/>
                  </a:lnTo>
                  <a:lnTo>
                    <a:pt x="8629" y="16294"/>
                  </a:lnTo>
                  <a:lnTo>
                    <a:pt x="8904" y="16064"/>
                  </a:lnTo>
                  <a:lnTo>
                    <a:pt x="9179" y="15835"/>
                  </a:lnTo>
                  <a:lnTo>
                    <a:pt x="9409" y="15559"/>
                  </a:lnTo>
                  <a:lnTo>
                    <a:pt x="9638" y="15238"/>
                  </a:lnTo>
                  <a:lnTo>
                    <a:pt x="9822" y="14917"/>
                  </a:lnTo>
                  <a:lnTo>
                    <a:pt x="9960" y="14596"/>
                  </a:lnTo>
                  <a:lnTo>
                    <a:pt x="10097" y="14228"/>
                  </a:lnTo>
                  <a:lnTo>
                    <a:pt x="10648" y="14045"/>
                  </a:lnTo>
                  <a:lnTo>
                    <a:pt x="11153" y="13815"/>
                  </a:lnTo>
                  <a:lnTo>
                    <a:pt x="11612" y="13494"/>
                  </a:lnTo>
                  <a:lnTo>
                    <a:pt x="11979" y="13081"/>
                  </a:lnTo>
                  <a:lnTo>
                    <a:pt x="12300" y="12622"/>
                  </a:lnTo>
                  <a:lnTo>
                    <a:pt x="12530" y="12117"/>
                  </a:lnTo>
                  <a:lnTo>
                    <a:pt x="12713" y="11521"/>
                  </a:lnTo>
                  <a:lnTo>
                    <a:pt x="12759" y="10970"/>
                  </a:lnTo>
                  <a:lnTo>
                    <a:pt x="12759" y="10144"/>
                  </a:lnTo>
                  <a:lnTo>
                    <a:pt x="12713" y="9960"/>
                  </a:lnTo>
                  <a:lnTo>
                    <a:pt x="12576" y="9776"/>
                  </a:lnTo>
                  <a:lnTo>
                    <a:pt x="12392" y="9639"/>
                  </a:lnTo>
                  <a:lnTo>
                    <a:pt x="12208" y="9593"/>
                  </a:lnTo>
                  <a:lnTo>
                    <a:pt x="9960" y="9593"/>
                  </a:lnTo>
                  <a:lnTo>
                    <a:pt x="9363" y="2571"/>
                  </a:lnTo>
                  <a:lnTo>
                    <a:pt x="9271" y="2066"/>
                  </a:lnTo>
                  <a:lnTo>
                    <a:pt x="9042" y="1561"/>
                  </a:lnTo>
                  <a:lnTo>
                    <a:pt x="8812" y="1102"/>
                  </a:lnTo>
                  <a:lnTo>
                    <a:pt x="8445" y="735"/>
                  </a:lnTo>
                  <a:lnTo>
                    <a:pt x="8032" y="414"/>
                  </a:lnTo>
                  <a:lnTo>
                    <a:pt x="7573" y="184"/>
                  </a:lnTo>
                  <a:lnTo>
                    <a:pt x="7068" y="47"/>
                  </a:lnTo>
                  <a:lnTo>
                    <a:pt x="65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1"/>
            <p:cNvSpPr/>
            <p:nvPr/>
          </p:nvSpPr>
          <p:spPr>
            <a:xfrm>
              <a:off x="7605815" y="2911155"/>
              <a:ext cx="35926" cy="26404"/>
            </a:xfrm>
            <a:custGeom>
              <a:rect b="b" l="l" r="r" t="t"/>
              <a:pathLst>
                <a:path extrusionOk="0" h="1148" w="1562">
                  <a:moveTo>
                    <a:pt x="552" y="0"/>
                  </a:moveTo>
                  <a:lnTo>
                    <a:pt x="368" y="46"/>
                  </a:lnTo>
                  <a:lnTo>
                    <a:pt x="184" y="184"/>
                  </a:lnTo>
                  <a:lnTo>
                    <a:pt x="47" y="367"/>
                  </a:lnTo>
                  <a:lnTo>
                    <a:pt x="1" y="551"/>
                  </a:lnTo>
                  <a:lnTo>
                    <a:pt x="47" y="780"/>
                  </a:lnTo>
                  <a:lnTo>
                    <a:pt x="139" y="964"/>
                  </a:lnTo>
                  <a:lnTo>
                    <a:pt x="322" y="1102"/>
                  </a:lnTo>
                  <a:lnTo>
                    <a:pt x="552" y="1148"/>
                  </a:lnTo>
                  <a:lnTo>
                    <a:pt x="1011" y="1148"/>
                  </a:lnTo>
                  <a:lnTo>
                    <a:pt x="1240" y="1102"/>
                  </a:lnTo>
                  <a:lnTo>
                    <a:pt x="1378" y="964"/>
                  </a:lnTo>
                  <a:lnTo>
                    <a:pt x="1515" y="780"/>
                  </a:lnTo>
                  <a:lnTo>
                    <a:pt x="1561" y="551"/>
                  </a:lnTo>
                  <a:lnTo>
                    <a:pt x="1515" y="367"/>
                  </a:lnTo>
                  <a:lnTo>
                    <a:pt x="1378" y="184"/>
                  </a:lnTo>
                  <a:lnTo>
                    <a:pt x="1194" y="46"/>
                  </a:lnTo>
                  <a:lnTo>
                    <a:pt x="9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1"/>
            <p:cNvSpPr/>
            <p:nvPr/>
          </p:nvSpPr>
          <p:spPr>
            <a:xfrm>
              <a:off x="7644869" y="2958650"/>
              <a:ext cx="35926" cy="25346"/>
            </a:xfrm>
            <a:custGeom>
              <a:rect b="b" l="l" r="r" t="t"/>
              <a:pathLst>
                <a:path extrusionOk="0" h="1102" w="1562">
                  <a:moveTo>
                    <a:pt x="598" y="0"/>
                  </a:moveTo>
                  <a:lnTo>
                    <a:pt x="368" y="46"/>
                  </a:lnTo>
                  <a:lnTo>
                    <a:pt x="185" y="138"/>
                  </a:lnTo>
                  <a:lnTo>
                    <a:pt x="93" y="322"/>
                  </a:lnTo>
                  <a:lnTo>
                    <a:pt x="1" y="551"/>
                  </a:lnTo>
                  <a:lnTo>
                    <a:pt x="47" y="781"/>
                  </a:lnTo>
                  <a:lnTo>
                    <a:pt x="185" y="964"/>
                  </a:lnTo>
                  <a:lnTo>
                    <a:pt x="368" y="1056"/>
                  </a:lnTo>
                  <a:lnTo>
                    <a:pt x="598" y="1102"/>
                  </a:lnTo>
                  <a:lnTo>
                    <a:pt x="1240" y="1102"/>
                  </a:lnTo>
                  <a:lnTo>
                    <a:pt x="1378" y="964"/>
                  </a:lnTo>
                  <a:lnTo>
                    <a:pt x="1516" y="781"/>
                  </a:lnTo>
                  <a:lnTo>
                    <a:pt x="1561" y="597"/>
                  </a:lnTo>
                  <a:lnTo>
                    <a:pt x="1561" y="368"/>
                  </a:lnTo>
                  <a:lnTo>
                    <a:pt x="1424" y="184"/>
                  </a:lnTo>
                  <a:lnTo>
                    <a:pt x="1240" y="46"/>
                  </a:lnTo>
                  <a:lnTo>
                    <a:pt x="10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10" name="Google Shape;610;p51"/>
          <p:cNvCxnSpPr>
            <a:stCxn id="589" idx="6"/>
            <a:endCxn id="587" idx="2"/>
          </p:cNvCxnSpPr>
          <p:nvPr/>
        </p:nvCxnSpPr>
        <p:spPr>
          <a:xfrm flipH="1" rot="10800000">
            <a:off x="2211500" y="2362837"/>
            <a:ext cx="130200" cy="432300"/>
          </a:xfrm>
          <a:prstGeom prst="bentConnector3">
            <a:avLst>
              <a:gd fmla="val 49952" name="adj1"/>
            </a:avLst>
          </a:prstGeom>
          <a:noFill/>
          <a:ln cap="flat" cmpd="sng" w="9525">
            <a:solidFill>
              <a:schemeClr val="lt1"/>
            </a:solidFill>
            <a:prstDash val="solid"/>
            <a:round/>
            <a:headEnd len="med" w="med" type="none"/>
            <a:tailEnd len="med" w="med" type="none"/>
          </a:ln>
        </p:spPr>
      </p:cxnSp>
      <p:cxnSp>
        <p:nvCxnSpPr>
          <p:cNvPr id="611" name="Google Shape;611;p51"/>
          <p:cNvCxnSpPr>
            <a:stCxn id="589" idx="6"/>
            <a:endCxn id="586" idx="2"/>
          </p:cNvCxnSpPr>
          <p:nvPr/>
        </p:nvCxnSpPr>
        <p:spPr>
          <a:xfrm>
            <a:off x="2211500" y="2795137"/>
            <a:ext cx="130200" cy="432300"/>
          </a:xfrm>
          <a:prstGeom prst="bentConnector3">
            <a:avLst>
              <a:gd fmla="val 49952" name="adj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617" name="Google Shape;617;p52"/>
          <p:cNvSpPr txBox="1"/>
          <p:nvPr>
            <p:ph idx="1" type="subTitle"/>
          </p:nvPr>
        </p:nvSpPr>
        <p:spPr>
          <a:xfrm>
            <a:off x="4725900" y="1759553"/>
            <a:ext cx="3698100" cy="273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t>
            </a:r>
            <a:endParaRPr/>
          </a:p>
          <a:p>
            <a:pPr indent="-317500" lvl="0" marL="314325" rtl="0" algn="l">
              <a:spcBef>
                <a:spcPts val="1000"/>
              </a:spcBef>
              <a:spcAft>
                <a:spcPts val="0"/>
              </a:spcAft>
              <a:buSzPts val="1400"/>
              <a:buChar char="●"/>
            </a:pPr>
            <a:r>
              <a:rPr lang="en"/>
              <a:t>Saturn is a gas giant and has several rings. This planet is composed mostly of hydrogen and helium</a:t>
            </a:r>
            <a:endParaRPr/>
          </a:p>
          <a:p>
            <a:pPr indent="-317500" lvl="0" marL="314325" rtl="0" algn="l">
              <a:spcBef>
                <a:spcPts val="1000"/>
              </a:spcBef>
              <a:spcAft>
                <a:spcPts val="0"/>
              </a:spcAft>
              <a:buSzPts val="1400"/>
              <a:buChar char="●"/>
            </a:pPr>
            <a:r>
              <a:rPr lang="en"/>
              <a:t>Earth is the third planet from the Sun and the only one that harbors life in the Solar System. This is where we all live</a:t>
            </a:r>
            <a:endParaRPr/>
          </a:p>
        </p:txBody>
      </p:sp>
      <p:sp>
        <p:nvSpPr>
          <p:cNvPr id="618" name="Google Shape;618;p52"/>
          <p:cNvSpPr txBox="1"/>
          <p:nvPr>
            <p:ph idx="2" type="subTitle"/>
          </p:nvPr>
        </p:nvSpPr>
        <p:spPr>
          <a:xfrm>
            <a:off x="720000" y="1759553"/>
            <a:ext cx="3698100" cy="2736300"/>
          </a:xfrm>
          <a:prstGeom prst="rect">
            <a:avLst/>
          </a:prstGeom>
        </p:spPr>
        <p:txBody>
          <a:bodyPr anchorCtr="0" anchor="t" bIns="91425" lIns="91425" spcFirstLastPara="1" rIns="91425" wrap="square" tIns="91425">
            <a:noAutofit/>
          </a:bodyPr>
          <a:lstStyle/>
          <a:p>
            <a:pPr indent="-317500" lvl="0" marL="257175" rtl="0" algn="l">
              <a:spcBef>
                <a:spcPts val="0"/>
              </a:spcBef>
              <a:spcAft>
                <a:spcPts val="0"/>
              </a:spcAft>
              <a:buSzPts val="1400"/>
              <a:buChar char="●"/>
            </a:pPr>
            <a:r>
              <a:rPr lang="en"/>
              <a:t>Mercury is the closest planet to the Sun and the smallest one in the Solar System—it’s a bit larger than the Moon</a:t>
            </a:r>
            <a:endParaRPr/>
          </a:p>
          <a:p>
            <a:pPr indent="-317500" lvl="0" marL="257175" rtl="0" algn="l">
              <a:spcBef>
                <a:spcPts val="1000"/>
              </a:spcBef>
              <a:spcAft>
                <a:spcPts val="0"/>
              </a:spcAft>
              <a:buSzPts val="1400"/>
              <a:buChar char="●"/>
            </a:pPr>
            <a:r>
              <a:rPr lang="en"/>
              <a:t>Jupiter is a gas giant, the biggest planet in the Solar System and the fourth-brightest object in the night sky</a:t>
            </a:r>
            <a:endParaRPr/>
          </a:p>
          <a:p>
            <a:pPr indent="-317500" lvl="0" marL="257175" rtl="0" algn="l">
              <a:spcBef>
                <a:spcPts val="1000"/>
              </a:spcBef>
              <a:spcAft>
                <a:spcPts val="0"/>
              </a:spcAft>
              <a:buSzPts val="1400"/>
              <a:buChar char="●"/>
            </a:pPr>
            <a:r>
              <a:rPr lang="en"/>
              <a:t>Neptune is the farthest planet from the Sun. It's also the fourth-largest planet by diameter in the Solar System</a:t>
            </a:r>
            <a:endParaRPr/>
          </a:p>
        </p:txBody>
      </p:sp>
      <p:sp>
        <p:nvSpPr>
          <p:cNvPr id="619" name="Google Shape;619;p52"/>
          <p:cNvSpPr txBox="1"/>
          <p:nvPr>
            <p:ph idx="3" type="subTitle"/>
          </p:nvPr>
        </p:nvSpPr>
        <p:spPr>
          <a:xfrm>
            <a:off x="720000" y="1309675"/>
            <a:ext cx="36981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620" name="Google Shape;620;p52"/>
          <p:cNvSpPr txBox="1"/>
          <p:nvPr>
            <p:ph idx="4" type="subTitle"/>
          </p:nvPr>
        </p:nvSpPr>
        <p:spPr>
          <a:xfrm>
            <a:off x="4725900" y="1309675"/>
            <a:ext cx="36981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 name="Shape 624"/>
        <p:cNvGrpSpPr/>
        <p:nvPr/>
      </p:nvGrpSpPr>
      <p:grpSpPr>
        <a:xfrm>
          <a:off x="0" y="0"/>
          <a:ext cx="0" cy="0"/>
          <a:chOff x="0" y="0"/>
          <a:chExt cx="0" cy="0"/>
        </a:xfrm>
      </p:grpSpPr>
      <p:pic>
        <p:nvPicPr>
          <p:cNvPr id="625" name="Google Shape;625;p53" title="Chart">
            <a:hlinkClick r:id="rId3"/>
          </p:cNvPr>
          <p:cNvPicPr preferRelativeResize="0"/>
          <p:nvPr/>
        </p:nvPicPr>
        <p:blipFill>
          <a:blip r:embed="rId4">
            <a:alphaModFix/>
          </a:blip>
          <a:stretch>
            <a:fillRect/>
          </a:stretch>
        </p:blipFill>
        <p:spPr>
          <a:xfrm>
            <a:off x="4877275" y="1017725"/>
            <a:ext cx="3404100" cy="2252380"/>
          </a:xfrm>
          <a:prstGeom prst="rect">
            <a:avLst/>
          </a:prstGeom>
          <a:noFill/>
          <a:ln>
            <a:noFill/>
          </a:ln>
        </p:spPr>
      </p:pic>
      <p:sp>
        <p:nvSpPr>
          <p:cNvPr id="626" name="Google Shape;626;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627" name="Google Shape;627;p53"/>
          <p:cNvSpPr txBox="1"/>
          <p:nvPr/>
        </p:nvSpPr>
        <p:spPr>
          <a:xfrm>
            <a:off x="695250" y="426355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lt1"/>
                </a:solidFill>
                <a:latin typeface="Commissioner"/>
                <a:ea typeface="Commissioner"/>
                <a:cs typeface="Commissioner"/>
                <a:sym typeface="Commissioner"/>
              </a:rPr>
              <a:t>Follow the link in the graph to modify its data and then paste the new one here.</a:t>
            </a:r>
            <a:r>
              <a:rPr b="1" lang="en" sz="1000">
                <a:solidFill>
                  <a:schemeClr val="lt1"/>
                </a:solidFill>
                <a:latin typeface="Commissioner"/>
                <a:ea typeface="Commissioner"/>
                <a:cs typeface="Commissioner"/>
                <a:sym typeface="Commissioner"/>
              </a:rPr>
              <a:t> </a:t>
            </a:r>
            <a:r>
              <a:rPr b="1" lang="en" sz="1000" u="sng">
                <a:solidFill>
                  <a:schemeClr val="lt1"/>
                </a:solidFill>
                <a:latin typeface="Commissioner"/>
                <a:ea typeface="Commissioner"/>
                <a:cs typeface="Commissioner"/>
                <a:sym typeface="Commissioner"/>
                <a:hlinkClick r:id="rId5">
                  <a:extLst>
                    <a:ext uri="{A12FA001-AC4F-418D-AE19-62706E023703}">
                      <ahyp:hlinkClr val="tx"/>
                    </a:ext>
                  </a:extLst>
                </a:hlinkClick>
              </a:rPr>
              <a:t>For more info, click here</a:t>
            </a:r>
            <a:endParaRPr b="1" sz="1000" u="sng">
              <a:solidFill>
                <a:schemeClr val="lt1"/>
              </a:solidFill>
              <a:latin typeface="Commissioner"/>
              <a:ea typeface="Commissioner"/>
              <a:cs typeface="Commissioner"/>
              <a:sym typeface="Commissioner"/>
            </a:endParaRPr>
          </a:p>
        </p:txBody>
      </p:sp>
      <p:sp>
        <p:nvSpPr>
          <p:cNvPr id="628" name="Google Shape;628;p53"/>
          <p:cNvSpPr txBox="1"/>
          <p:nvPr/>
        </p:nvSpPr>
        <p:spPr>
          <a:xfrm>
            <a:off x="5234950" y="3187921"/>
            <a:ext cx="1496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Public Sans"/>
                <a:ea typeface="Public Sans"/>
                <a:cs typeface="Public Sans"/>
                <a:sym typeface="Public Sans"/>
              </a:rPr>
              <a:t>Venus</a:t>
            </a:r>
            <a:endParaRPr sz="2000">
              <a:solidFill>
                <a:schemeClr val="dk1"/>
              </a:solidFill>
              <a:latin typeface="Public Sans"/>
              <a:ea typeface="Public Sans"/>
              <a:cs typeface="Public Sans"/>
              <a:sym typeface="Public Sans"/>
            </a:endParaRPr>
          </a:p>
        </p:txBody>
      </p:sp>
      <p:sp>
        <p:nvSpPr>
          <p:cNvPr id="629" name="Google Shape;629;p53"/>
          <p:cNvSpPr txBox="1"/>
          <p:nvPr/>
        </p:nvSpPr>
        <p:spPr>
          <a:xfrm>
            <a:off x="5234950" y="3582100"/>
            <a:ext cx="1496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Venus has a beautiful name</a:t>
            </a:r>
            <a:endParaRPr>
              <a:solidFill>
                <a:schemeClr val="lt1"/>
              </a:solidFill>
              <a:latin typeface="Commissioner"/>
              <a:ea typeface="Commissioner"/>
              <a:cs typeface="Commissioner"/>
              <a:sym typeface="Commissioner"/>
            </a:endParaRPr>
          </a:p>
        </p:txBody>
      </p:sp>
      <p:sp>
        <p:nvSpPr>
          <p:cNvPr id="630" name="Google Shape;630;p53"/>
          <p:cNvSpPr txBox="1"/>
          <p:nvPr/>
        </p:nvSpPr>
        <p:spPr>
          <a:xfrm>
            <a:off x="6931900" y="3187921"/>
            <a:ext cx="1496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Public Sans"/>
                <a:ea typeface="Public Sans"/>
                <a:cs typeface="Public Sans"/>
                <a:sym typeface="Public Sans"/>
              </a:rPr>
              <a:t>Mercury</a:t>
            </a:r>
            <a:endParaRPr sz="2000">
              <a:solidFill>
                <a:schemeClr val="dk1"/>
              </a:solidFill>
              <a:latin typeface="Public Sans"/>
              <a:ea typeface="Public Sans"/>
              <a:cs typeface="Public Sans"/>
              <a:sym typeface="Public Sans"/>
            </a:endParaRPr>
          </a:p>
        </p:txBody>
      </p:sp>
      <p:sp>
        <p:nvSpPr>
          <p:cNvPr id="631" name="Google Shape;631;p53"/>
          <p:cNvSpPr txBox="1"/>
          <p:nvPr/>
        </p:nvSpPr>
        <p:spPr>
          <a:xfrm>
            <a:off x="6931900" y="3582100"/>
            <a:ext cx="1496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Mercury is quite a small planet</a:t>
            </a:r>
            <a:endParaRPr>
              <a:solidFill>
                <a:schemeClr val="lt1"/>
              </a:solidFill>
              <a:latin typeface="Commissioner"/>
              <a:ea typeface="Commissioner"/>
              <a:cs typeface="Commissioner"/>
              <a:sym typeface="Commissioner"/>
            </a:endParaRPr>
          </a:p>
        </p:txBody>
      </p:sp>
      <p:sp>
        <p:nvSpPr>
          <p:cNvPr id="632" name="Google Shape;632;p53"/>
          <p:cNvSpPr/>
          <p:nvPr/>
        </p:nvSpPr>
        <p:spPr>
          <a:xfrm>
            <a:off x="5065000" y="3363525"/>
            <a:ext cx="91800" cy="70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3"/>
          <p:cNvSpPr/>
          <p:nvPr/>
        </p:nvSpPr>
        <p:spPr>
          <a:xfrm>
            <a:off x="6761900" y="3363525"/>
            <a:ext cx="91800" cy="70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3"/>
          <p:cNvSpPr txBox="1"/>
          <p:nvPr/>
        </p:nvSpPr>
        <p:spPr>
          <a:xfrm>
            <a:off x="713225" y="1213000"/>
            <a:ext cx="3465600" cy="294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Mercury is the closest planet to the Sun and the smallest one in the Solar System </a:t>
            </a:r>
            <a:r>
              <a:rPr lang="en">
                <a:solidFill>
                  <a:schemeClr val="lt1"/>
                </a:solidFill>
                <a:latin typeface="Commissioner"/>
                <a:ea typeface="Commissioner"/>
                <a:cs typeface="Commissioner"/>
                <a:sym typeface="Commissioner"/>
              </a:rPr>
              <a:t>The planet’s name has nothing to do with the liquid metal</a:t>
            </a:r>
            <a:endParaRPr>
              <a:solidFill>
                <a:schemeClr val="lt1"/>
              </a:solidFill>
              <a:latin typeface="Commissioner"/>
              <a:ea typeface="Commissioner"/>
              <a:cs typeface="Commissioner"/>
              <a:sym typeface="Commissioner"/>
            </a:endParaRPr>
          </a:p>
          <a:p>
            <a:pPr indent="-317500" lvl="0" marL="457200" rtl="0" algn="l">
              <a:lnSpc>
                <a:spcPct val="115000"/>
              </a:lnSpc>
              <a:spcBef>
                <a:spcPts val="100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The Sun is the star at the center of the Solar System</a:t>
            </a:r>
            <a:endParaRPr>
              <a:solidFill>
                <a:schemeClr val="lt1"/>
              </a:solidFill>
              <a:latin typeface="Commissioner"/>
              <a:ea typeface="Commissioner"/>
              <a:cs typeface="Commissioner"/>
              <a:sym typeface="Commissioner"/>
            </a:endParaRPr>
          </a:p>
          <a:p>
            <a:pPr indent="-317500" lvl="0" marL="457200" rtl="0" algn="l">
              <a:lnSpc>
                <a:spcPct val="115000"/>
              </a:lnSpc>
              <a:spcBef>
                <a:spcPts val="100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Jupiter is the biggest planet in the entire Solar System</a:t>
            </a:r>
            <a:endParaRPr>
              <a:solidFill>
                <a:schemeClr val="lt1"/>
              </a:solidFill>
              <a:latin typeface="Commissioner"/>
              <a:ea typeface="Commissioner"/>
              <a:cs typeface="Commissioner"/>
              <a:sym typeface="Commissioner"/>
            </a:endParaRPr>
          </a:p>
          <a:p>
            <a:pPr indent="-317500" lvl="0" marL="457200" rtl="0" algn="l">
              <a:lnSpc>
                <a:spcPct val="115000"/>
              </a:lnSpc>
              <a:spcBef>
                <a:spcPts val="100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Saturn is composed mostly of hydrogen and helium</a:t>
            </a:r>
            <a:endParaRPr>
              <a:solidFill>
                <a:schemeClr val="lt1"/>
              </a:solidFill>
              <a:latin typeface="Commissioner"/>
              <a:ea typeface="Commissioner"/>
              <a:cs typeface="Commissioner"/>
              <a:sym typeface="Commissione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 name="Shape 638"/>
        <p:cNvGrpSpPr/>
        <p:nvPr/>
      </p:nvGrpSpPr>
      <p:grpSpPr>
        <a:xfrm>
          <a:off x="0" y="0"/>
          <a:ext cx="0" cy="0"/>
          <a:chOff x="0" y="0"/>
          <a:chExt cx="0" cy="0"/>
        </a:xfrm>
      </p:grpSpPr>
      <p:sp>
        <p:nvSpPr>
          <p:cNvPr id="639" name="Google Shape;639;p54"/>
          <p:cNvSpPr/>
          <p:nvPr/>
        </p:nvSpPr>
        <p:spPr>
          <a:xfrm>
            <a:off x="5272325" y="2581900"/>
            <a:ext cx="3158400" cy="14037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40" name="Google Shape;640;p54" title="Chart">
            <a:hlinkClick r:id="rId3"/>
          </p:cNvPr>
          <p:cNvPicPr preferRelativeResize="0"/>
          <p:nvPr/>
        </p:nvPicPr>
        <p:blipFill>
          <a:blip r:embed="rId4">
            <a:alphaModFix/>
          </a:blip>
          <a:stretch>
            <a:fillRect/>
          </a:stretch>
        </p:blipFill>
        <p:spPr>
          <a:xfrm>
            <a:off x="587300" y="1454279"/>
            <a:ext cx="4384074" cy="2710804"/>
          </a:xfrm>
          <a:prstGeom prst="rect">
            <a:avLst/>
          </a:prstGeom>
          <a:noFill/>
          <a:ln>
            <a:noFill/>
          </a:ln>
        </p:spPr>
      </p:pic>
      <p:sp>
        <p:nvSpPr>
          <p:cNvPr id="641" name="Google Shape;641;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t>
            </a:r>
            <a:r>
              <a:rPr lang="en"/>
              <a:t>of the results</a:t>
            </a:r>
            <a:endParaRPr/>
          </a:p>
        </p:txBody>
      </p:sp>
      <p:sp>
        <p:nvSpPr>
          <p:cNvPr id="642" name="Google Shape;642;p54"/>
          <p:cNvSpPr txBox="1"/>
          <p:nvPr>
            <p:ph idx="4294967295" type="title"/>
          </p:nvPr>
        </p:nvSpPr>
        <p:spPr>
          <a:xfrm>
            <a:off x="5366075" y="1398746"/>
            <a:ext cx="14961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Mercury</a:t>
            </a:r>
            <a:endParaRPr sz="2000"/>
          </a:p>
        </p:txBody>
      </p:sp>
      <p:sp>
        <p:nvSpPr>
          <p:cNvPr id="643" name="Google Shape;643;p54"/>
          <p:cNvSpPr txBox="1"/>
          <p:nvPr>
            <p:ph idx="4294967295" type="subTitle"/>
          </p:nvPr>
        </p:nvSpPr>
        <p:spPr>
          <a:xfrm>
            <a:off x="5366075" y="1792917"/>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Mercury is quite a small planet</a:t>
            </a:r>
            <a:endParaRPr/>
          </a:p>
        </p:txBody>
      </p:sp>
      <p:sp>
        <p:nvSpPr>
          <p:cNvPr id="644" name="Google Shape;644;p54"/>
          <p:cNvSpPr txBox="1"/>
          <p:nvPr>
            <p:ph idx="4294967295" type="title"/>
          </p:nvPr>
        </p:nvSpPr>
        <p:spPr>
          <a:xfrm>
            <a:off x="7063025" y="1398746"/>
            <a:ext cx="14961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Venus</a:t>
            </a:r>
            <a:endParaRPr sz="2000"/>
          </a:p>
        </p:txBody>
      </p:sp>
      <p:sp>
        <p:nvSpPr>
          <p:cNvPr id="645" name="Google Shape;645;p54"/>
          <p:cNvSpPr txBox="1"/>
          <p:nvPr>
            <p:ph idx="4294967295" type="subTitle"/>
          </p:nvPr>
        </p:nvSpPr>
        <p:spPr>
          <a:xfrm>
            <a:off x="7063025" y="1792917"/>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Venus has a beautiful name</a:t>
            </a:r>
            <a:endParaRPr/>
          </a:p>
        </p:txBody>
      </p:sp>
      <p:sp>
        <p:nvSpPr>
          <p:cNvPr id="646" name="Google Shape;646;p54"/>
          <p:cNvSpPr/>
          <p:nvPr/>
        </p:nvSpPr>
        <p:spPr>
          <a:xfrm>
            <a:off x="5272325" y="1574350"/>
            <a:ext cx="91800" cy="791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4"/>
          <p:cNvSpPr/>
          <p:nvPr/>
        </p:nvSpPr>
        <p:spPr>
          <a:xfrm>
            <a:off x="6969225" y="1574350"/>
            <a:ext cx="91800" cy="791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4"/>
          <p:cNvSpPr txBox="1"/>
          <p:nvPr/>
        </p:nvSpPr>
        <p:spPr>
          <a:xfrm>
            <a:off x="5353175" y="2726376"/>
            <a:ext cx="1698900" cy="428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Public Sans"/>
                <a:ea typeface="Public Sans"/>
                <a:cs typeface="Public Sans"/>
                <a:sym typeface="Public Sans"/>
              </a:rPr>
              <a:t>M</a:t>
            </a:r>
            <a:r>
              <a:rPr lang="en" sz="2000">
                <a:solidFill>
                  <a:schemeClr val="dk1"/>
                </a:solidFill>
                <a:latin typeface="Public Sans"/>
                <a:ea typeface="Public Sans"/>
                <a:cs typeface="Public Sans"/>
                <a:sym typeface="Public Sans"/>
              </a:rPr>
              <a:t>ars</a:t>
            </a:r>
            <a:endParaRPr sz="2000">
              <a:solidFill>
                <a:schemeClr val="dk1"/>
              </a:solidFill>
              <a:latin typeface="Public Sans"/>
              <a:ea typeface="Public Sans"/>
              <a:cs typeface="Public Sans"/>
              <a:sym typeface="Public Sans"/>
            </a:endParaRPr>
          </a:p>
        </p:txBody>
      </p:sp>
      <p:sp>
        <p:nvSpPr>
          <p:cNvPr id="649" name="Google Shape;649;p54"/>
          <p:cNvSpPr txBox="1"/>
          <p:nvPr/>
        </p:nvSpPr>
        <p:spPr>
          <a:xfrm>
            <a:off x="5353175" y="3021526"/>
            <a:ext cx="1698900" cy="81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Despite being red, Mars is actually a cold place</a:t>
            </a:r>
            <a:endParaRPr>
              <a:solidFill>
                <a:schemeClr val="lt1"/>
              </a:solidFill>
              <a:latin typeface="Commissioner"/>
              <a:ea typeface="Commissioner"/>
              <a:cs typeface="Commissioner"/>
              <a:sym typeface="Commissioner"/>
            </a:endParaRPr>
          </a:p>
        </p:txBody>
      </p:sp>
      <p:sp>
        <p:nvSpPr>
          <p:cNvPr id="650" name="Google Shape;650;p54"/>
          <p:cNvSpPr txBox="1"/>
          <p:nvPr/>
        </p:nvSpPr>
        <p:spPr>
          <a:xfrm>
            <a:off x="7256876" y="3121450"/>
            <a:ext cx="945300" cy="35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ublic Sans"/>
                <a:ea typeface="Public Sans"/>
                <a:cs typeface="Public Sans"/>
                <a:sym typeface="Public Sans"/>
              </a:rPr>
              <a:t>50</a:t>
            </a:r>
            <a:r>
              <a:rPr b="1" lang="en" sz="2000">
                <a:solidFill>
                  <a:schemeClr val="dk1"/>
                </a:solidFill>
                <a:latin typeface="Public Sans"/>
                <a:ea typeface="Public Sans"/>
                <a:cs typeface="Public Sans"/>
                <a:sym typeface="Public Sans"/>
              </a:rPr>
              <a:t>%</a:t>
            </a:r>
            <a:endParaRPr b="1" sz="2000">
              <a:solidFill>
                <a:schemeClr val="dk1"/>
              </a:solidFill>
              <a:latin typeface="Public Sans"/>
              <a:ea typeface="Public Sans"/>
              <a:cs typeface="Public Sans"/>
              <a:sym typeface="Public Sans"/>
            </a:endParaRPr>
          </a:p>
        </p:txBody>
      </p:sp>
      <p:sp>
        <p:nvSpPr>
          <p:cNvPr id="651" name="Google Shape;651;p54"/>
          <p:cNvSpPr txBox="1"/>
          <p:nvPr/>
        </p:nvSpPr>
        <p:spPr>
          <a:xfrm>
            <a:off x="713225" y="4234175"/>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lt1"/>
                </a:solidFill>
                <a:latin typeface="Commissioner"/>
                <a:ea typeface="Commissioner"/>
                <a:cs typeface="Commissioner"/>
                <a:sym typeface="Commissioner"/>
              </a:rPr>
              <a:t>Follow the link in the graph to modify its data and then paste the new one here.</a:t>
            </a:r>
            <a:r>
              <a:rPr b="1" lang="en" sz="1000">
                <a:solidFill>
                  <a:schemeClr val="lt1"/>
                </a:solidFill>
                <a:latin typeface="Commissioner"/>
                <a:ea typeface="Commissioner"/>
                <a:cs typeface="Commissioner"/>
                <a:sym typeface="Commissioner"/>
              </a:rPr>
              <a:t> </a:t>
            </a:r>
            <a:r>
              <a:rPr b="1" lang="en" sz="1000" u="sng">
                <a:solidFill>
                  <a:schemeClr val="lt1"/>
                </a:solidFill>
                <a:latin typeface="Commissioner"/>
                <a:ea typeface="Commissioner"/>
                <a:cs typeface="Commissioner"/>
                <a:sym typeface="Commissioner"/>
                <a:hlinkClick r:id="rId5">
                  <a:extLst>
                    <a:ext uri="{A12FA001-AC4F-418D-AE19-62706E023703}">
                      <ahyp:hlinkClr val="tx"/>
                    </a:ext>
                  </a:extLst>
                </a:hlinkClick>
              </a:rPr>
              <a:t>For more info, click here</a:t>
            </a:r>
            <a:endParaRPr b="1" sz="1000" u="sng">
              <a:solidFill>
                <a:schemeClr val="lt1"/>
              </a:solidFill>
              <a:latin typeface="Commissioner"/>
              <a:ea typeface="Commissioner"/>
              <a:cs typeface="Commissioner"/>
              <a:sym typeface="Commissioner"/>
            </a:endParaRPr>
          </a:p>
        </p:txBody>
      </p:sp>
      <p:sp>
        <p:nvSpPr>
          <p:cNvPr id="652" name="Google Shape;652;p54"/>
          <p:cNvSpPr/>
          <p:nvPr/>
        </p:nvSpPr>
        <p:spPr>
          <a:xfrm>
            <a:off x="7256877" y="2827249"/>
            <a:ext cx="945300" cy="945300"/>
          </a:xfrm>
          <a:prstGeom prst="donut">
            <a:avLst>
              <a:gd fmla="val 1193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4"/>
          <p:cNvSpPr/>
          <p:nvPr/>
        </p:nvSpPr>
        <p:spPr>
          <a:xfrm flipH="1">
            <a:off x="7256877" y="2827061"/>
            <a:ext cx="945300" cy="945300"/>
          </a:xfrm>
          <a:prstGeom prst="blockArc">
            <a:avLst>
              <a:gd fmla="val 5386824" name="adj1"/>
              <a:gd fmla="val 16203237" name="adj2"/>
              <a:gd fmla="val 11816" name="adj3"/>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 name="Shape 657"/>
        <p:cNvGrpSpPr/>
        <p:nvPr/>
      </p:nvGrpSpPr>
      <p:grpSpPr>
        <a:xfrm>
          <a:off x="0" y="0"/>
          <a:ext cx="0" cy="0"/>
          <a:chOff x="0" y="0"/>
          <a:chExt cx="0" cy="0"/>
        </a:xfrm>
      </p:grpSpPr>
      <p:sp>
        <p:nvSpPr>
          <p:cNvPr id="658" name="Google Shape;658;p55"/>
          <p:cNvSpPr txBox="1"/>
          <p:nvPr/>
        </p:nvSpPr>
        <p:spPr>
          <a:xfrm flipH="1">
            <a:off x="5636625" y="1237650"/>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Public Sans"/>
                <a:ea typeface="Public Sans"/>
                <a:cs typeface="Public Sans"/>
                <a:sym typeface="Public Sans"/>
              </a:rPr>
              <a:t>Venus</a:t>
            </a:r>
            <a:endParaRPr sz="2000">
              <a:solidFill>
                <a:schemeClr val="dk1"/>
              </a:solidFill>
              <a:latin typeface="Public Sans"/>
              <a:ea typeface="Public Sans"/>
              <a:cs typeface="Public Sans"/>
              <a:sym typeface="Public Sans"/>
            </a:endParaRPr>
          </a:p>
        </p:txBody>
      </p:sp>
      <p:sp>
        <p:nvSpPr>
          <p:cNvPr id="659" name="Google Shape;659;p55"/>
          <p:cNvSpPr txBox="1"/>
          <p:nvPr/>
        </p:nvSpPr>
        <p:spPr>
          <a:xfrm flipH="1">
            <a:off x="5636625" y="3471630"/>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Public Sans"/>
                <a:ea typeface="Public Sans"/>
                <a:cs typeface="Public Sans"/>
                <a:sym typeface="Public Sans"/>
              </a:rPr>
              <a:t>Mars</a:t>
            </a:r>
            <a:endParaRPr sz="2000">
              <a:solidFill>
                <a:schemeClr val="dk1"/>
              </a:solidFill>
              <a:latin typeface="Public Sans"/>
              <a:ea typeface="Public Sans"/>
              <a:cs typeface="Public Sans"/>
              <a:sym typeface="Public Sans"/>
            </a:endParaRPr>
          </a:p>
        </p:txBody>
      </p:sp>
      <p:sp>
        <p:nvSpPr>
          <p:cNvPr id="660" name="Google Shape;660;p55"/>
          <p:cNvSpPr txBox="1"/>
          <p:nvPr/>
        </p:nvSpPr>
        <p:spPr>
          <a:xfrm flipH="1">
            <a:off x="5636650" y="2354640"/>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Public Sans"/>
                <a:ea typeface="Public Sans"/>
                <a:cs typeface="Public Sans"/>
                <a:sym typeface="Public Sans"/>
              </a:rPr>
              <a:t>Mercury</a:t>
            </a:r>
            <a:endParaRPr sz="2000">
              <a:solidFill>
                <a:schemeClr val="dk1"/>
              </a:solidFill>
              <a:latin typeface="Public Sans"/>
              <a:ea typeface="Public Sans"/>
              <a:cs typeface="Public Sans"/>
              <a:sym typeface="Public Sans"/>
            </a:endParaRPr>
          </a:p>
        </p:txBody>
      </p:sp>
      <p:sp>
        <p:nvSpPr>
          <p:cNvPr id="661" name="Google Shape;661;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t>map</a:t>
            </a:r>
            <a:endParaRPr/>
          </a:p>
        </p:txBody>
      </p:sp>
      <p:sp>
        <p:nvSpPr>
          <p:cNvPr id="662" name="Google Shape;662;p55"/>
          <p:cNvSpPr txBox="1"/>
          <p:nvPr/>
        </p:nvSpPr>
        <p:spPr>
          <a:xfrm flipH="1">
            <a:off x="5636637" y="1545839"/>
            <a:ext cx="21432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Commissioner"/>
                <a:ea typeface="Commissioner"/>
                <a:cs typeface="Commissioner"/>
                <a:sym typeface="Commissioner"/>
              </a:rPr>
              <a:t>Venus is the second planet from the Sun</a:t>
            </a:r>
            <a:endParaRPr>
              <a:solidFill>
                <a:schemeClr val="lt1"/>
              </a:solidFill>
              <a:latin typeface="Commissioner"/>
              <a:ea typeface="Commissioner"/>
              <a:cs typeface="Commissioner"/>
              <a:sym typeface="Commissioner"/>
            </a:endParaRPr>
          </a:p>
        </p:txBody>
      </p:sp>
      <p:sp>
        <p:nvSpPr>
          <p:cNvPr id="663" name="Google Shape;663;p55"/>
          <p:cNvSpPr txBox="1"/>
          <p:nvPr/>
        </p:nvSpPr>
        <p:spPr>
          <a:xfrm flipH="1">
            <a:off x="5636637" y="3779819"/>
            <a:ext cx="21432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Commissioner"/>
                <a:ea typeface="Commissioner"/>
                <a:cs typeface="Commissioner"/>
                <a:sym typeface="Commissioner"/>
              </a:rPr>
              <a:t>Despite being red, Mars is a very cold place</a:t>
            </a:r>
            <a:endParaRPr>
              <a:solidFill>
                <a:schemeClr val="lt1"/>
              </a:solidFill>
              <a:latin typeface="Commissioner"/>
              <a:ea typeface="Commissioner"/>
              <a:cs typeface="Commissioner"/>
              <a:sym typeface="Commissioner"/>
            </a:endParaRPr>
          </a:p>
        </p:txBody>
      </p:sp>
      <p:sp>
        <p:nvSpPr>
          <p:cNvPr id="664" name="Google Shape;664;p55"/>
          <p:cNvSpPr txBox="1"/>
          <p:nvPr/>
        </p:nvSpPr>
        <p:spPr>
          <a:xfrm flipH="1">
            <a:off x="5636651" y="2662829"/>
            <a:ext cx="21432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Commissioner"/>
                <a:ea typeface="Commissioner"/>
                <a:cs typeface="Commissioner"/>
                <a:sym typeface="Commissioner"/>
              </a:rPr>
              <a:t>Mercury is the closest planet to the Sun</a:t>
            </a:r>
            <a:endParaRPr>
              <a:solidFill>
                <a:schemeClr val="lt1"/>
              </a:solidFill>
              <a:latin typeface="Commissioner"/>
              <a:ea typeface="Commissioner"/>
              <a:cs typeface="Commissioner"/>
              <a:sym typeface="Commissioner"/>
            </a:endParaRPr>
          </a:p>
        </p:txBody>
      </p:sp>
      <p:grpSp>
        <p:nvGrpSpPr>
          <p:cNvPr id="665" name="Google Shape;665;p55"/>
          <p:cNvGrpSpPr/>
          <p:nvPr/>
        </p:nvGrpSpPr>
        <p:grpSpPr>
          <a:xfrm>
            <a:off x="620941" y="1496643"/>
            <a:ext cx="4919741" cy="2620545"/>
            <a:chOff x="233350" y="949250"/>
            <a:chExt cx="7137300" cy="3802300"/>
          </a:xfrm>
        </p:grpSpPr>
        <p:sp>
          <p:nvSpPr>
            <p:cNvPr id="666" name="Google Shape;666;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 name="Google Shape;717;p55"/>
          <p:cNvSpPr/>
          <p:nvPr/>
        </p:nvSpPr>
        <p:spPr>
          <a:xfrm flipH="1">
            <a:off x="1158049" y="179920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5"/>
          <p:cNvSpPr/>
          <p:nvPr/>
        </p:nvSpPr>
        <p:spPr>
          <a:xfrm flipH="1">
            <a:off x="3146099" y="261018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5"/>
          <p:cNvSpPr/>
          <p:nvPr/>
        </p:nvSpPr>
        <p:spPr>
          <a:xfrm flipH="1">
            <a:off x="4510949" y="2662814"/>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5"/>
          <p:cNvSpPr/>
          <p:nvPr/>
        </p:nvSpPr>
        <p:spPr>
          <a:xfrm>
            <a:off x="7875833" y="1261813"/>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5"/>
          <p:cNvSpPr/>
          <p:nvPr/>
        </p:nvSpPr>
        <p:spPr>
          <a:xfrm>
            <a:off x="7875833" y="2386155"/>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5"/>
          <p:cNvSpPr/>
          <p:nvPr/>
        </p:nvSpPr>
        <p:spPr>
          <a:xfrm>
            <a:off x="7875833" y="3504003"/>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 name="Shape 726"/>
        <p:cNvGrpSpPr/>
        <p:nvPr/>
      </p:nvGrpSpPr>
      <p:grpSpPr>
        <a:xfrm>
          <a:off x="0" y="0"/>
          <a:ext cx="0" cy="0"/>
          <a:chOff x="0" y="0"/>
          <a:chExt cx="0" cy="0"/>
        </a:xfrm>
      </p:grpSpPr>
      <p:sp>
        <p:nvSpPr>
          <p:cNvPr id="727" name="Google Shape;727;p56"/>
          <p:cNvSpPr txBox="1"/>
          <p:nvPr/>
        </p:nvSpPr>
        <p:spPr>
          <a:xfrm>
            <a:off x="4915227" y="1393475"/>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1</a:t>
            </a:r>
            <a:endParaRPr>
              <a:latin typeface="Commissioner"/>
              <a:ea typeface="Commissioner"/>
              <a:cs typeface="Commissioner"/>
              <a:sym typeface="Commissioner"/>
            </a:endParaRPr>
          </a:p>
        </p:txBody>
      </p:sp>
      <p:sp>
        <p:nvSpPr>
          <p:cNvPr id="728" name="Google Shape;728;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729" name="Google Shape;729;p56"/>
          <p:cNvSpPr txBox="1"/>
          <p:nvPr/>
        </p:nvSpPr>
        <p:spPr>
          <a:xfrm>
            <a:off x="720000" y="1424775"/>
            <a:ext cx="4144500" cy="3060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Despite being red, Mars is actually a cold place. It's full of iron oxide dust, which gives the planet its reddish cast. Earth is the third planet from the Sun and the only one that harbors life in the Solar System. This is where we all live:</a:t>
            </a:r>
            <a:endParaRPr>
              <a:solidFill>
                <a:schemeClr val="lt1"/>
              </a:solidFill>
              <a:latin typeface="Commissioner"/>
              <a:ea typeface="Commissioner"/>
              <a:cs typeface="Commissioner"/>
              <a:sym typeface="Commissioner"/>
            </a:endParaRPr>
          </a:p>
          <a:p>
            <a:pPr indent="-317500" lvl="0" marL="457200" rtl="0" algn="l">
              <a:lnSpc>
                <a:spcPct val="115000"/>
              </a:lnSpc>
              <a:spcBef>
                <a:spcPts val="100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Ceres is located in the main asteroid belt</a:t>
            </a:r>
            <a:endParaRPr>
              <a:solidFill>
                <a:schemeClr val="lt1"/>
              </a:solidFill>
              <a:latin typeface="Commissioner"/>
              <a:ea typeface="Commissioner"/>
              <a:cs typeface="Commissioner"/>
              <a:sym typeface="Commissioner"/>
            </a:endParaRPr>
          </a:p>
          <a:p>
            <a:pPr indent="-317500" lvl="0" marL="457200" rtl="0" algn="l">
              <a:lnSpc>
                <a:spcPct val="115000"/>
              </a:lnSpc>
              <a:spcBef>
                <a:spcPts val="100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The Moon is Earth’s natural satellite</a:t>
            </a:r>
            <a:endParaRPr>
              <a:solidFill>
                <a:schemeClr val="lt1"/>
              </a:solidFill>
              <a:latin typeface="Commissioner"/>
              <a:ea typeface="Commissioner"/>
              <a:cs typeface="Commissioner"/>
              <a:sym typeface="Commissioner"/>
            </a:endParaRPr>
          </a:p>
          <a:p>
            <a:pPr indent="-317500" lvl="0" marL="457200" rtl="0" algn="l">
              <a:lnSpc>
                <a:spcPct val="115000"/>
              </a:lnSpc>
              <a:spcBef>
                <a:spcPts val="100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Neptune is very far away from us</a:t>
            </a:r>
            <a:endParaRPr>
              <a:solidFill>
                <a:schemeClr val="lt1"/>
              </a:solidFill>
              <a:latin typeface="Commissioner"/>
              <a:ea typeface="Commissioner"/>
              <a:cs typeface="Commissioner"/>
              <a:sym typeface="Commissioner"/>
            </a:endParaRPr>
          </a:p>
          <a:p>
            <a:pPr indent="-317500" lvl="0" marL="457200" rtl="0" algn="l">
              <a:lnSpc>
                <a:spcPct val="115000"/>
              </a:lnSpc>
              <a:spcBef>
                <a:spcPts val="1000"/>
              </a:spcBef>
              <a:spcAft>
                <a:spcPts val="0"/>
              </a:spcAft>
              <a:buClr>
                <a:schemeClr val="lt1"/>
              </a:buClr>
              <a:buSzPts val="1400"/>
              <a:buFont typeface="Commissioner"/>
              <a:buChar char="●"/>
            </a:pPr>
            <a:r>
              <a:rPr lang="en">
                <a:solidFill>
                  <a:schemeClr val="lt1"/>
                </a:solidFill>
                <a:latin typeface="Commissioner"/>
                <a:ea typeface="Commissioner"/>
                <a:cs typeface="Commissioner"/>
                <a:sym typeface="Commissioner"/>
              </a:rPr>
              <a:t>Pluto is now considered a dwarf planet</a:t>
            </a:r>
            <a:endParaRPr>
              <a:solidFill>
                <a:schemeClr val="lt1"/>
              </a:solidFill>
              <a:latin typeface="Commissioner"/>
              <a:ea typeface="Commissioner"/>
              <a:cs typeface="Commissioner"/>
              <a:sym typeface="Commissioner"/>
            </a:endParaRPr>
          </a:p>
          <a:p>
            <a:pPr indent="0" lvl="0" marL="0" rtl="0" algn="l">
              <a:lnSpc>
                <a:spcPct val="115000"/>
              </a:lnSpc>
              <a:spcBef>
                <a:spcPts val="1000"/>
              </a:spcBef>
              <a:spcAft>
                <a:spcPts val="0"/>
              </a:spcAft>
              <a:buNone/>
            </a:pPr>
            <a:r>
              <a:t/>
            </a:r>
            <a:endParaRPr>
              <a:solidFill>
                <a:schemeClr val="lt1"/>
              </a:solidFill>
              <a:latin typeface="Commissioner"/>
              <a:ea typeface="Commissioner"/>
              <a:cs typeface="Commissioner"/>
              <a:sym typeface="Commissioner"/>
            </a:endParaRPr>
          </a:p>
          <a:p>
            <a:pPr indent="0" lvl="0" marL="0" rtl="0" algn="l">
              <a:lnSpc>
                <a:spcPct val="115000"/>
              </a:lnSpc>
              <a:spcBef>
                <a:spcPts val="0"/>
              </a:spcBef>
              <a:spcAft>
                <a:spcPts val="0"/>
              </a:spcAft>
              <a:buNone/>
            </a:pPr>
            <a:r>
              <a:t/>
            </a:r>
            <a:endParaRPr>
              <a:solidFill>
                <a:schemeClr val="lt1"/>
              </a:solidFill>
              <a:latin typeface="Commissioner"/>
              <a:ea typeface="Commissioner"/>
              <a:cs typeface="Commissioner"/>
              <a:sym typeface="Commissioner"/>
            </a:endParaRPr>
          </a:p>
        </p:txBody>
      </p:sp>
      <p:sp>
        <p:nvSpPr>
          <p:cNvPr id="730" name="Google Shape;730;p56"/>
          <p:cNvSpPr txBox="1"/>
          <p:nvPr/>
        </p:nvSpPr>
        <p:spPr>
          <a:xfrm>
            <a:off x="720000" y="1115425"/>
            <a:ext cx="4144500" cy="432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000">
                <a:solidFill>
                  <a:schemeClr val="lt1"/>
                </a:solidFill>
                <a:latin typeface="Karla"/>
                <a:ea typeface="Karla"/>
                <a:cs typeface="Karla"/>
                <a:sym typeface="Karla"/>
              </a:rPr>
              <a:t>Mars &amp; Earthy</a:t>
            </a:r>
            <a:endParaRPr sz="2000">
              <a:solidFill>
                <a:schemeClr val="lt1"/>
              </a:solidFill>
              <a:latin typeface="Karla"/>
              <a:ea typeface="Karla"/>
              <a:cs typeface="Karla"/>
              <a:sym typeface="Karla"/>
            </a:endParaRPr>
          </a:p>
        </p:txBody>
      </p:sp>
      <p:sp>
        <p:nvSpPr>
          <p:cNvPr id="731" name="Google Shape;731;p56"/>
          <p:cNvSpPr txBox="1"/>
          <p:nvPr/>
        </p:nvSpPr>
        <p:spPr>
          <a:xfrm>
            <a:off x="5521525" y="1393475"/>
            <a:ext cx="2909100" cy="432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000">
                <a:solidFill>
                  <a:schemeClr val="dk1"/>
                </a:solidFill>
                <a:latin typeface="Public Sans"/>
                <a:ea typeface="Public Sans"/>
                <a:cs typeface="Public Sans"/>
                <a:sym typeface="Public Sans"/>
              </a:rPr>
              <a:t>Discussion 1</a:t>
            </a:r>
            <a:endParaRPr sz="2000">
              <a:solidFill>
                <a:schemeClr val="dk1"/>
              </a:solidFill>
              <a:latin typeface="Public Sans"/>
              <a:ea typeface="Public Sans"/>
              <a:cs typeface="Public Sans"/>
              <a:sym typeface="Public Sans"/>
            </a:endParaRPr>
          </a:p>
        </p:txBody>
      </p:sp>
      <p:sp>
        <p:nvSpPr>
          <p:cNvPr id="732" name="Google Shape;732;p56"/>
          <p:cNvSpPr txBox="1"/>
          <p:nvPr/>
        </p:nvSpPr>
        <p:spPr>
          <a:xfrm>
            <a:off x="5521525" y="1676724"/>
            <a:ext cx="2909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Mercury is the closest planet to the Sun and the smallest one in the Solar System—it’s only a bit larger than the Moon</a:t>
            </a:r>
            <a:endParaRPr>
              <a:solidFill>
                <a:schemeClr val="lt1"/>
              </a:solidFill>
              <a:latin typeface="Commissioner"/>
              <a:ea typeface="Commissioner"/>
              <a:cs typeface="Commissioner"/>
              <a:sym typeface="Commissioner"/>
            </a:endParaRPr>
          </a:p>
        </p:txBody>
      </p:sp>
      <p:sp>
        <p:nvSpPr>
          <p:cNvPr id="733" name="Google Shape;733;p56"/>
          <p:cNvSpPr txBox="1"/>
          <p:nvPr/>
        </p:nvSpPr>
        <p:spPr>
          <a:xfrm>
            <a:off x="5521525" y="3022500"/>
            <a:ext cx="2909100" cy="432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Public Sans"/>
                <a:ea typeface="Public Sans"/>
                <a:cs typeface="Public Sans"/>
                <a:sym typeface="Public Sans"/>
              </a:rPr>
              <a:t>Discussion 2</a:t>
            </a:r>
            <a:endParaRPr sz="2000">
              <a:solidFill>
                <a:schemeClr val="dk1"/>
              </a:solidFill>
              <a:latin typeface="Public Sans"/>
              <a:ea typeface="Public Sans"/>
              <a:cs typeface="Public Sans"/>
              <a:sym typeface="Public Sans"/>
            </a:endParaRPr>
          </a:p>
        </p:txBody>
      </p:sp>
      <p:sp>
        <p:nvSpPr>
          <p:cNvPr id="734" name="Google Shape;734;p56"/>
          <p:cNvSpPr txBox="1"/>
          <p:nvPr/>
        </p:nvSpPr>
        <p:spPr>
          <a:xfrm>
            <a:off x="5521525" y="3305775"/>
            <a:ext cx="2909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Commissioner"/>
                <a:ea typeface="Commissioner"/>
                <a:cs typeface="Commissioner"/>
                <a:sym typeface="Commissioner"/>
              </a:rPr>
              <a:t>Venus has a beautiful name and is the second planet from the Sun. It’s terribly hot—even hotter than Mercury</a:t>
            </a:r>
            <a:endParaRPr>
              <a:solidFill>
                <a:schemeClr val="lt1"/>
              </a:solidFill>
              <a:latin typeface="Commissioner"/>
              <a:ea typeface="Commissioner"/>
              <a:cs typeface="Commissioner"/>
              <a:sym typeface="Commissioner"/>
            </a:endParaRPr>
          </a:p>
        </p:txBody>
      </p:sp>
      <p:sp>
        <p:nvSpPr>
          <p:cNvPr id="735" name="Google Shape;735;p56"/>
          <p:cNvSpPr txBox="1"/>
          <p:nvPr/>
        </p:nvSpPr>
        <p:spPr>
          <a:xfrm>
            <a:off x="4915227" y="3022500"/>
            <a:ext cx="6063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Public Sans"/>
                <a:ea typeface="Public Sans"/>
                <a:cs typeface="Public Sans"/>
                <a:sym typeface="Public Sans"/>
              </a:rPr>
              <a:t>2</a:t>
            </a:r>
            <a:endParaRPr>
              <a:latin typeface="Commissioner"/>
              <a:ea typeface="Commissioner"/>
              <a:cs typeface="Commissioner"/>
              <a:sym typeface="Commissione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Google Shape;740;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741" name="Google Shape;741;p57"/>
          <p:cNvSpPr txBox="1"/>
          <p:nvPr>
            <p:ph idx="1" type="subTitle"/>
          </p:nvPr>
        </p:nvSpPr>
        <p:spPr>
          <a:xfrm>
            <a:off x="1597238" y="1720965"/>
            <a:ext cx="26010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742" name="Google Shape;742;p57"/>
          <p:cNvSpPr txBox="1"/>
          <p:nvPr>
            <p:ph idx="2" type="subTitle"/>
          </p:nvPr>
        </p:nvSpPr>
        <p:spPr>
          <a:xfrm>
            <a:off x="5446513" y="1720965"/>
            <a:ext cx="26010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very beautiful name and is the second planet from the Sun</a:t>
            </a:r>
            <a:endParaRPr/>
          </a:p>
        </p:txBody>
      </p:sp>
      <p:sp>
        <p:nvSpPr>
          <p:cNvPr id="743" name="Google Shape;743;p57"/>
          <p:cNvSpPr txBox="1"/>
          <p:nvPr>
            <p:ph idx="3" type="subTitle"/>
          </p:nvPr>
        </p:nvSpPr>
        <p:spPr>
          <a:xfrm>
            <a:off x="1597238" y="3304965"/>
            <a:ext cx="26010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one in the Solar System</a:t>
            </a:r>
            <a:endParaRPr/>
          </a:p>
        </p:txBody>
      </p:sp>
      <p:sp>
        <p:nvSpPr>
          <p:cNvPr id="744" name="Google Shape;744;p57"/>
          <p:cNvSpPr txBox="1"/>
          <p:nvPr>
            <p:ph idx="4" type="subTitle"/>
          </p:nvPr>
        </p:nvSpPr>
        <p:spPr>
          <a:xfrm>
            <a:off x="5446513" y="3304965"/>
            <a:ext cx="26010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the Solar System</a:t>
            </a:r>
            <a:endParaRPr/>
          </a:p>
        </p:txBody>
      </p:sp>
      <p:sp>
        <p:nvSpPr>
          <p:cNvPr id="745" name="Google Shape;745;p57"/>
          <p:cNvSpPr txBox="1"/>
          <p:nvPr>
            <p:ph idx="5" type="subTitle"/>
          </p:nvPr>
        </p:nvSpPr>
        <p:spPr>
          <a:xfrm>
            <a:off x="1597238" y="1381540"/>
            <a:ext cx="2601000" cy="47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46" name="Google Shape;746;p57"/>
          <p:cNvSpPr txBox="1"/>
          <p:nvPr>
            <p:ph idx="6" type="subTitle"/>
          </p:nvPr>
        </p:nvSpPr>
        <p:spPr>
          <a:xfrm>
            <a:off x="5446513" y="1381540"/>
            <a:ext cx="2601000" cy="47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47" name="Google Shape;747;p57"/>
          <p:cNvSpPr txBox="1"/>
          <p:nvPr>
            <p:ph idx="7" type="subTitle"/>
          </p:nvPr>
        </p:nvSpPr>
        <p:spPr>
          <a:xfrm>
            <a:off x="1597238" y="2965490"/>
            <a:ext cx="2601000" cy="47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48" name="Google Shape;748;p57"/>
          <p:cNvSpPr txBox="1"/>
          <p:nvPr>
            <p:ph idx="8" type="subTitle"/>
          </p:nvPr>
        </p:nvSpPr>
        <p:spPr>
          <a:xfrm>
            <a:off x="5446513" y="2965490"/>
            <a:ext cx="2601000" cy="47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749" name="Google Shape;749;p57"/>
          <p:cNvGrpSpPr/>
          <p:nvPr/>
        </p:nvGrpSpPr>
        <p:grpSpPr>
          <a:xfrm>
            <a:off x="4974238" y="1481816"/>
            <a:ext cx="409607" cy="438081"/>
            <a:chOff x="6742326" y="1399526"/>
            <a:chExt cx="409607" cy="438081"/>
          </a:xfrm>
        </p:grpSpPr>
        <p:sp>
          <p:nvSpPr>
            <p:cNvPr id="750" name="Google Shape;750;p57"/>
            <p:cNvSpPr/>
            <p:nvPr/>
          </p:nvSpPr>
          <p:spPr>
            <a:xfrm>
              <a:off x="6742326" y="1399526"/>
              <a:ext cx="207989" cy="438081"/>
            </a:xfrm>
            <a:custGeom>
              <a:rect b="b" l="l" r="r" t="t"/>
              <a:pathLst>
                <a:path extrusionOk="0" h="19047" w="9043">
                  <a:moveTo>
                    <a:pt x="4590" y="1193"/>
                  </a:moveTo>
                  <a:lnTo>
                    <a:pt x="4912" y="1239"/>
                  </a:lnTo>
                  <a:lnTo>
                    <a:pt x="5187" y="1331"/>
                  </a:lnTo>
                  <a:lnTo>
                    <a:pt x="5462" y="1469"/>
                  </a:lnTo>
                  <a:lnTo>
                    <a:pt x="5692" y="1698"/>
                  </a:lnTo>
                  <a:lnTo>
                    <a:pt x="5875" y="1928"/>
                  </a:lnTo>
                  <a:lnTo>
                    <a:pt x="6013" y="2203"/>
                  </a:lnTo>
                  <a:lnTo>
                    <a:pt x="6105" y="2478"/>
                  </a:lnTo>
                  <a:lnTo>
                    <a:pt x="6151" y="2800"/>
                  </a:lnTo>
                  <a:lnTo>
                    <a:pt x="6151" y="11290"/>
                  </a:lnTo>
                  <a:lnTo>
                    <a:pt x="6151" y="11428"/>
                  </a:lnTo>
                  <a:lnTo>
                    <a:pt x="6197" y="11566"/>
                  </a:lnTo>
                  <a:lnTo>
                    <a:pt x="6288" y="11658"/>
                  </a:lnTo>
                  <a:lnTo>
                    <a:pt x="6380" y="11749"/>
                  </a:lnTo>
                  <a:lnTo>
                    <a:pt x="6702" y="12025"/>
                  </a:lnTo>
                  <a:lnTo>
                    <a:pt x="7023" y="12300"/>
                  </a:lnTo>
                  <a:lnTo>
                    <a:pt x="7252" y="12621"/>
                  </a:lnTo>
                  <a:lnTo>
                    <a:pt x="7482" y="12943"/>
                  </a:lnTo>
                  <a:lnTo>
                    <a:pt x="7619" y="13356"/>
                  </a:lnTo>
                  <a:lnTo>
                    <a:pt x="7757" y="13723"/>
                  </a:lnTo>
                  <a:lnTo>
                    <a:pt x="7849" y="14136"/>
                  </a:lnTo>
                  <a:lnTo>
                    <a:pt x="7849" y="14549"/>
                  </a:lnTo>
                  <a:lnTo>
                    <a:pt x="7849" y="14870"/>
                  </a:lnTo>
                  <a:lnTo>
                    <a:pt x="7803" y="15237"/>
                  </a:lnTo>
                  <a:lnTo>
                    <a:pt x="7711" y="15559"/>
                  </a:lnTo>
                  <a:lnTo>
                    <a:pt x="7619" y="15834"/>
                  </a:lnTo>
                  <a:lnTo>
                    <a:pt x="7482" y="16155"/>
                  </a:lnTo>
                  <a:lnTo>
                    <a:pt x="7298" y="16431"/>
                  </a:lnTo>
                  <a:lnTo>
                    <a:pt x="7115" y="16660"/>
                  </a:lnTo>
                  <a:lnTo>
                    <a:pt x="6885" y="16936"/>
                  </a:lnTo>
                  <a:lnTo>
                    <a:pt x="6656" y="17119"/>
                  </a:lnTo>
                  <a:lnTo>
                    <a:pt x="6380" y="17349"/>
                  </a:lnTo>
                  <a:lnTo>
                    <a:pt x="6105" y="17486"/>
                  </a:lnTo>
                  <a:lnTo>
                    <a:pt x="5830" y="17624"/>
                  </a:lnTo>
                  <a:lnTo>
                    <a:pt x="5508" y="17762"/>
                  </a:lnTo>
                  <a:lnTo>
                    <a:pt x="5187" y="17854"/>
                  </a:lnTo>
                  <a:lnTo>
                    <a:pt x="4866" y="17899"/>
                  </a:lnTo>
                  <a:lnTo>
                    <a:pt x="4177" y="17899"/>
                  </a:lnTo>
                  <a:lnTo>
                    <a:pt x="3810" y="17854"/>
                  </a:lnTo>
                  <a:lnTo>
                    <a:pt x="3489" y="17762"/>
                  </a:lnTo>
                  <a:lnTo>
                    <a:pt x="3213" y="17624"/>
                  </a:lnTo>
                  <a:lnTo>
                    <a:pt x="2892" y="17486"/>
                  </a:lnTo>
                  <a:lnTo>
                    <a:pt x="2617" y="17349"/>
                  </a:lnTo>
                  <a:lnTo>
                    <a:pt x="2341" y="17119"/>
                  </a:lnTo>
                  <a:lnTo>
                    <a:pt x="2112" y="16936"/>
                  </a:lnTo>
                  <a:lnTo>
                    <a:pt x="1928" y="16660"/>
                  </a:lnTo>
                  <a:lnTo>
                    <a:pt x="1699" y="16431"/>
                  </a:lnTo>
                  <a:lnTo>
                    <a:pt x="1561" y="16155"/>
                  </a:lnTo>
                  <a:lnTo>
                    <a:pt x="1423" y="15834"/>
                  </a:lnTo>
                  <a:lnTo>
                    <a:pt x="1286" y="15559"/>
                  </a:lnTo>
                  <a:lnTo>
                    <a:pt x="1194" y="15237"/>
                  </a:lnTo>
                  <a:lnTo>
                    <a:pt x="1148" y="14870"/>
                  </a:lnTo>
                  <a:lnTo>
                    <a:pt x="1148" y="14549"/>
                  </a:lnTo>
                  <a:lnTo>
                    <a:pt x="1148" y="14136"/>
                  </a:lnTo>
                  <a:lnTo>
                    <a:pt x="1240" y="13723"/>
                  </a:lnTo>
                  <a:lnTo>
                    <a:pt x="1378" y="13356"/>
                  </a:lnTo>
                  <a:lnTo>
                    <a:pt x="1515" y="12943"/>
                  </a:lnTo>
                  <a:lnTo>
                    <a:pt x="1745" y="12621"/>
                  </a:lnTo>
                  <a:lnTo>
                    <a:pt x="1974" y="12300"/>
                  </a:lnTo>
                  <a:lnTo>
                    <a:pt x="2295" y="12025"/>
                  </a:lnTo>
                  <a:lnTo>
                    <a:pt x="2617" y="11749"/>
                  </a:lnTo>
                  <a:lnTo>
                    <a:pt x="2709" y="11658"/>
                  </a:lnTo>
                  <a:lnTo>
                    <a:pt x="2800" y="11566"/>
                  </a:lnTo>
                  <a:lnTo>
                    <a:pt x="2846" y="11428"/>
                  </a:lnTo>
                  <a:lnTo>
                    <a:pt x="2846" y="11290"/>
                  </a:lnTo>
                  <a:lnTo>
                    <a:pt x="2846" y="2846"/>
                  </a:lnTo>
                  <a:lnTo>
                    <a:pt x="2892" y="2478"/>
                  </a:lnTo>
                  <a:lnTo>
                    <a:pt x="2984" y="2157"/>
                  </a:lnTo>
                  <a:lnTo>
                    <a:pt x="3168" y="1882"/>
                  </a:lnTo>
                  <a:lnTo>
                    <a:pt x="3351" y="1652"/>
                  </a:lnTo>
                  <a:lnTo>
                    <a:pt x="3626" y="1423"/>
                  </a:lnTo>
                  <a:lnTo>
                    <a:pt x="3902" y="1285"/>
                  </a:lnTo>
                  <a:lnTo>
                    <a:pt x="4269" y="1193"/>
                  </a:lnTo>
                  <a:close/>
                  <a:moveTo>
                    <a:pt x="4269" y="0"/>
                  </a:moveTo>
                  <a:lnTo>
                    <a:pt x="3994" y="46"/>
                  </a:lnTo>
                  <a:lnTo>
                    <a:pt x="3718" y="138"/>
                  </a:lnTo>
                  <a:lnTo>
                    <a:pt x="3489" y="229"/>
                  </a:lnTo>
                  <a:lnTo>
                    <a:pt x="2984" y="459"/>
                  </a:lnTo>
                  <a:lnTo>
                    <a:pt x="2571" y="826"/>
                  </a:lnTo>
                  <a:lnTo>
                    <a:pt x="2250" y="1239"/>
                  </a:lnTo>
                  <a:lnTo>
                    <a:pt x="1974" y="1744"/>
                  </a:lnTo>
                  <a:lnTo>
                    <a:pt x="1882" y="1974"/>
                  </a:lnTo>
                  <a:lnTo>
                    <a:pt x="1791" y="2249"/>
                  </a:lnTo>
                  <a:lnTo>
                    <a:pt x="1745" y="2524"/>
                  </a:lnTo>
                  <a:lnTo>
                    <a:pt x="1745" y="2846"/>
                  </a:lnTo>
                  <a:lnTo>
                    <a:pt x="1745" y="11015"/>
                  </a:lnTo>
                  <a:lnTo>
                    <a:pt x="1378" y="11336"/>
                  </a:lnTo>
                  <a:lnTo>
                    <a:pt x="1010" y="11749"/>
                  </a:lnTo>
                  <a:lnTo>
                    <a:pt x="735" y="12162"/>
                  </a:lnTo>
                  <a:lnTo>
                    <a:pt x="460" y="12576"/>
                  </a:lnTo>
                  <a:lnTo>
                    <a:pt x="276" y="13034"/>
                  </a:lnTo>
                  <a:lnTo>
                    <a:pt x="138" y="13539"/>
                  </a:lnTo>
                  <a:lnTo>
                    <a:pt x="47" y="14044"/>
                  </a:lnTo>
                  <a:lnTo>
                    <a:pt x="1" y="14549"/>
                  </a:lnTo>
                  <a:lnTo>
                    <a:pt x="47" y="15008"/>
                  </a:lnTo>
                  <a:lnTo>
                    <a:pt x="92" y="15467"/>
                  </a:lnTo>
                  <a:lnTo>
                    <a:pt x="230" y="15880"/>
                  </a:lnTo>
                  <a:lnTo>
                    <a:pt x="368" y="16293"/>
                  </a:lnTo>
                  <a:lnTo>
                    <a:pt x="551" y="16706"/>
                  </a:lnTo>
                  <a:lnTo>
                    <a:pt x="781" y="17073"/>
                  </a:lnTo>
                  <a:lnTo>
                    <a:pt x="1056" y="17441"/>
                  </a:lnTo>
                  <a:lnTo>
                    <a:pt x="1332" y="17762"/>
                  </a:lnTo>
                  <a:lnTo>
                    <a:pt x="1653" y="18037"/>
                  </a:lnTo>
                  <a:lnTo>
                    <a:pt x="2020" y="18313"/>
                  </a:lnTo>
                  <a:lnTo>
                    <a:pt x="2387" y="18542"/>
                  </a:lnTo>
                  <a:lnTo>
                    <a:pt x="2754" y="18726"/>
                  </a:lnTo>
                  <a:lnTo>
                    <a:pt x="3168" y="18863"/>
                  </a:lnTo>
                  <a:lnTo>
                    <a:pt x="3626" y="18955"/>
                  </a:lnTo>
                  <a:lnTo>
                    <a:pt x="4040" y="19047"/>
                  </a:lnTo>
                  <a:lnTo>
                    <a:pt x="5003" y="19047"/>
                  </a:lnTo>
                  <a:lnTo>
                    <a:pt x="5416" y="18955"/>
                  </a:lnTo>
                  <a:lnTo>
                    <a:pt x="5875" y="18863"/>
                  </a:lnTo>
                  <a:lnTo>
                    <a:pt x="6288" y="18726"/>
                  </a:lnTo>
                  <a:lnTo>
                    <a:pt x="6656" y="18542"/>
                  </a:lnTo>
                  <a:lnTo>
                    <a:pt x="7023" y="18313"/>
                  </a:lnTo>
                  <a:lnTo>
                    <a:pt x="7390" y="18037"/>
                  </a:lnTo>
                  <a:lnTo>
                    <a:pt x="7711" y="17762"/>
                  </a:lnTo>
                  <a:lnTo>
                    <a:pt x="7987" y="17441"/>
                  </a:lnTo>
                  <a:lnTo>
                    <a:pt x="8262" y="17073"/>
                  </a:lnTo>
                  <a:lnTo>
                    <a:pt x="8491" y="16706"/>
                  </a:lnTo>
                  <a:lnTo>
                    <a:pt x="8675" y="16293"/>
                  </a:lnTo>
                  <a:lnTo>
                    <a:pt x="8813" y="15880"/>
                  </a:lnTo>
                  <a:lnTo>
                    <a:pt x="8950" y="15467"/>
                  </a:lnTo>
                  <a:lnTo>
                    <a:pt x="8996" y="15008"/>
                  </a:lnTo>
                  <a:lnTo>
                    <a:pt x="9042" y="14549"/>
                  </a:lnTo>
                  <a:lnTo>
                    <a:pt x="8996" y="14044"/>
                  </a:lnTo>
                  <a:lnTo>
                    <a:pt x="8905" y="13539"/>
                  </a:lnTo>
                  <a:lnTo>
                    <a:pt x="8767" y="13034"/>
                  </a:lnTo>
                  <a:lnTo>
                    <a:pt x="8583" y="12576"/>
                  </a:lnTo>
                  <a:lnTo>
                    <a:pt x="8308" y="12162"/>
                  </a:lnTo>
                  <a:lnTo>
                    <a:pt x="8033" y="11749"/>
                  </a:lnTo>
                  <a:lnTo>
                    <a:pt x="7665" y="11336"/>
                  </a:lnTo>
                  <a:lnTo>
                    <a:pt x="7298" y="11015"/>
                  </a:lnTo>
                  <a:lnTo>
                    <a:pt x="7298" y="2800"/>
                  </a:lnTo>
                  <a:lnTo>
                    <a:pt x="7298" y="2524"/>
                  </a:lnTo>
                  <a:lnTo>
                    <a:pt x="7252" y="2249"/>
                  </a:lnTo>
                  <a:lnTo>
                    <a:pt x="7069" y="1698"/>
                  </a:lnTo>
                  <a:lnTo>
                    <a:pt x="6839" y="1239"/>
                  </a:lnTo>
                  <a:lnTo>
                    <a:pt x="6518" y="826"/>
                  </a:lnTo>
                  <a:lnTo>
                    <a:pt x="6105" y="505"/>
                  </a:lnTo>
                  <a:lnTo>
                    <a:pt x="5646" y="229"/>
                  </a:lnTo>
                  <a:lnTo>
                    <a:pt x="5141" y="92"/>
                  </a:lnTo>
                  <a:lnTo>
                    <a:pt x="4866" y="46"/>
                  </a:lnTo>
                  <a:lnTo>
                    <a:pt x="45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7"/>
            <p:cNvSpPr/>
            <p:nvPr/>
          </p:nvSpPr>
          <p:spPr>
            <a:xfrm>
              <a:off x="6791937" y="1474460"/>
              <a:ext cx="107709" cy="314594"/>
            </a:xfrm>
            <a:custGeom>
              <a:rect b="b" l="l" r="r" t="t"/>
              <a:pathLst>
                <a:path extrusionOk="0" h="13678" w="4683">
                  <a:moveTo>
                    <a:pt x="2342" y="10052"/>
                  </a:moveTo>
                  <a:lnTo>
                    <a:pt x="2617" y="10098"/>
                  </a:lnTo>
                  <a:lnTo>
                    <a:pt x="2846" y="10144"/>
                  </a:lnTo>
                  <a:lnTo>
                    <a:pt x="3076" y="10281"/>
                  </a:lnTo>
                  <a:lnTo>
                    <a:pt x="3259" y="10419"/>
                  </a:lnTo>
                  <a:lnTo>
                    <a:pt x="3397" y="10603"/>
                  </a:lnTo>
                  <a:lnTo>
                    <a:pt x="3489" y="10832"/>
                  </a:lnTo>
                  <a:lnTo>
                    <a:pt x="3581" y="11062"/>
                  </a:lnTo>
                  <a:lnTo>
                    <a:pt x="3627" y="11291"/>
                  </a:lnTo>
                  <a:lnTo>
                    <a:pt x="3581" y="11566"/>
                  </a:lnTo>
                  <a:lnTo>
                    <a:pt x="3489" y="11796"/>
                  </a:lnTo>
                  <a:lnTo>
                    <a:pt x="3397" y="12025"/>
                  </a:lnTo>
                  <a:lnTo>
                    <a:pt x="3259" y="12209"/>
                  </a:lnTo>
                  <a:lnTo>
                    <a:pt x="3076" y="12347"/>
                  </a:lnTo>
                  <a:lnTo>
                    <a:pt x="2846" y="12484"/>
                  </a:lnTo>
                  <a:lnTo>
                    <a:pt x="2617" y="12530"/>
                  </a:lnTo>
                  <a:lnTo>
                    <a:pt x="2342" y="12576"/>
                  </a:lnTo>
                  <a:lnTo>
                    <a:pt x="2112" y="12530"/>
                  </a:lnTo>
                  <a:lnTo>
                    <a:pt x="1883" y="12484"/>
                  </a:lnTo>
                  <a:lnTo>
                    <a:pt x="1653" y="12347"/>
                  </a:lnTo>
                  <a:lnTo>
                    <a:pt x="1469" y="12209"/>
                  </a:lnTo>
                  <a:lnTo>
                    <a:pt x="1332" y="12025"/>
                  </a:lnTo>
                  <a:lnTo>
                    <a:pt x="1194" y="11796"/>
                  </a:lnTo>
                  <a:lnTo>
                    <a:pt x="1102" y="11566"/>
                  </a:lnTo>
                  <a:lnTo>
                    <a:pt x="1102" y="11291"/>
                  </a:lnTo>
                  <a:lnTo>
                    <a:pt x="1102" y="11062"/>
                  </a:lnTo>
                  <a:lnTo>
                    <a:pt x="1194" y="10832"/>
                  </a:lnTo>
                  <a:lnTo>
                    <a:pt x="1332" y="10603"/>
                  </a:lnTo>
                  <a:lnTo>
                    <a:pt x="1469" y="10419"/>
                  </a:lnTo>
                  <a:lnTo>
                    <a:pt x="1653" y="10281"/>
                  </a:lnTo>
                  <a:lnTo>
                    <a:pt x="1883" y="10144"/>
                  </a:lnTo>
                  <a:lnTo>
                    <a:pt x="2112" y="10098"/>
                  </a:lnTo>
                  <a:lnTo>
                    <a:pt x="2342" y="10052"/>
                  </a:lnTo>
                  <a:close/>
                  <a:moveTo>
                    <a:pt x="2387" y="1"/>
                  </a:moveTo>
                  <a:lnTo>
                    <a:pt x="2158" y="47"/>
                  </a:lnTo>
                  <a:lnTo>
                    <a:pt x="1974" y="138"/>
                  </a:lnTo>
                  <a:lnTo>
                    <a:pt x="1837" y="322"/>
                  </a:lnTo>
                  <a:lnTo>
                    <a:pt x="1791" y="551"/>
                  </a:lnTo>
                  <a:lnTo>
                    <a:pt x="1791" y="8996"/>
                  </a:lnTo>
                  <a:lnTo>
                    <a:pt x="1378" y="9134"/>
                  </a:lnTo>
                  <a:lnTo>
                    <a:pt x="1056" y="9318"/>
                  </a:lnTo>
                  <a:lnTo>
                    <a:pt x="735" y="9547"/>
                  </a:lnTo>
                  <a:lnTo>
                    <a:pt x="460" y="9868"/>
                  </a:lnTo>
                  <a:lnTo>
                    <a:pt x="230" y="10235"/>
                  </a:lnTo>
                  <a:lnTo>
                    <a:pt x="93" y="10603"/>
                  </a:lnTo>
                  <a:lnTo>
                    <a:pt x="1" y="11016"/>
                  </a:lnTo>
                  <a:lnTo>
                    <a:pt x="1" y="11429"/>
                  </a:lnTo>
                  <a:lnTo>
                    <a:pt x="47" y="11888"/>
                  </a:lnTo>
                  <a:lnTo>
                    <a:pt x="184" y="12301"/>
                  </a:lnTo>
                  <a:lnTo>
                    <a:pt x="414" y="12668"/>
                  </a:lnTo>
                  <a:lnTo>
                    <a:pt x="689" y="12989"/>
                  </a:lnTo>
                  <a:lnTo>
                    <a:pt x="1011" y="13265"/>
                  </a:lnTo>
                  <a:lnTo>
                    <a:pt x="1378" y="13494"/>
                  </a:lnTo>
                  <a:lnTo>
                    <a:pt x="1791" y="13632"/>
                  </a:lnTo>
                  <a:lnTo>
                    <a:pt x="2250" y="13678"/>
                  </a:lnTo>
                  <a:lnTo>
                    <a:pt x="2709" y="13678"/>
                  </a:lnTo>
                  <a:lnTo>
                    <a:pt x="3168" y="13540"/>
                  </a:lnTo>
                  <a:lnTo>
                    <a:pt x="3627" y="13310"/>
                  </a:lnTo>
                  <a:lnTo>
                    <a:pt x="3994" y="13035"/>
                  </a:lnTo>
                  <a:lnTo>
                    <a:pt x="4269" y="12668"/>
                  </a:lnTo>
                  <a:lnTo>
                    <a:pt x="4499" y="12255"/>
                  </a:lnTo>
                  <a:lnTo>
                    <a:pt x="4636" y="11796"/>
                  </a:lnTo>
                  <a:lnTo>
                    <a:pt x="4682" y="11291"/>
                  </a:lnTo>
                  <a:lnTo>
                    <a:pt x="4682" y="10878"/>
                  </a:lnTo>
                  <a:lnTo>
                    <a:pt x="4590" y="10511"/>
                  </a:lnTo>
                  <a:lnTo>
                    <a:pt x="4407" y="10144"/>
                  </a:lnTo>
                  <a:lnTo>
                    <a:pt x="4177" y="9822"/>
                  </a:lnTo>
                  <a:lnTo>
                    <a:pt x="3948" y="9547"/>
                  </a:lnTo>
                  <a:lnTo>
                    <a:pt x="3627" y="9318"/>
                  </a:lnTo>
                  <a:lnTo>
                    <a:pt x="3259" y="9134"/>
                  </a:lnTo>
                  <a:lnTo>
                    <a:pt x="2892" y="8996"/>
                  </a:lnTo>
                  <a:lnTo>
                    <a:pt x="2892" y="551"/>
                  </a:lnTo>
                  <a:lnTo>
                    <a:pt x="2846" y="368"/>
                  </a:lnTo>
                  <a:lnTo>
                    <a:pt x="2755" y="184"/>
                  </a:lnTo>
                  <a:lnTo>
                    <a:pt x="2571" y="47"/>
                  </a:lnTo>
                  <a:lnTo>
                    <a:pt x="23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7"/>
            <p:cNvSpPr/>
            <p:nvPr/>
          </p:nvSpPr>
          <p:spPr>
            <a:xfrm>
              <a:off x="6920737" y="1402677"/>
              <a:ext cx="231196" cy="211140"/>
            </a:xfrm>
            <a:custGeom>
              <a:rect b="b" l="l" r="r" t="t"/>
              <a:pathLst>
                <a:path extrusionOk="0" h="9180" w="10052">
                  <a:moveTo>
                    <a:pt x="5003" y="1240"/>
                  </a:moveTo>
                  <a:lnTo>
                    <a:pt x="8858" y="8032"/>
                  </a:lnTo>
                  <a:lnTo>
                    <a:pt x="1193" y="8032"/>
                  </a:lnTo>
                  <a:lnTo>
                    <a:pt x="5003" y="1240"/>
                  </a:lnTo>
                  <a:close/>
                  <a:moveTo>
                    <a:pt x="5003" y="1"/>
                  </a:moveTo>
                  <a:lnTo>
                    <a:pt x="4773" y="47"/>
                  </a:lnTo>
                  <a:lnTo>
                    <a:pt x="4498" y="138"/>
                  </a:lnTo>
                  <a:lnTo>
                    <a:pt x="4314" y="276"/>
                  </a:lnTo>
                  <a:lnTo>
                    <a:pt x="4131" y="506"/>
                  </a:lnTo>
                  <a:lnTo>
                    <a:pt x="138" y="7665"/>
                  </a:lnTo>
                  <a:lnTo>
                    <a:pt x="46" y="7895"/>
                  </a:lnTo>
                  <a:lnTo>
                    <a:pt x="0" y="8170"/>
                  </a:lnTo>
                  <a:lnTo>
                    <a:pt x="46" y="8446"/>
                  </a:lnTo>
                  <a:lnTo>
                    <a:pt x="138" y="8675"/>
                  </a:lnTo>
                  <a:lnTo>
                    <a:pt x="276" y="8859"/>
                  </a:lnTo>
                  <a:lnTo>
                    <a:pt x="505" y="9042"/>
                  </a:lnTo>
                  <a:lnTo>
                    <a:pt x="734" y="9134"/>
                  </a:lnTo>
                  <a:lnTo>
                    <a:pt x="1010" y="9180"/>
                  </a:lnTo>
                  <a:lnTo>
                    <a:pt x="9042" y="9180"/>
                  </a:lnTo>
                  <a:lnTo>
                    <a:pt x="9317" y="9134"/>
                  </a:lnTo>
                  <a:lnTo>
                    <a:pt x="9547" y="9042"/>
                  </a:lnTo>
                  <a:lnTo>
                    <a:pt x="9776" y="8859"/>
                  </a:lnTo>
                  <a:lnTo>
                    <a:pt x="9914" y="8675"/>
                  </a:lnTo>
                  <a:lnTo>
                    <a:pt x="10006" y="8446"/>
                  </a:lnTo>
                  <a:lnTo>
                    <a:pt x="10051" y="8170"/>
                  </a:lnTo>
                  <a:lnTo>
                    <a:pt x="10006" y="7895"/>
                  </a:lnTo>
                  <a:lnTo>
                    <a:pt x="9914" y="7665"/>
                  </a:lnTo>
                  <a:lnTo>
                    <a:pt x="5921" y="506"/>
                  </a:lnTo>
                  <a:lnTo>
                    <a:pt x="5737" y="276"/>
                  </a:lnTo>
                  <a:lnTo>
                    <a:pt x="5554" y="138"/>
                  </a:lnTo>
                  <a:lnTo>
                    <a:pt x="5278" y="47"/>
                  </a:lnTo>
                  <a:lnTo>
                    <a:pt x="50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7"/>
            <p:cNvSpPr/>
            <p:nvPr/>
          </p:nvSpPr>
          <p:spPr>
            <a:xfrm>
              <a:off x="7023133" y="1457578"/>
              <a:ext cx="25346" cy="85514"/>
            </a:xfrm>
            <a:custGeom>
              <a:rect b="b" l="l" r="r" t="t"/>
              <a:pathLst>
                <a:path extrusionOk="0" h="3718" w="1102">
                  <a:moveTo>
                    <a:pt x="597" y="0"/>
                  </a:moveTo>
                  <a:lnTo>
                    <a:pt x="367" y="46"/>
                  </a:lnTo>
                  <a:lnTo>
                    <a:pt x="184" y="184"/>
                  </a:lnTo>
                  <a:lnTo>
                    <a:pt x="46" y="367"/>
                  </a:lnTo>
                  <a:lnTo>
                    <a:pt x="0" y="597"/>
                  </a:lnTo>
                  <a:lnTo>
                    <a:pt x="0" y="3121"/>
                  </a:lnTo>
                  <a:lnTo>
                    <a:pt x="46" y="3351"/>
                  </a:lnTo>
                  <a:lnTo>
                    <a:pt x="138" y="3534"/>
                  </a:lnTo>
                  <a:lnTo>
                    <a:pt x="321" y="3626"/>
                  </a:lnTo>
                  <a:lnTo>
                    <a:pt x="551" y="3718"/>
                  </a:lnTo>
                  <a:lnTo>
                    <a:pt x="780" y="3672"/>
                  </a:lnTo>
                  <a:lnTo>
                    <a:pt x="964" y="3534"/>
                  </a:lnTo>
                  <a:lnTo>
                    <a:pt x="1056" y="3351"/>
                  </a:lnTo>
                  <a:lnTo>
                    <a:pt x="1102" y="3121"/>
                  </a:lnTo>
                  <a:lnTo>
                    <a:pt x="1102" y="597"/>
                  </a:lnTo>
                  <a:lnTo>
                    <a:pt x="1102" y="367"/>
                  </a:lnTo>
                  <a:lnTo>
                    <a:pt x="964" y="184"/>
                  </a:lnTo>
                  <a:lnTo>
                    <a:pt x="780" y="92"/>
                  </a:lnTo>
                  <a:lnTo>
                    <a:pt x="5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7"/>
            <p:cNvSpPr/>
            <p:nvPr/>
          </p:nvSpPr>
          <p:spPr>
            <a:xfrm>
              <a:off x="7021017" y="1549417"/>
              <a:ext cx="30636" cy="30636"/>
            </a:xfrm>
            <a:custGeom>
              <a:rect b="b" l="l" r="r" t="t"/>
              <a:pathLst>
                <a:path extrusionOk="0" h="1332" w="1332">
                  <a:moveTo>
                    <a:pt x="643" y="0"/>
                  </a:moveTo>
                  <a:lnTo>
                    <a:pt x="413" y="46"/>
                  </a:lnTo>
                  <a:lnTo>
                    <a:pt x="184" y="184"/>
                  </a:lnTo>
                  <a:lnTo>
                    <a:pt x="46" y="413"/>
                  </a:lnTo>
                  <a:lnTo>
                    <a:pt x="0" y="689"/>
                  </a:lnTo>
                  <a:lnTo>
                    <a:pt x="46" y="918"/>
                  </a:lnTo>
                  <a:lnTo>
                    <a:pt x="184" y="1148"/>
                  </a:lnTo>
                  <a:lnTo>
                    <a:pt x="413" y="1285"/>
                  </a:lnTo>
                  <a:lnTo>
                    <a:pt x="643" y="1331"/>
                  </a:lnTo>
                  <a:lnTo>
                    <a:pt x="918" y="1285"/>
                  </a:lnTo>
                  <a:lnTo>
                    <a:pt x="1148" y="1148"/>
                  </a:lnTo>
                  <a:lnTo>
                    <a:pt x="1285" y="918"/>
                  </a:lnTo>
                  <a:lnTo>
                    <a:pt x="1331" y="689"/>
                  </a:lnTo>
                  <a:lnTo>
                    <a:pt x="1285" y="413"/>
                  </a:lnTo>
                  <a:lnTo>
                    <a:pt x="1148" y="184"/>
                  </a:lnTo>
                  <a:lnTo>
                    <a:pt x="918" y="46"/>
                  </a:lnTo>
                  <a:lnTo>
                    <a:pt x="6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57"/>
          <p:cNvGrpSpPr/>
          <p:nvPr/>
        </p:nvGrpSpPr>
        <p:grpSpPr>
          <a:xfrm>
            <a:off x="1096482" y="1481816"/>
            <a:ext cx="438081" cy="404317"/>
            <a:chOff x="7420044" y="1416408"/>
            <a:chExt cx="438081" cy="404317"/>
          </a:xfrm>
        </p:grpSpPr>
        <p:sp>
          <p:nvSpPr>
            <p:cNvPr id="756" name="Google Shape;756;p57"/>
            <p:cNvSpPr/>
            <p:nvPr/>
          </p:nvSpPr>
          <p:spPr>
            <a:xfrm>
              <a:off x="7800050" y="1491342"/>
              <a:ext cx="23" cy="23"/>
            </a:xfrm>
            <a:custGeom>
              <a:rect b="b" l="l" r="r" t="t"/>
              <a:pathLst>
                <a:path extrusionOk="0" h="1" w="1">
                  <a:moveTo>
                    <a:pt x="1" y="1"/>
                  </a:moveTo>
                  <a:lnTo>
                    <a:pt x="1" y="1"/>
                  </a:lnTo>
                  <a:lnTo>
                    <a:pt x="1" y="1"/>
                  </a:ln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7"/>
            <p:cNvSpPr/>
            <p:nvPr/>
          </p:nvSpPr>
          <p:spPr>
            <a:xfrm>
              <a:off x="7820106" y="1469193"/>
              <a:ext cx="23" cy="23"/>
            </a:xfrm>
            <a:custGeom>
              <a:rect b="b" l="l" r="r" t="t"/>
              <a:pathLst>
                <a:path extrusionOk="0" h="1" w="1">
                  <a:moveTo>
                    <a:pt x="1" y="0"/>
                  </a:moveTo>
                  <a:lnTo>
                    <a:pt x="1" y="0"/>
                  </a:lnTo>
                  <a:lnTo>
                    <a:pt x="1" y="0"/>
                  </a:lnTo>
                  <a:lnTo>
                    <a:pt x="1" y="0"/>
                  </a:lnTo>
                  <a:lnTo>
                    <a:pt x="1"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7"/>
            <p:cNvSpPr/>
            <p:nvPr/>
          </p:nvSpPr>
          <p:spPr>
            <a:xfrm>
              <a:off x="7420044" y="1416408"/>
              <a:ext cx="438081" cy="404317"/>
            </a:xfrm>
            <a:custGeom>
              <a:rect b="b" l="l" r="r" t="t"/>
              <a:pathLst>
                <a:path extrusionOk="0" h="17579" w="19047">
                  <a:moveTo>
                    <a:pt x="6655" y="1148"/>
                  </a:moveTo>
                  <a:lnTo>
                    <a:pt x="6563" y="2157"/>
                  </a:lnTo>
                  <a:lnTo>
                    <a:pt x="2800" y="2157"/>
                  </a:lnTo>
                  <a:lnTo>
                    <a:pt x="3121" y="1148"/>
                  </a:lnTo>
                  <a:close/>
                  <a:moveTo>
                    <a:pt x="11199" y="1148"/>
                  </a:moveTo>
                  <a:lnTo>
                    <a:pt x="11291" y="2157"/>
                  </a:lnTo>
                  <a:lnTo>
                    <a:pt x="7665" y="2157"/>
                  </a:lnTo>
                  <a:lnTo>
                    <a:pt x="7802" y="1148"/>
                  </a:lnTo>
                  <a:close/>
                  <a:moveTo>
                    <a:pt x="15880" y="1148"/>
                  </a:moveTo>
                  <a:lnTo>
                    <a:pt x="16156" y="2157"/>
                  </a:lnTo>
                  <a:lnTo>
                    <a:pt x="12438" y="2157"/>
                  </a:lnTo>
                  <a:lnTo>
                    <a:pt x="12346" y="1148"/>
                  </a:lnTo>
                  <a:close/>
                  <a:moveTo>
                    <a:pt x="6471" y="3305"/>
                  </a:moveTo>
                  <a:lnTo>
                    <a:pt x="6334" y="4819"/>
                  </a:lnTo>
                  <a:lnTo>
                    <a:pt x="2020" y="4819"/>
                  </a:lnTo>
                  <a:lnTo>
                    <a:pt x="2478" y="3305"/>
                  </a:lnTo>
                  <a:close/>
                  <a:moveTo>
                    <a:pt x="11428" y="3305"/>
                  </a:moveTo>
                  <a:lnTo>
                    <a:pt x="11566" y="4819"/>
                  </a:lnTo>
                  <a:lnTo>
                    <a:pt x="7435" y="4819"/>
                  </a:lnTo>
                  <a:lnTo>
                    <a:pt x="7573" y="3305"/>
                  </a:lnTo>
                  <a:close/>
                  <a:moveTo>
                    <a:pt x="16523" y="3305"/>
                  </a:moveTo>
                  <a:lnTo>
                    <a:pt x="16936" y="4819"/>
                  </a:lnTo>
                  <a:lnTo>
                    <a:pt x="12667" y="4819"/>
                  </a:lnTo>
                  <a:lnTo>
                    <a:pt x="12530" y="3305"/>
                  </a:lnTo>
                  <a:close/>
                  <a:moveTo>
                    <a:pt x="6196" y="5921"/>
                  </a:moveTo>
                  <a:lnTo>
                    <a:pt x="6012" y="7481"/>
                  </a:lnTo>
                  <a:lnTo>
                    <a:pt x="1285" y="7481"/>
                  </a:lnTo>
                  <a:lnTo>
                    <a:pt x="1744" y="5921"/>
                  </a:lnTo>
                  <a:close/>
                  <a:moveTo>
                    <a:pt x="11658" y="5921"/>
                  </a:moveTo>
                  <a:lnTo>
                    <a:pt x="11795" y="7481"/>
                  </a:lnTo>
                  <a:lnTo>
                    <a:pt x="7206" y="7481"/>
                  </a:lnTo>
                  <a:lnTo>
                    <a:pt x="7343" y="5921"/>
                  </a:lnTo>
                  <a:close/>
                  <a:moveTo>
                    <a:pt x="17257" y="5921"/>
                  </a:moveTo>
                  <a:lnTo>
                    <a:pt x="17716" y="7481"/>
                  </a:lnTo>
                  <a:lnTo>
                    <a:pt x="12943" y="7481"/>
                  </a:lnTo>
                  <a:lnTo>
                    <a:pt x="12805" y="5921"/>
                  </a:lnTo>
                  <a:close/>
                  <a:moveTo>
                    <a:pt x="9684" y="10694"/>
                  </a:moveTo>
                  <a:lnTo>
                    <a:pt x="10097" y="10740"/>
                  </a:lnTo>
                  <a:lnTo>
                    <a:pt x="10464" y="10832"/>
                  </a:lnTo>
                  <a:lnTo>
                    <a:pt x="10786" y="11015"/>
                  </a:lnTo>
                  <a:lnTo>
                    <a:pt x="11107" y="11291"/>
                  </a:lnTo>
                  <a:lnTo>
                    <a:pt x="11336" y="11566"/>
                  </a:lnTo>
                  <a:lnTo>
                    <a:pt x="11520" y="11933"/>
                  </a:lnTo>
                  <a:lnTo>
                    <a:pt x="11658" y="12300"/>
                  </a:lnTo>
                  <a:lnTo>
                    <a:pt x="11704" y="12714"/>
                  </a:lnTo>
                  <a:lnTo>
                    <a:pt x="11658" y="13127"/>
                  </a:lnTo>
                  <a:lnTo>
                    <a:pt x="11520" y="13494"/>
                  </a:lnTo>
                  <a:lnTo>
                    <a:pt x="11336" y="13861"/>
                  </a:lnTo>
                  <a:lnTo>
                    <a:pt x="11107" y="14136"/>
                  </a:lnTo>
                  <a:lnTo>
                    <a:pt x="10786" y="14412"/>
                  </a:lnTo>
                  <a:lnTo>
                    <a:pt x="10464" y="14595"/>
                  </a:lnTo>
                  <a:lnTo>
                    <a:pt x="10097" y="14687"/>
                  </a:lnTo>
                  <a:lnTo>
                    <a:pt x="9684" y="14733"/>
                  </a:lnTo>
                  <a:lnTo>
                    <a:pt x="9271" y="14687"/>
                  </a:lnTo>
                  <a:lnTo>
                    <a:pt x="8904" y="14595"/>
                  </a:lnTo>
                  <a:lnTo>
                    <a:pt x="8537" y="14412"/>
                  </a:lnTo>
                  <a:lnTo>
                    <a:pt x="8216" y="14136"/>
                  </a:lnTo>
                  <a:lnTo>
                    <a:pt x="7986" y="13861"/>
                  </a:lnTo>
                  <a:lnTo>
                    <a:pt x="7802" y="13494"/>
                  </a:lnTo>
                  <a:lnTo>
                    <a:pt x="7665" y="13127"/>
                  </a:lnTo>
                  <a:lnTo>
                    <a:pt x="7665" y="12714"/>
                  </a:lnTo>
                  <a:lnTo>
                    <a:pt x="7665" y="12300"/>
                  </a:lnTo>
                  <a:lnTo>
                    <a:pt x="7802" y="11933"/>
                  </a:lnTo>
                  <a:lnTo>
                    <a:pt x="7986" y="11566"/>
                  </a:lnTo>
                  <a:lnTo>
                    <a:pt x="8216" y="11291"/>
                  </a:lnTo>
                  <a:lnTo>
                    <a:pt x="8537" y="11015"/>
                  </a:lnTo>
                  <a:lnTo>
                    <a:pt x="8904" y="10832"/>
                  </a:lnTo>
                  <a:lnTo>
                    <a:pt x="9271" y="10740"/>
                  </a:lnTo>
                  <a:lnTo>
                    <a:pt x="9684" y="10694"/>
                  </a:lnTo>
                  <a:close/>
                  <a:moveTo>
                    <a:pt x="16477" y="8629"/>
                  </a:moveTo>
                  <a:lnTo>
                    <a:pt x="16477" y="16477"/>
                  </a:lnTo>
                  <a:lnTo>
                    <a:pt x="3029" y="16477"/>
                  </a:lnTo>
                  <a:lnTo>
                    <a:pt x="3029" y="8629"/>
                  </a:lnTo>
                  <a:lnTo>
                    <a:pt x="9088" y="8629"/>
                  </a:lnTo>
                  <a:lnTo>
                    <a:pt x="9088" y="9639"/>
                  </a:lnTo>
                  <a:lnTo>
                    <a:pt x="8583" y="9776"/>
                  </a:lnTo>
                  <a:lnTo>
                    <a:pt x="8078" y="10006"/>
                  </a:lnTo>
                  <a:lnTo>
                    <a:pt x="7619" y="10327"/>
                  </a:lnTo>
                  <a:lnTo>
                    <a:pt x="7252" y="10694"/>
                  </a:lnTo>
                  <a:lnTo>
                    <a:pt x="6930" y="11153"/>
                  </a:lnTo>
                  <a:lnTo>
                    <a:pt x="6701" y="11612"/>
                  </a:lnTo>
                  <a:lnTo>
                    <a:pt x="6563" y="12163"/>
                  </a:lnTo>
                  <a:lnTo>
                    <a:pt x="6517" y="12714"/>
                  </a:lnTo>
                  <a:lnTo>
                    <a:pt x="6517" y="13035"/>
                  </a:lnTo>
                  <a:lnTo>
                    <a:pt x="6563" y="13356"/>
                  </a:lnTo>
                  <a:lnTo>
                    <a:pt x="6655" y="13677"/>
                  </a:lnTo>
                  <a:lnTo>
                    <a:pt x="6793" y="13999"/>
                  </a:lnTo>
                  <a:lnTo>
                    <a:pt x="6930" y="14274"/>
                  </a:lnTo>
                  <a:lnTo>
                    <a:pt x="7068" y="14549"/>
                  </a:lnTo>
                  <a:lnTo>
                    <a:pt x="7298" y="14779"/>
                  </a:lnTo>
                  <a:lnTo>
                    <a:pt x="7481" y="15008"/>
                  </a:lnTo>
                  <a:lnTo>
                    <a:pt x="7711" y="15192"/>
                  </a:lnTo>
                  <a:lnTo>
                    <a:pt x="7986" y="15376"/>
                  </a:lnTo>
                  <a:lnTo>
                    <a:pt x="8261" y="15559"/>
                  </a:lnTo>
                  <a:lnTo>
                    <a:pt x="8537" y="15651"/>
                  </a:lnTo>
                  <a:lnTo>
                    <a:pt x="8858" y="15743"/>
                  </a:lnTo>
                  <a:lnTo>
                    <a:pt x="9179" y="15834"/>
                  </a:lnTo>
                  <a:lnTo>
                    <a:pt x="9501" y="15880"/>
                  </a:lnTo>
                  <a:lnTo>
                    <a:pt x="9822" y="15880"/>
                  </a:lnTo>
                  <a:lnTo>
                    <a:pt x="10143" y="15834"/>
                  </a:lnTo>
                  <a:lnTo>
                    <a:pt x="10419" y="15789"/>
                  </a:lnTo>
                  <a:lnTo>
                    <a:pt x="10694" y="15697"/>
                  </a:lnTo>
                  <a:lnTo>
                    <a:pt x="10969" y="15559"/>
                  </a:lnTo>
                  <a:lnTo>
                    <a:pt x="11474" y="15284"/>
                  </a:lnTo>
                  <a:lnTo>
                    <a:pt x="11933" y="14917"/>
                  </a:lnTo>
                  <a:lnTo>
                    <a:pt x="12254" y="14458"/>
                  </a:lnTo>
                  <a:lnTo>
                    <a:pt x="12530" y="13953"/>
                  </a:lnTo>
                  <a:lnTo>
                    <a:pt x="12667" y="13677"/>
                  </a:lnTo>
                  <a:lnTo>
                    <a:pt x="12713" y="13402"/>
                  </a:lnTo>
                  <a:lnTo>
                    <a:pt x="12759" y="13081"/>
                  </a:lnTo>
                  <a:lnTo>
                    <a:pt x="12805" y="12805"/>
                  </a:lnTo>
                  <a:lnTo>
                    <a:pt x="12759" y="12209"/>
                  </a:lnTo>
                  <a:lnTo>
                    <a:pt x="12622" y="11658"/>
                  </a:lnTo>
                  <a:lnTo>
                    <a:pt x="12392" y="11153"/>
                  </a:lnTo>
                  <a:lnTo>
                    <a:pt x="12071" y="10740"/>
                  </a:lnTo>
                  <a:lnTo>
                    <a:pt x="11704" y="10327"/>
                  </a:lnTo>
                  <a:lnTo>
                    <a:pt x="11245" y="10006"/>
                  </a:lnTo>
                  <a:lnTo>
                    <a:pt x="10740" y="9776"/>
                  </a:lnTo>
                  <a:lnTo>
                    <a:pt x="10235" y="9639"/>
                  </a:lnTo>
                  <a:lnTo>
                    <a:pt x="10235" y="8629"/>
                  </a:lnTo>
                  <a:close/>
                  <a:moveTo>
                    <a:pt x="2708" y="0"/>
                  </a:moveTo>
                  <a:lnTo>
                    <a:pt x="2524" y="46"/>
                  </a:lnTo>
                  <a:lnTo>
                    <a:pt x="2387" y="138"/>
                  </a:lnTo>
                  <a:lnTo>
                    <a:pt x="2249" y="276"/>
                  </a:lnTo>
                  <a:lnTo>
                    <a:pt x="2157" y="413"/>
                  </a:lnTo>
                  <a:lnTo>
                    <a:pt x="0" y="7894"/>
                  </a:lnTo>
                  <a:lnTo>
                    <a:pt x="0" y="8032"/>
                  </a:lnTo>
                  <a:lnTo>
                    <a:pt x="0" y="8170"/>
                  </a:lnTo>
                  <a:lnTo>
                    <a:pt x="46" y="8308"/>
                  </a:lnTo>
                  <a:lnTo>
                    <a:pt x="92" y="8399"/>
                  </a:lnTo>
                  <a:lnTo>
                    <a:pt x="184" y="8491"/>
                  </a:lnTo>
                  <a:lnTo>
                    <a:pt x="275" y="8537"/>
                  </a:lnTo>
                  <a:lnTo>
                    <a:pt x="413" y="8583"/>
                  </a:lnTo>
                  <a:lnTo>
                    <a:pt x="551" y="8629"/>
                  </a:lnTo>
                  <a:lnTo>
                    <a:pt x="1882" y="8629"/>
                  </a:lnTo>
                  <a:lnTo>
                    <a:pt x="1882" y="17028"/>
                  </a:lnTo>
                  <a:lnTo>
                    <a:pt x="1928" y="17257"/>
                  </a:lnTo>
                  <a:lnTo>
                    <a:pt x="2020" y="17441"/>
                  </a:lnTo>
                  <a:lnTo>
                    <a:pt x="2203" y="17533"/>
                  </a:lnTo>
                  <a:lnTo>
                    <a:pt x="2433" y="17579"/>
                  </a:lnTo>
                  <a:lnTo>
                    <a:pt x="17028" y="17579"/>
                  </a:lnTo>
                  <a:lnTo>
                    <a:pt x="17257" y="17533"/>
                  </a:lnTo>
                  <a:lnTo>
                    <a:pt x="17441" y="17441"/>
                  </a:lnTo>
                  <a:lnTo>
                    <a:pt x="17532" y="17257"/>
                  </a:lnTo>
                  <a:lnTo>
                    <a:pt x="17578" y="17028"/>
                  </a:lnTo>
                  <a:lnTo>
                    <a:pt x="17578" y="8629"/>
                  </a:lnTo>
                  <a:lnTo>
                    <a:pt x="18450" y="8629"/>
                  </a:lnTo>
                  <a:lnTo>
                    <a:pt x="18588" y="8583"/>
                  </a:lnTo>
                  <a:lnTo>
                    <a:pt x="18726" y="8537"/>
                  </a:lnTo>
                  <a:lnTo>
                    <a:pt x="18818" y="8491"/>
                  </a:lnTo>
                  <a:lnTo>
                    <a:pt x="18909" y="8399"/>
                  </a:lnTo>
                  <a:lnTo>
                    <a:pt x="19001" y="8308"/>
                  </a:lnTo>
                  <a:lnTo>
                    <a:pt x="19001" y="8170"/>
                  </a:lnTo>
                  <a:lnTo>
                    <a:pt x="19047" y="8032"/>
                  </a:lnTo>
                  <a:lnTo>
                    <a:pt x="19001" y="7894"/>
                  </a:lnTo>
                  <a:lnTo>
                    <a:pt x="17395" y="2295"/>
                  </a:lnTo>
                  <a:lnTo>
                    <a:pt x="16844" y="413"/>
                  </a:lnTo>
                  <a:lnTo>
                    <a:pt x="16752" y="276"/>
                  </a:lnTo>
                  <a:lnTo>
                    <a:pt x="16615" y="138"/>
                  </a:lnTo>
                  <a:lnTo>
                    <a:pt x="16477" y="46"/>
                  </a:lnTo>
                  <a:lnTo>
                    <a:pt x="16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7"/>
            <p:cNvSpPr/>
            <p:nvPr/>
          </p:nvSpPr>
          <p:spPr>
            <a:xfrm>
              <a:off x="7420044" y="1416408"/>
              <a:ext cx="438081" cy="404317"/>
            </a:xfrm>
            <a:custGeom>
              <a:rect b="b" l="l" r="r" t="t"/>
              <a:pathLst>
                <a:path extrusionOk="0" fill="none" h="17579" w="19047">
                  <a:moveTo>
                    <a:pt x="19001" y="7894"/>
                  </a:moveTo>
                  <a:lnTo>
                    <a:pt x="19001" y="7894"/>
                  </a:lnTo>
                  <a:lnTo>
                    <a:pt x="17395" y="2295"/>
                  </a:lnTo>
                  <a:lnTo>
                    <a:pt x="17395" y="2295"/>
                  </a:lnTo>
                  <a:lnTo>
                    <a:pt x="16844" y="413"/>
                  </a:lnTo>
                  <a:lnTo>
                    <a:pt x="16844" y="413"/>
                  </a:lnTo>
                  <a:lnTo>
                    <a:pt x="16752" y="276"/>
                  </a:lnTo>
                  <a:lnTo>
                    <a:pt x="16615" y="138"/>
                  </a:lnTo>
                  <a:lnTo>
                    <a:pt x="16477" y="46"/>
                  </a:lnTo>
                  <a:lnTo>
                    <a:pt x="16293" y="0"/>
                  </a:lnTo>
                  <a:lnTo>
                    <a:pt x="16293" y="0"/>
                  </a:lnTo>
                  <a:lnTo>
                    <a:pt x="2708" y="0"/>
                  </a:lnTo>
                  <a:lnTo>
                    <a:pt x="2708" y="0"/>
                  </a:lnTo>
                  <a:lnTo>
                    <a:pt x="2524" y="46"/>
                  </a:lnTo>
                  <a:lnTo>
                    <a:pt x="2387" y="138"/>
                  </a:lnTo>
                  <a:lnTo>
                    <a:pt x="2249" y="276"/>
                  </a:lnTo>
                  <a:lnTo>
                    <a:pt x="2157" y="413"/>
                  </a:lnTo>
                  <a:lnTo>
                    <a:pt x="2157" y="413"/>
                  </a:lnTo>
                  <a:lnTo>
                    <a:pt x="0" y="7894"/>
                  </a:lnTo>
                  <a:lnTo>
                    <a:pt x="0" y="7894"/>
                  </a:lnTo>
                  <a:lnTo>
                    <a:pt x="0" y="8032"/>
                  </a:lnTo>
                  <a:lnTo>
                    <a:pt x="0" y="8170"/>
                  </a:lnTo>
                  <a:lnTo>
                    <a:pt x="46" y="8308"/>
                  </a:lnTo>
                  <a:lnTo>
                    <a:pt x="92" y="8399"/>
                  </a:lnTo>
                  <a:lnTo>
                    <a:pt x="184" y="8491"/>
                  </a:lnTo>
                  <a:lnTo>
                    <a:pt x="275" y="8537"/>
                  </a:lnTo>
                  <a:lnTo>
                    <a:pt x="413" y="8583"/>
                  </a:lnTo>
                  <a:lnTo>
                    <a:pt x="551" y="8629"/>
                  </a:lnTo>
                  <a:lnTo>
                    <a:pt x="1882" y="8629"/>
                  </a:lnTo>
                  <a:lnTo>
                    <a:pt x="1882" y="17028"/>
                  </a:lnTo>
                  <a:lnTo>
                    <a:pt x="1882" y="17028"/>
                  </a:lnTo>
                  <a:lnTo>
                    <a:pt x="1928" y="17257"/>
                  </a:lnTo>
                  <a:lnTo>
                    <a:pt x="2020" y="17441"/>
                  </a:lnTo>
                  <a:lnTo>
                    <a:pt x="2203" y="17533"/>
                  </a:lnTo>
                  <a:lnTo>
                    <a:pt x="2433" y="17579"/>
                  </a:lnTo>
                  <a:lnTo>
                    <a:pt x="17028" y="17579"/>
                  </a:lnTo>
                  <a:lnTo>
                    <a:pt x="17028" y="17579"/>
                  </a:lnTo>
                  <a:lnTo>
                    <a:pt x="17257" y="17533"/>
                  </a:lnTo>
                  <a:lnTo>
                    <a:pt x="17441" y="17441"/>
                  </a:lnTo>
                  <a:lnTo>
                    <a:pt x="17532" y="17257"/>
                  </a:lnTo>
                  <a:lnTo>
                    <a:pt x="17578" y="17028"/>
                  </a:lnTo>
                  <a:lnTo>
                    <a:pt x="17578" y="8629"/>
                  </a:lnTo>
                  <a:lnTo>
                    <a:pt x="18450" y="8629"/>
                  </a:lnTo>
                  <a:lnTo>
                    <a:pt x="18450" y="8629"/>
                  </a:lnTo>
                  <a:lnTo>
                    <a:pt x="18588" y="8583"/>
                  </a:lnTo>
                  <a:lnTo>
                    <a:pt x="18726" y="8537"/>
                  </a:lnTo>
                  <a:lnTo>
                    <a:pt x="18818" y="8491"/>
                  </a:lnTo>
                  <a:lnTo>
                    <a:pt x="18909" y="8399"/>
                  </a:lnTo>
                  <a:lnTo>
                    <a:pt x="19001" y="8308"/>
                  </a:lnTo>
                  <a:lnTo>
                    <a:pt x="19001" y="8170"/>
                  </a:lnTo>
                  <a:lnTo>
                    <a:pt x="19047" y="8032"/>
                  </a:lnTo>
                  <a:lnTo>
                    <a:pt x="19001" y="7894"/>
                  </a:lnTo>
                  <a:lnTo>
                    <a:pt x="19001" y="78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7"/>
            <p:cNvSpPr/>
            <p:nvPr/>
          </p:nvSpPr>
          <p:spPr>
            <a:xfrm>
              <a:off x="7708211" y="1491342"/>
              <a:ext cx="101361" cy="35926"/>
            </a:xfrm>
            <a:custGeom>
              <a:rect b="b" l="l" r="r" t="t"/>
              <a:pathLst>
                <a:path extrusionOk="0" fill="none" h="1562" w="4407">
                  <a:moveTo>
                    <a:pt x="3994" y="47"/>
                  </a:moveTo>
                  <a:lnTo>
                    <a:pt x="3994" y="47"/>
                  </a:lnTo>
                  <a:lnTo>
                    <a:pt x="3994" y="1"/>
                  </a:lnTo>
                  <a:lnTo>
                    <a:pt x="3994" y="1"/>
                  </a:lnTo>
                  <a:lnTo>
                    <a:pt x="3994" y="1"/>
                  </a:lnTo>
                  <a:lnTo>
                    <a:pt x="3994" y="1"/>
                  </a:lnTo>
                  <a:lnTo>
                    <a:pt x="3948" y="1"/>
                  </a:lnTo>
                  <a:lnTo>
                    <a:pt x="3948" y="1"/>
                  </a:lnTo>
                  <a:lnTo>
                    <a:pt x="3948" y="1"/>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4407" y="1561"/>
                  </a:lnTo>
                  <a:lnTo>
                    <a:pt x="138" y="1561"/>
                  </a:lnTo>
                  <a:lnTo>
                    <a:pt x="1" y="47"/>
                  </a:lnTo>
                  <a:lnTo>
                    <a:pt x="3994"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7"/>
            <p:cNvSpPr/>
            <p:nvPr/>
          </p:nvSpPr>
          <p:spPr>
            <a:xfrm>
              <a:off x="7800050" y="1492400"/>
              <a:ext cx="23" cy="23"/>
            </a:xfrm>
            <a:custGeom>
              <a:rect b="b" l="l" r="r" t="t"/>
              <a:pathLst>
                <a:path extrusionOk="0" fill="none" h="1" w="1">
                  <a:moveTo>
                    <a:pt x="1" y="1"/>
                  </a:move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7"/>
            <p:cNvSpPr/>
            <p:nvPr/>
          </p:nvSpPr>
          <p:spPr>
            <a:xfrm>
              <a:off x="7704002" y="1442789"/>
              <a:ext cx="87630" cy="23253"/>
            </a:xfrm>
            <a:custGeom>
              <a:rect b="b" l="l" r="r" t="t"/>
              <a:pathLst>
                <a:path extrusionOk="0" fill="none" h="1011" w="3810">
                  <a:moveTo>
                    <a:pt x="3534" y="1"/>
                  </a:moveTo>
                  <a:lnTo>
                    <a:pt x="3810" y="1010"/>
                  </a:lnTo>
                  <a:lnTo>
                    <a:pt x="92" y="1010"/>
                  </a:lnTo>
                  <a:lnTo>
                    <a:pt x="0" y="1"/>
                  </a:lnTo>
                  <a:lnTo>
                    <a:pt x="3534"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7"/>
            <p:cNvSpPr/>
            <p:nvPr/>
          </p:nvSpPr>
          <p:spPr>
            <a:xfrm>
              <a:off x="7596316" y="1442789"/>
              <a:ext cx="83421" cy="23253"/>
            </a:xfrm>
            <a:custGeom>
              <a:rect b="b" l="l" r="r" t="t"/>
              <a:pathLst>
                <a:path extrusionOk="0" fill="none" h="1011" w="3627">
                  <a:moveTo>
                    <a:pt x="138" y="1"/>
                  </a:moveTo>
                  <a:lnTo>
                    <a:pt x="3535" y="1"/>
                  </a:lnTo>
                  <a:lnTo>
                    <a:pt x="3627" y="1010"/>
                  </a:lnTo>
                  <a:lnTo>
                    <a:pt x="1" y="1010"/>
                  </a:lnTo>
                  <a:lnTo>
                    <a:pt x="138"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7"/>
            <p:cNvSpPr/>
            <p:nvPr/>
          </p:nvSpPr>
          <p:spPr>
            <a:xfrm>
              <a:off x="7591049" y="1492400"/>
              <a:ext cx="95013" cy="34868"/>
            </a:xfrm>
            <a:custGeom>
              <a:rect b="b" l="l" r="r" t="t"/>
              <a:pathLst>
                <a:path extrusionOk="0" fill="none" h="1516" w="4131">
                  <a:moveTo>
                    <a:pt x="138" y="1"/>
                  </a:moveTo>
                  <a:lnTo>
                    <a:pt x="3993" y="1"/>
                  </a:lnTo>
                  <a:lnTo>
                    <a:pt x="4131" y="1515"/>
                  </a:lnTo>
                  <a:lnTo>
                    <a:pt x="0" y="1515"/>
                  </a:lnTo>
                  <a:lnTo>
                    <a:pt x="138"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7"/>
            <p:cNvSpPr/>
            <p:nvPr/>
          </p:nvSpPr>
          <p:spPr>
            <a:xfrm>
              <a:off x="7585759" y="1552568"/>
              <a:ext cx="105593" cy="35926"/>
            </a:xfrm>
            <a:custGeom>
              <a:rect b="b" l="l" r="r" t="t"/>
              <a:pathLst>
                <a:path extrusionOk="0" fill="none" h="1562" w="4591">
                  <a:moveTo>
                    <a:pt x="138" y="1"/>
                  </a:moveTo>
                  <a:lnTo>
                    <a:pt x="4453" y="1"/>
                  </a:lnTo>
                  <a:lnTo>
                    <a:pt x="4590" y="1561"/>
                  </a:lnTo>
                  <a:lnTo>
                    <a:pt x="1" y="1561"/>
                  </a:lnTo>
                  <a:lnTo>
                    <a:pt x="138"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7"/>
            <p:cNvSpPr/>
            <p:nvPr/>
          </p:nvSpPr>
          <p:spPr>
            <a:xfrm>
              <a:off x="7596316" y="1662370"/>
              <a:ext cx="92920" cy="92897"/>
            </a:xfrm>
            <a:custGeom>
              <a:rect b="b" l="l" r="r" t="t"/>
              <a:pathLst>
                <a:path extrusionOk="0" fill="none" h="4039" w="4040">
                  <a:moveTo>
                    <a:pt x="2020" y="0"/>
                  </a:moveTo>
                  <a:lnTo>
                    <a:pt x="2020" y="0"/>
                  </a:lnTo>
                  <a:lnTo>
                    <a:pt x="2433" y="46"/>
                  </a:lnTo>
                  <a:lnTo>
                    <a:pt x="2800" y="138"/>
                  </a:lnTo>
                  <a:lnTo>
                    <a:pt x="3122" y="321"/>
                  </a:lnTo>
                  <a:lnTo>
                    <a:pt x="3443" y="597"/>
                  </a:lnTo>
                  <a:lnTo>
                    <a:pt x="3672" y="872"/>
                  </a:lnTo>
                  <a:lnTo>
                    <a:pt x="3856" y="1239"/>
                  </a:lnTo>
                  <a:lnTo>
                    <a:pt x="3994" y="1606"/>
                  </a:lnTo>
                  <a:lnTo>
                    <a:pt x="4040" y="2020"/>
                  </a:lnTo>
                  <a:lnTo>
                    <a:pt x="4040" y="2020"/>
                  </a:lnTo>
                  <a:lnTo>
                    <a:pt x="3994" y="2433"/>
                  </a:lnTo>
                  <a:lnTo>
                    <a:pt x="3856" y="2800"/>
                  </a:lnTo>
                  <a:lnTo>
                    <a:pt x="3672" y="3167"/>
                  </a:lnTo>
                  <a:lnTo>
                    <a:pt x="3443" y="3442"/>
                  </a:lnTo>
                  <a:lnTo>
                    <a:pt x="3122" y="3718"/>
                  </a:lnTo>
                  <a:lnTo>
                    <a:pt x="2800" y="3901"/>
                  </a:lnTo>
                  <a:lnTo>
                    <a:pt x="2433" y="3993"/>
                  </a:lnTo>
                  <a:lnTo>
                    <a:pt x="2020" y="4039"/>
                  </a:lnTo>
                  <a:lnTo>
                    <a:pt x="2020" y="4039"/>
                  </a:lnTo>
                  <a:lnTo>
                    <a:pt x="1607" y="3993"/>
                  </a:lnTo>
                  <a:lnTo>
                    <a:pt x="1240" y="3901"/>
                  </a:lnTo>
                  <a:lnTo>
                    <a:pt x="873" y="3718"/>
                  </a:lnTo>
                  <a:lnTo>
                    <a:pt x="552" y="3442"/>
                  </a:lnTo>
                  <a:lnTo>
                    <a:pt x="322" y="3167"/>
                  </a:lnTo>
                  <a:lnTo>
                    <a:pt x="138" y="2800"/>
                  </a:lnTo>
                  <a:lnTo>
                    <a:pt x="1" y="2433"/>
                  </a:lnTo>
                  <a:lnTo>
                    <a:pt x="1" y="2020"/>
                  </a:lnTo>
                  <a:lnTo>
                    <a:pt x="1" y="2020"/>
                  </a:lnTo>
                  <a:lnTo>
                    <a:pt x="1" y="1606"/>
                  </a:lnTo>
                  <a:lnTo>
                    <a:pt x="138" y="1239"/>
                  </a:lnTo>
                  <a:lnTo>
                    <a:pt x="322" y="872"/>
                  </a:lnTo>
                  <a:lnTo>
                    <a:pt x="552" y="597"/>
                  </a:lnTo>
                  <a:lnTo>
                    <a:pt x="873" y="321"/>
                  </a:lnTo>
                  <a:lnTo>
                    <a:pt x="1240" y="138"/>
                  </a:lnTo>
                  <a:lnTo>
                    <a:pt x="1607" y="46"/>
                  </a:lnTo>
                  <a:lnTo>
                    <a:pt x="2020" y="0"/>
                  </a:lnTo>
                  <a:lnTo>
                    <a:pt x="202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7"/>
            <p:cNvSpPr/>
            <p:nvPr/>
          </p:nvSpPr>
          <p:spPr>
            <a:xfrm>
              <a:off x="7484421" y="1442789"/>
              <a:ext cx="88688" cy="23253"/>
            </a:xfrm>
            <a:custGeom>
              <a:rect b="b" l="l" r="r" t="t"/>
              <a:pathLst>
                <a:path extrusionOk="0" fill="none" h="1011" w="3856">
                  <a:moveTo>
                    <a:pt x="322" y="1"/>
                  </a:moveTo>
                  <a:lnTo>
                    <a:pt x="3856" y="1"/>
                  </a:lnTo>
                  <a:lnTo>
                    <a:pt x="3764" y="1010"/>
                  </a:lnTo>
                  <a:lnTo>
                    <a:pt x="1" y="1010"/>
                  </a:lnTo>
                  <a:lnTo>
                    <a:pt x="32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7"/>
            <p:cNvSpPr/>
            <p:nvPr/>
          </p:nvSpPr>
          <p:spPr>
            <a:xfrm>
              <a:off x="7466481" y="1492400"/>
              <a:ext cx="102419" cy="34868"/>
            </a:xfrm>
            <a:custGeom>
              <a:rect b="b" l="l" r="r" t="t"/>
              <a:pathLst>
                <a:path extrusionOk="0" fill="none" h="1516" w="4453">
                  <a:moveTo>
                    <a:pt x="459" y="1"/>
                  </a:move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452" y="1"/>
                  </a:lnTo>
                  <a:lnTo>
                    <a:pt x="4315" y="1515"/>
                  </a:lnTo>
                  <a:lnTo>
                    <a:pt x="1" y="1515"/>
                  </a:lnTo>
                  <a:lnTo>
                    <a:pt x="1" y="1515"/>
                  </a:lnTo>
                  <a:lnTo>
                    <a:pt x="459" y="1"/>
                  </a:lnTo>
                  <a:lnTo>
                    <a:pt x="459"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7"/>
            <p:cNvSpPr/>
            <p:nvPr/>
          </p:nvSpPr>
          <p:spPr>
            <a:xfrm>
              <a:off x="7477038" y="1492400"/>
              <a:ext cx="23" cy="23"/>
            </a:xfrm>
            <a:custGeom>
              <a:rect b="b" l="l" r="r" t="t"/>
              <a:pathLst>
                <a:path extrusionOk="0" fill="none" h="1" w="1">
                  <a:moveTo>
                    <a:pt x="0" y="1"/>
                  </a:move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7"/>
            <p:cNvSpPr/>
            <p:nvPr/>
          </p:nvSpPr>
          <p:spPr>
            <a:xfrm>
              <a:off x="7477038" y="1492400"/>
              <a:ext cx="23" cy="23"/>
            </a:xfrm>
            <a:custGeom>
              <a:rect b="b" l="l" r="r" t="t"/>
              <a:pathLst>
                <a:path extrusionOk="0" fill="none" h="1" w="1">
                  <a:moveTo>
                    <a:pt x="0" y="1"/>
                  </a:moveTo>
                  <a:lnTo>
                    <a:pt x="0" y="1"/>
                  </a:lnTo>
                  <a:lnTo>
                    <a:pt x="0" y="1"/>
                  </a:lnTo>
                  <a:lnTo>
                    <a:pt x="0" y="1"/>
                  </a:lnTo>
                  <a:lnTo>
                    <a:pt x="0" y="1"/>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7"/>
            <p:cNvSpPr/>
            <p:nvPr/>
          </p:nvSpPr>
          <p:spPr>
            <a:xfrm>
              <a:off x="7449599" y="1552568"/>
              <a:ext cx="112976" cy="35926"/>
            </a:xfrm>
            <a:custGeom>
              <a:rect b="b" l="l" r="r" t="t"/>
              <a:pathLst>
                <a:path extrusionOk="0" fill="none" h="1562" w="4912">
                  <a:moveTo>
                    <a:pt x="0" y="1561"/>
                  </a:moveTo>
                  <a:lnTo>
                    <a:pt x="459" y="1"/>
                  </a:lnTo>
                  <a:lnTo>
                    <a:pt x="4911" y="1"/>
                  </a:lnTo>
                  <a:lnTo>
                    <a:pt x="4727" y="1561"/>
                  </a:lnTo>
                  <a:lnTo>
                    <a:pt x="4727" y="1561"/>
                  </a:lnTo>
                  <a:lnTo>
                    <a:pt x="0" y="1561"/>
                  </a:lnTo>
                  <a:lnTo>
                    <a:pt x="0" y="15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7"/>
            <p:cNvSpPr/>
            <p:nvPr/>
          </p:nvSpPr>
          <p:spPr>
            <a:xfrm>
              <a:off x="7489711" y="1614852"/>
              <a:ext cx="309304" cy="180550"/>
            </a:xfrm>
            <a:custGeom>
              <a:rect b="b" l="l" r="r" t="t"/>
              <a:pathLst>
                <a:path extrusionOk="0" fill="none" h="7850" w="13448">
                  <a:moveTo>
                    <a:pt x="13448" y="7849"/>
                  </a:moveTo>
                  <a:lnTo>
                    <a:pt x="0" y="7849"/>
                  </a:lnTo>
                  <a:lnTo>
                    <a:pt x="0" y="1"/>
                  </a:lnTo>
                  <a:lnTo>
                    <a:pt x="6059" y="1"/>
                  </a:lnTo>
                  <a:lnTo>
                    <a:pt x="6059" y="1011"/>
                  </a:lnTo>
                  <a:lnTo>
                    <a:pt x="6059" y="1011"/>
                  </a:lnTo>
                  <a:lnTo>
                    <a:pt x="5554" y="1148"/>
                  </a:lnTo>
                  <a:lnTo>
                    <a:pt x="5049" y="1378"/>
                  </a:lnTo>
                  <a:lnTo>
                    <a:pt x="4590" y="1699"/>
                  </a:lnTo>
                  <a:lnTo>
                    <a:pt x="4223" y="2066"/>
                  </a:lnTo>
                  <a:lnTo>
                    <a:pt x="3901" y="2525"/>
                  </a:lnTo>
                  <a:lnTo>
                    <a:pt x="3672" y="2984"/>
                  </a:lnTo>
                  <a:lnTo>
                    <a:pt x="3534" y="3535"/>
                  </a:lnTo>
                  <a:lnTo>
                    <a:pt x="3488" y="4086"/>
                  </a:lnTo>
                  <a:lnTo>
                    <a:pt x="3488" y="4086"/>
                  </a:lnTo>
                  <a:lnTo>
                    <a:pt x="3488" y="4407"/>
                  </a:lnTo>
                  <a:lnTo>
                    <a:pt x="3534" y="4728"/>
                  </a:lnTo>
                  <a:lnTo>
                    <a:pt x="3626" y="5049"/>
                  </a:lnTo>
                  <a:lnTo>
                    <a:pt x="3764" y="5371"/>
                  </a:lnTo>
                  <a:lnTo>
                    <a:pt x="3901" y="5646"/>
                  </a:lnTo>
                  <a:lnTo>
                    <a:pt x="4039" y="5921"/>
                  </a:lnTo>
                  <a:lnTo>
                    <a:pt x="4269" y="6151"/>
                  </a:lnTo>
                  <a:lnTo>
                    <a:pt x="4452" y="6380"/>
                  </a:lnTo>
                  <a:lnTo>
                    <a:pt x="4682" y="6564"/>
                  </a:lnTo>
                  <a:lnTo>
                    <a:pt x="4957" y="6748"/>
                  </a:lnTo>
                  <a:lnTo>
                    <a:pt x="5232" y="6931"/>
                  </a:lnTo>
                  <a:lnTo>
                    <a:pt x="5508" y="7023"/>
                  </a:lnTo>
                  <a:lnTo>
                    <a:pt x="5829" y="7115"/>
                  </a:lnTo>
                  <a:lnTo>
                    <a:pt x="6150" y="7206"/>
                  </a:lnTo>
                  <a:lnTo>
                    <a:pt x="6472" y="7252"/>
                  </a:lnTo>
                  <a:lnTo>
                    <a:pt x="6793" y="7252"/>
                  </a:lnTo>
                  <a:lnTo>
                    <a:pt x="6793" y="7252"/>
                  </a:lnTo>
                  <a:lnTo>
                    <a:pt x="7114" y="7206"/>
                  </a:lnTo>
                  <a:lnTo>
                    <a:pt x="7390" y="7161"/>
                  </a:lnTo>
                  <a:lnTo>
                    <a:pt x="7665" y="7069"/>
                  </a:lnTo>
                  <a:lnTo>
                    <a:pt x="7940" y="6931"/>
                  </a:lnTo>
                  <a:lnTo>
                    <a:pt x="8445" y="6656"/>
                  </a:lnTo>
                  <a:lnTo>
                    <a:pt x="8904" y="6289"/>
                  </a:lnTo>
                  <a:lnTo>
                    <a:pt x="9225" y="5830"/>
                  </a:lnTo>
                  <a:lnTo>
                    <a:pt x="9501" y="5325"/>
                  </a:lnTo>
                  <a:lnTo>
                    <a:pt x="9638" y="5049"/>
                  </a:lnTo>
                  <a:lnTo>
                    <a:pt x="9684" y="4774"/>
                  </a:lnTo>
                  <a:lnTo>
                    <a:pt x="9730" y="4453"/>
                  </a:lnTo>
                  <a:lnTo>
                    <a:pt x="9776" y="4177"/>
                  </a:lnTo>
                  <a:lnTo>
                    <a:pt x="9776" y="4177"/>
                  </a:lnTo>
                  <a:lnTo>
                    <a:pt x="9730" y="3581"/>
                  </a:lnTo>
                  <a:lnTo>
                    <a:pt x="9593" y="3030"/>
                  </a:lnTo>
                  <a:lnTo>
                    <a:pt x="9363" y="2525"/>
                  </a:lnTo>
                  <a:lnTo>
                    <a:pt x="9042" y="2112"/>
                  </a:lnTo>
                  <a:lnTo>
                    <a:pt x="8675" y="1699"/>
                  </a:lnTo>
                  <a:lnTo>
                    <a:pt x="8216" y="1378"/>
                  </a:lnTo>
                  <a:lnTo>
                    <a:pt x="7711" y="1148"/>
                  </a:lnTo>
                  <a:lnTo>
                    <a:pt x="7206" y="1011"/>
                  </a:lnTo>
                  <a:lnTo>
                    <a:pt x="7206" y="1"/>
                  </a:lnTo>
                  <a:lnTo>
                    <a:pt x="13448" y="1"/>
                  </a:lnTo>
                  <a:lnTo>
                    <a:pt x="13448" y="78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7"/>
            <p:cNvSpPr/>
            <p:nvPr/>
          </p:nvSpPr>
          <p:spPr>
            <a:xfrm>
              <a:off x="7714559" y="1552568"/>
              <a:ext cx="112953" cy="35926"/>
            </a:xfrm>
            <a:custGeom>
              <a:rect b="b" l="l" r="r" t="t"/>
              <a:pathLst>
                <a:path extrusionOk="0" fill="none" h="1562" w="4911">
                  <a:moveTo>
                    <a:pt x="138" y="1561"/>
                  </a:moveTo>
                  <a:lnTo>
                    <a:pt x="0" y="1"/>
                  </a:lnTo>
                  <a:lnTo>
                    <a:pt x="4452" y="1"/>
                  </a:lnTo>
                  <a:lnTo>
                    <a:pt x="4911" y="1561"/>
                  </a:lnTo>
                  <a:lnTo>
                    <a:pt x="4911" y="1561"/>
                  </a:lnTo>
                  <a:lnTo>
                    <a:pt x="138" y="1561"/>
                  </a:lnTo>
                  <a:lnTo>
                    <a:pt x="138" y="15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7"/>
            <p:cNvSpPr/>
            <p:nvPr/>
          </p:nvSpPr>
          <p:spPr>
            <a:xfrm>
              <a:off x="7820106" y="1469193"/>
              <a:ext cx="23" cy="23"/>
            </a:xfrm>
            <a:custGeom>
              <a:rect b="b" l="l" r="r" t="t"/>
              <a:pathLst>
                <a:path extrusionOk="0" h="1" w="1">
                  <a:moveTo>
                    <a:pt x="1" y="0"/>
                  </a:move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7"/>
            <p:cNvSpPr/>
            <p:nvPr/>
          </p:nvSpPr>
          <p:spPr>
            <a:xfrm>
              <a:off x="7820106" y="1469193"/>
              <a:ext cx="23" cy="23"/>
            </a:xfrm>
            <a:custGeom>
              <a:rect b="b" l="l" r="r" t="t"/>
              <a:pathLst>
                <a:path extrusionOk="0" fill="none" h="1" w="1">
                  <a:moveTo>
                    <a:pt x="1" y="0"/>
                  </a:move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7"/>
            <p:cNvSpPr/>
            <p:nvPr/>
          </p:nvSpPr>
          <p:spPr>
            <a:xfrm>
              <a:off x="7477038" y="1492400"/>
              <a:ext cx="23" cy="23"/>
            </a:xfrm>
            <a:custGeom>
              <a:rect b="b" l="l" r="r" t="t"/>
              <a:pathLst>
                <a:path extrusionOk="0" h="1" w="1">
                  <a:moveTo>
                    <a:pt x="0" y="1"/>
                  </a:moveTo>
                  <a:lnTo>
                    <a:pt x="0" y="1"/>
                  </a:lnTo>
                  <a:lnTo>
                    <a:pt x="0" y="1"/>
                  </a:lnTo>
                  <a:lnTo>
                    <a:pt x="0" y="1"/>
                  </a:lnTo>
                  <a:lnTo>
                    <a:pt x="0" y="1"/>
                  </a:lnTo>
                  <a:lnTo>
                    <a:pt x="0" y="1"/>
                  </a:lnTo>
                  <a:lnTo>
                    <a:pt x="0" y="1"/>
                  </a:lnTo>
                  <a:lnTo>
                    <a:pt x="0" y="1"/>
                  </a:ln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7"/>
            <p:cNvSpPr/>
            <p:nvPr/>
          </p:nvSpPr>
          <p:spPr>
            <a:xfrm>
              <a:off x="7477038" y="1491342"/>
              <a:ext cx="23" cy="23"/>
            </a:xfrm>
            <a:custGeom>
              <a:rect b="b" l="l" r="r" t="t"/>
              <a:pathLst>
                <a:path extrusionOk="0" h="1" w="1">
                  <a:moveTo>
                    <a:pt x="0" y="1"/>
                  </a:moveTo>
                  <a:lnTo>
                    <a:pt x="0" y="1"/>
                  </a:lnTo>
                  <a:lnTo>
                    <a:pt x="0" y="1"/>
                  </a:lnTo>
                  <a:lnTo>
                    <a:pt x="0" y="1"/>
                  </a:ln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7"/>
            <p:cNvSpPr/>
            <p:nvPr/>
          </p:nvSpPr>
          <p:spPr>
            <a:xfrm>
              <a:off x="7800050" y="1492400"/>
              <a:ext cx="23" cy="23"/>
            </a:xfrm>
            <a:custGeom>
              <a:rect b="b" l="l" r="r" t="t"/>
              <a:pathLst>
                <a:path extrusionOk="0" h="1" w="1">
                  <a:moveTo>
                    <a:pt x="1" y="1"/>
                  </a:moveTo>
                  <a:lnTo>
                    <a:pt x="1" y="1"/>
                  </a:lnTo>
                  <a:lnTo>
                    <a:pt x="1" y="1"/>
                  </a:ln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7"/>
            <p:cNvSpPr/>
            <p:nvPr/>
          </p:nvSpPr>
          <p:spPr>
            <a:xfrm>
              <a:off x="7800050" y="1492400"/>
              <a:ext cx="23" cy="23"/>
            </a:xfrm>
            <a:custGeom>
              <a:rect b="b" l="l" r="r" t="t"/>
              <a:pathLst>
                <a:path extrusionOk="0" h="1" w="1">
                  <a:moveTo>
                    <a:pt x="1" y="1"/>
                  </a:moveTo>
                  <a:lnTo>
                    <a:pt x="1" y="1"/>
                  </a:lnTo>
                  <a:lnTo>
                    <a:pt x="1" y="1"/>
                  </a:ln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7"/>
            <p:cNvSpPr/>
            <p:nvPr/>
          </p:nvSpPr>
          <p:spPr>
            <a:xfrm>
              <a:off x="7613221" y="1667637"/>
              <a:ext cx="59133" cy="82363"/>
            </a:xfrm>
            <a:custGeom>
              <a:rect b="b" l="l" r="r" t="t"/>
              <a:pathLst>
                <a:path extrusionOk="0" h="3581" w="2571">
                  <a:moveTo>
                    <a:pt x="1285" y="1"/>
                  </a:moveTo>
                  <a:lnTo>
                    <a:pt x="1102" y="46"/>
                  </a:lnTo>
                  <a:lnTo>
                    <a:pt x="918" y="230"/>
                  </a:lnTo>
                  <a:lnTo>
                    <a:pt x="46" y="1561"/>
                  </a:lnTo>
                  <a:lnTo>
                    <a:pt x="0" y="1699"/>
                  </a:lnTo>
                  <a:lnTo>
                    <a:pt x="0" y="1836"/>
                  </a:lnTo>
                  <a:lnTo>
                    <a:pt x="0" y="2020"/>
                  </a:lnTo>
                  <a:lnTo>
                    <a:pt x="46" y="2158"/>
                  </a:lnTo>
                  <a:lnTo>
                    <a:pt x="138" y="2250"/>
                  </a:lnTo>
                  <a:lnTo>
                    <a:pt x="230" y="2341"/>
                  </a:lnTo>
                  <a:lnTo>
                    <a:pt x="367" y="2387"/>
                  </a:lnTo>
                  <a:lnTo>
                    <a:pt x="551" y="2433"/>
                  </a:lnTo>
                  <a:lnTo>
                    <a:pt x="872" y="2433"/>
                  </a:lnTo>
                  <a:lnTo>
                    <a:pt x="689" y="2708"/>
                  </a:lnTo>
                  <a:lnTo>
                    <a:pt x="597" y="2892"/>
                  </a:lnTo>
                  <a:lnTo>
                    <a:pt x="597" y="3122"/>
                  </a:lnTo>
                  <a:lnTo>
                    <a:pt x="643" y="3305"/>
                  </a:lnTo>
                  <a:lnTo>
                    <a:pt x="826" y="3489"/>
                  </a:lnTo>
                  <a:lnTo>
                    <a:pt x="1010" y="3580"/>
                  </a:lnTo>
                  <a:lnTo>
                    <a:pt x="1239" y="3580"/>
                  </a:lnTo>
                  <a:lnTo>
                    <a:pt x="1423" y="3489"/>
                  </a:lnTo>
                  <a:lnTo>
                    <a:pt x="1606" y="3351"/>
                  </a:lnTo>
                  <a:lnTo>
                    <a:pt x="2433" y="2204"/>
                  </a:lnTo>
                  <a:lnTo>
                    <a:pt x="2524" y="2066"/>
                  </a:lnTo>
                  <a:lnTo>
                    <a:pt x="2570" y="1928"/>
                  </a:lnTo>
                  <a:lnTo>
                    <a:pt x="2570" y="1745"/>
                  </a:lnTo>
                  <a:lnTo>
                    <a:pt x="2524" y="1607"/>
                  </a:lnTo>
                  <a:lnTo>
                    <a:pt x="2433" y="1515"/>
                  </a:lnTo>
                  <a:lnTo>
                    <a:pt x="2295" y="1377"/>
                  </a:lnTo>
                  <a:lnTo>
                    <a:pt x="2157" y="1332"/>
                  </a:lnTo>
                  <a:lnTo>
                    <a:pt x="1561" y="1332"/>
                  </a:lnTo>
                  <a:lnTo>
                    <a:pt x="1836" y="873"/>
                  </a:lnTo>
                  <a:lnTo>
                    <a:pt x="1928" y="643"/>
                  </a:lnTo>
                  <a:lnTo>
                    <a:pt x="1928" y="460"/>
                  </a:lnTo>
                  <a:lnTo>
                    <a:pt x="1882" y="276"/>
                  </a:lnTo>
                  <a:lnTo>
                    <a:pt x="1744" y="92"/>
                  </a:lnTo>
                  <a:lnTo>
                    <a:pt x="1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57"/>
          <p:cNvGrpSpPr/>
          <p:nvPr/>
        </p:nvGrpSpPr>
        <p:grpSpPr>
          <a:xfrm>
            <a:off x="5052358" y="3065772"/>
            <a:ext cx="253368" cy="439139"/>
            <a:chOff x="-187093" y="2120507"/>
            <a:chExt cx="253368" cy="439139"/>
          </a:xfrm>
        </p:grpSpPr>
        <p:sp>
          <p:nvSpPr>
            <p:cNvPr id="782" name="Google Shape;782;p57"/>
            <p:cNvSpPr/>
            <p:nvPr/>
          </p:nvSpPr>
          <p:spPr>
            <a:xfrm>
              <a:off x="-187093" y="2120507"/>
              <a:ext cx="253368" cy="439139"/>
            </a:xfrm>
            <a:custGeom>
              <a:rect b="b" l="l" r="r" t="t"/>
              <a:pathLst>
                <a:path extrusionOk="0" h="19093" w="11016">
                  <a:moveTo>
                    <a:pt x="7894" y="1102"/>
                  </a:moveTo>
                  <a:lnTo>
                    <a:pt x="7986" y="1147"/>
                  </a:lnTo>
                  <a:lnTo>
                    <a:pt x="8032" y="1147"/>
                  </a:lnTo>
                  <a:lnTo>
                    <a:pt x="8078" y="1239"/>
                  </a:lnTo>
                  <a:lnTo>
                    <a:pt x="8078" y="1285"/>
                  </a:lnTo>
                  <a:lnTo>
                    <a:pt x="8078" y="4314"/>
                  </a:lnTo>
                  <a:lnTo>
                    <a:pt x="8078" y="4406"/>
                  </a:lnTo>
                  <a:lnTo>
                    <a:pt x="8032" y="4452"/>
                  </a:lnTo>
                  <a:lnTo>
                    <a:pt x="7986" y="4498"/>
                  </a:lnTo>
                  <a:lnTo>
                    <a:pt x="3075" y="4498"/>
                  </a:lnTo>
                  <a:lnTo>
                    <a:pt x="3029" y="4452"/>
                  </a:lnTo>
                  <a:lnTo>
                    <a:pt x="2983" y="4406"/>
                  </a:lnTo>
                  <a:lnTo>
                    <a:pt x="2983" y="4314"/>
                  </a:lnTo>
                  <a:lnTo>
                    <a:pt x="2983" y="1285"/>
                  </a:lnTo>
                  <a:lnTo>
                    <a:pt x="2983" y="1239"/>
                  </a:lnTo>
                  <a:lnTo>
                    <a:pt x="3029" y="1147"/>
                  </a:lnTo>
                  <a:lnTo>
                    <a:pt x="3075" y="1147"/>
                  </a:lnTo>
                  <a:lnTo>
                    <a:pt x="3167" y="1102"/>
                  </a:lnTo>
                  <a:close/>
                  <a:moveTo>
                    <a:pt x="6242" y="5645"/>
                  </a:moveTo>
                  <a:lnTo>
                    <a:pt x="6242" y="8812"/>
                  </a:lnTo>
                  <a:lnTo>
                    <a:pt x="4773" y="8812"/>
                  </a:lnTo>
                  <a:lnTo>
                    <a:pt x="4773" y="5645"/>
                  </a:lnTo>
                  <a:close/>
                  <a:moveTo>
                    <a:pt x="6242" y="9959"/>
                  </a:moveTo>
                  <a:lnTo>
                    <a:pt x="6242" y="11566"/>
                  </a:lnTo>
                  <a:lnTo>
                    <a:pt x="6242" y="11749"/>
                  </a:lnTo>
                  <a:lnTo>
                    <a:pt x="6104" y="11933"/>
                  </a:lnTo>
                  <a:lnTo>
                    <a:pt x="5967" y="12025"/>
                  </a:lnTo>
                  <a:lnTo>
                    <a:pt x="5783" y="12071"/>
                  </a:lnTo>
                  <a:lnTo>
                    <a:pt x="5278" y="12071"/>
                  </a:lnTo>
                  <a:lnTo>
                    <a:pt x="5049" y="12025"/>
                  </a:lnTo>
                  <a:lnTo>
                    <a:pt x="4911" y="11933"/>
                  </a:lnTo>
                  <a:lnTo>
                    <a:pt x="4819" y="11749"/>
                  </a:lnTo>
                  <a:lnTo>
                    <a:pt x="4773" y="11566"/>
                  </a:lnTo>
                  <a:lnTo>
                    <a:pt x="4773" y="9959"/>
                  </a:lnTo>
                  <a:close/>
                  <a:moveTo>
                    <a:pt x="9546" y="11520"/>
                  </a:moveTo>
                  <a:lnTo>
                    <a:pt x="9684" y="11566"/>
                  </a:lnTo>
                  <a:lnTo>
                    <a:pt x="9822" y="11658"/>
                  </a:lnTo>
                  <a:lnTo>
                    <a:pt x="9868" y="11749"/>
                  </a:lnTo>
                  <a:lnTo>
                    <a:pt x="9914" y="11887"/>
                  </a:lnTo>
                  <a:lnTo>
                    <a:pt x="9914" y="17578"/>
                  </a:lnTo>
                  <a:lnTo>
                    <a:pt x="9914" y="17670"/>
                  </a:lnTo>
                  <a:lnTo>
                    <a:pt x="9822" y="17762"/>
                  </a:lnTo>
                  <a:lnTo>
                    <a:pt x="9684" y="17854"/>
                  </a:lnTo>
                  <a:lnTo>
                    <a:pt x="9546" y="17899"/>
                  </a:lnTo>
                  <a:lnTo>
                    <a:pt x="9455" y="17899"/>
                  </a:lnTo>
                  <a:lnTo>
                    <a:pt x="9317" y="17854"/>
                  </a:lnTo>
                  <a:lnTo>
                    <a:pt x="9225" y="17808"/>
                  </a:lnTo>
                  <a:lnTo>
                    <a:pt x="9133" y="17716"/>
                  </a:lnTo>
                  <a:lnTo>
                    <a:pt x="9087" y="17578"/>
                  </a:lnTo>
                  <a:lnTo>
                    <a:pt x="9042" y="17486"/>
                  </a:lnTo>
                  <a:lnTo>
                    <a:pt x="9042" y="14044"/>
                  </a:lnTo>
                  <a:lnTo>
                    <a:pt x="8996" y="13861"/>
                  </a:lnTo>
                  <a:lnTo>
                    <a:pt x="8904" y="13723"/>
                  </a:lnTo>
                  <a:lnTo>
                    <a:pt x="8766" y="13631"/>
                  </a:lnTo>
                  <a:lnTo>
                    <a:pt x="8628" y="13585"/>
                  </a:lnTo>
                  <a:lnTo>
                    <a:pt x="6930" y="13585"/>
                  </a:lnTo>
                  <a:lnTo>
                    <a:pt x="6747" y="13631"/>
                  </a:lnTo>
                  <a:lnTo>
                    <a:pt x="6563" y="13677"/>
                  </a:lnTo>
                  <a:lnTo>
                    <a:pt x="6380" y="13769"/>
                  </a:lnTo>
                  <a:lnTo>
                    <a:pt x="6242" y="13861"/>
                  </a:lnTo>
                  <a:lnTo>
                    <a:pt x="6150" y="14044"/>
                  </a:lnTo>
                  <a:lnTo>
                    <a:pt x="6058" y="14182"/>
                  </a:lnTo>
                  <a:lnTo>
                    <a:pt x="5967" y="14365"/>
                  </a:lnTo>
                  <a:lnTo>
                    <a:pt x="5967" y="14549"/>
                  </a:lnTo>
                  <a:lnTo>
                    <a:pt x="5967" y="17486"/>
                  </a:lnTo>
                  <a:lnTo>
                    <a:pt x="5921" y="17670"/>
                  </a:lnTo>
                  <a:lnTo>
                    <a:pt x="5829" y="17808"/>
                  </a:lnTo>
                  <a:lnTo>
                    <a:pt x="5691" y="17899"/>
                  </a:lnTo>
                  <a:lnTo>
                    <a:pt x="5370" y="17899"/>
                  </a:lnTo>
                  <a:lnTo>
                    <a:pt x="5232" y="17762"/>
                  </a:lnTo>
                  <a:lnTo>
                    <a:pt x="5140" y="17624"/>
                  </a:lnTo>
                  <a:lnTo>
                    <a:pt x="5094" y="17486"/>
                  </a:lnTo>
                  <a:lnTo>
                    <a:pt x="5094" y="14549"/>
                  </a:lnTo>
                  <a:lnTo>
                    <a:pt x="5094" y="14365"/>
                  </a:lnTo>
                  <a:lnTo>
                    <a:pt x="5049" y="14182"/>
                  </a:lnTo>
                  <a:lnTo>
                    <a:pt x="4957" y="14044"/>
                  </a:lnTo>
                  <a:lnTo>
                    <a:pt x="4819" y="13861"/>
                  </a:lnTo>
                  <a:lnTo>
                    <a:pt x="4681" y="13769"/>
                  </a:lnTo>
                  <a:lnTo>
                    <a:pt x="4498" y="13677"/>
                  </a:lnTo>
                  <a:lnTo>
                    <a:pt x="4314" y="13631"/>
                  </a:lnTo>
                  <a:lnTo>
                    <a:pt x="4131" y="13585"/>
                  </a:lnTo>
                  <a:lnTo>
                    <a:pt x="2937" y="13585"/>
                  </a:lnTo>
                  <a:lnTo>
                    <a:pt x="2754" y="13631"/>
                  </a:lnTo>
                  <a:lnTo>
                    <a:pt x="2570" y="13677"/>
                  </a:lnTo>
                  <a:lnTo>
                    <a:pt x="2387" y="13769"/>
                  </a:lnTo>
                  <a:lnTo>
                    <a:pt x="2249" y="13861"/>
                  </a:lnTo>
                  <a:lnTo>
                    <a:pt x="2157" y="14044"/>
                  </a:lnTo>
                  <a:lnTo>
                    <a:pt x="2065" y="14182"/>
                  </a:lnTo>
                  <a:lnTo>
                    <a:pt x="1974" y="14365"/>
                  </a:lnTo>
                  <a:lnTo>
                    <a:pt x="1974" y="14549"/>
                  </a:lnTo>
                  <a:lnTo>
                    <a:pt x="1974" y="17486"/>
                  </a:lnTo>
                  <a:lnTo>
                    <a:pt x="1928" y="17624"/>
                  </a:lnTo>
                  <a:lnTo>
                    <a:pt x="1836" y="17762"/>
                  </a:lnTo>
                  <a:lnTo>
                    <a:pt x="1698" y="17854"/>
                  </a:lnTo>
                  <a:lnTo>
                    <a:pt x="1515" y="17899"/>
                  </a:lnTo>
                  <a:lnTo>
                    <a:pt x="1377" y="17854"/>
                  </a:lnTo>
                  <a:lnTo>
                    <a:pt x="1239" y="17762"/>
                  </a:lnTo>
                  <a:lnTo>
                    <a:pt x="1147" y="17624"/>
                  </a:lnTo>
                  <a:lnTo>
                    <a:pt x="1102" y="17441"/>
                  </a:lnTo>
                  <a:lnTo>
                    <a:pt x="1102" y="12346"/>
                  </a:lnTo>
                  <a:lnTo>
                    <a:pt x="1147" y="12162"/>
                  </a:lnTo>
                  <a:lnTo>
                    <a:pt x="1193" y="12025"/>
                  </a:lnTo>
                  <a:lnTo>
                    <a:pt x="1239" y="11887"/>
                  </a:lnTo>
                  <a:lnTo>
                    <a:pt x="1331" y="11795"/>
                  </a:lnTo>
                  <a:lnTo>
                    <a:pt x="1469" y="11658"/>
                  </a:lnTo>
                  <a:lnTo>
                    <a:pt x="1606" y="11612"/>
                  </a:lnTo>
                  <a:lnTo>
                    <a:pt x="1744" y="11566"/>
                  </a:lnTo>
                  <a:lnTo>
                    <a:pt x="1928" y="11520"/>
                  </a:lnTo>
                  <a:lnTo>
                    <a:pt x="3672" y="11520"/>
                  </a:lnTo>
                  <a:lnTo>
                    <a:pt x="3672" y="11566"/>
                  </a:lnTo>
                  <a:lnTo>
                    <a:pt x="3672" y="11887"/>
                  </a:lnTo>
                  <a:lnTo>
                    <a:pt x="3763" y="12208"/>
                  </a:lnTo>
                  <a:lnTo>
                    <a:pt x="3947" y="12484"/>
                  </a:lnTo>
                  <a:lnTo>
                    <a:pt x="4131" y="12713"/>
                  </a:lnTo>
                  <a:lnTo>
                    <a:pt x="4360" y="12897"/>
                  </a:lnTo>
                  <a:lnTo>
                    <a:pt x="4636" y="13034"/>
                  </a:lnTo>
                  <a:lnTo>
                    <a:pt x="4957" y="13126"/>
                  </a:lnTo>
                  <a:lnTo>
                    <a:pt x="5278" y="13172"/>
                  </a:lnTo>
                  <a:lnTo>
                    <a:pt x="5737" y="13172"/>
                  </a:lnTo>
                  <a:lnTo>
                    <a:pt x="6104" y="13126"/>
                  </a:lnTo>
                  <a:lnTo>
                    <a:pt x="6380" y="13034"/>
                  </a:lnTo>
                  <a:lnTo>
                    <a:pt x="6655" y="12897"/>
                  </a:lnTo>
                  <a:lnTo>
                    <a:pt x="6884" y="12713"/>
                  </a:lnTo>
                  <a:lnTo>
                    <a:pt x="7114" y="12484"/>
                  </a:lnTo>
                  <a:lnTo>
                    <a:pt x="7252" y="12208"/>
                  </a:lnTo>
                  <a:lnTo>
                    <a:pt x="7343" y="11887"/>
                  </a:lnTo>
                  <a:lnTo>
                    <a:pt x="7389" y="11566"/>
                  </a:lnTo>
                  <a:lnTo>
                    <a:pt x="7389" y="11520"/>
                  </a:lnTo>
                  <a:close/>
                  <a:moveTo>
                    <a:pt x="2891" y="0"/>
                  </a:moveTo>
                  <a:lnTo>
                    <a:pt x="2662" y="92"/>
                  </a:lnTo>
                  <a:lnTo>
                    <a:pt x="2433" y="229"/>
                  </a:lnTo>
                  <a:lnTo>
                    <a:pt x="2249" y="367"/>
                  </a:lnTo>
                  <a:lnTo>
                    <a:pt x="2065" y="551"/>
                  </a:lnTo>
                  <a:lnTo>
                    <a:pt x="1974" y="780"/>
                  </a:lnTo>
                  <a:lnTo>
                    <a:pt x="1882" y="1056"/>
                  </a:lnTo>
                  <a:lnTo>
                    <a:pt x="1882" y="1285"/>
                  </a:lnTo>
                  <a:lnTo>
                    <a:pt x="1882" y="4314"/>
                  </a:lnTo>
                  <a:lnTo>
                    <a:pt x="1882" y="4544"/>
                  </a:lnTo>
                  <a:lnTo>
                    <a:pt x="1974" y="4819"/>
                  </a:lnTo>
                  <a:lnTo>
                    <a:pt x="2065" y="5049"/>
                  </a:lnTo>
                  <a:lnTo>
                    <a:pt x="2249" y="5232"/>
                  </a:lnTo>
                  <a:lnTo>
                    <a:pt x="2433" y="5416"/>
                  </a:lnTo>
                  <a:lnTo>
                    <a:pt x="2662" y="5508"/>
                  </a:lnTo>
                  <a:lnTo>
                    <a:pt x="2891" y="5599"/>
                  </a:lnTo>
                  <a:lnTo>
                    <a:pt x="3672" y="5599"/>
                  </a:lnTo>
                  <a:lnTo>
                    <a:pt x="3672" y="10418"/>
                  </a:lnTo>
                  <a:lnTo>
                    <a:pt x="1928" y="10418"/>
                  </a:lnTo>
                  <a:lnTo>
                    <a:pt x="1515" y="10464"/>
                  </a:lnTo>
                  <a:lnTo>
                    <a:pt x="1193" y="10556"/>
                  </a:lnTo>
                  <a:lnTo>
                    <a:pt x="826" y="10740"/>
                  </a:lnTo>
                  <a:lnTo>
                    <a:pt x="551" y="10969"/>
                  </a:lnTo>
                  <a:lnTo>
                    <a:pt x="321" y="11290"/>
                  </a:lnTo>
                  <a:lnTo>
                    <a:pt x="138" y="11612"/>
                  </a:lnTo>
                  <a:lnTo>
                    <a:pt x="46" y="11979"/>
                  </a:lnTo>
                  <a:lnTo>
                    <a:pt x="0" y="12346"/>
                  </a:lnTo>
                  <a:lnTo>
                    <a:pt x="0" y="17486"/>
                  </a:lnTo>
                  <a:lnTo>
                    <a:pt x="46" y="17808"/>
                  </a:lnTo>
                  <a:lnTo>
                    <a:pt x="138" y="18129"/>
                  </a:lnTo>
                  <a:lnTo>
                    <a:pt x="275" y="18358"/>
                  </a:lnTo>
                  <a:lnTo>
                    <a:pt x="459" y="18634"/>
                  </a:lnTo>
                  <a:lnTo>
                    <a:pt x="688" y="18817"/>
                  </a:lnTo>
                  <a:lnTo>
                    <a:pt x="918" y="18955"/>
                  </a:lnTo>
                  <a:lnTo>
                    <a:pt x="1193" y="19047"/>
                  </a:lnTo>
                  <a:lnTo>
                    <a:pt x="1515" y="19093"/>
                  </a:lnTo>
                  <a:lnTo>
                    <a:pt x="1836" y="19047"/>
                  </a:lnTo>
                  <a:lnTo>
                    <a:pt x="2111" y="18955"/>
                  </a:lnTo>
                  <a:lnTo>
                    <a:pt x="2387" y="18817"/>
                  </a:lnTo>
                  <a:lnTo>
                    <a:pt x="2616" y="18634"/>
                  </a:lnTo>
                  <a:lnTo>
                    <a:pt x="2846" y="18404"/>
                  </a:lnTo>
                  <a:lnTo>
                    <a:pt x="2983" y="18129"/>
                  </a:lnTo>
                  <a:lnTo>
                    <a:pt x="3075" y="17854"/>
                  </a:lnTo>
                  <a:lnTo>
                    <a:pt x="3075" y="17532"/>
                  </a:lnTo>
                  <a:lnTo>
                    <a:pt x="3075" y="14733"/>
                  </a:lnTo>
                  <a:lnTo>
                    <a:pt x="3993" y="14733"/>
                  </a:lnTo>
                  <a:lnTo>
                    <a:pt x="3993" y="17486"/>
                  </a:lnTo>
                  <a:lnTo>
                    <a:pt x="4039" y="17808"/>
                  </a:lnTo>
                  <a:lnTo>
                    <a:pt x="4085" y="18083"/>
                  </a:lnTo>
                  <a:lnTo>
                    <a:pt x="4222" y="18358"/>
                  </a:lnTo>
                  <a:lnTo>
                    <a:pt x="4406" y="18588"/>
                  </a:lnTo>
                  <a:lnTo>
                    <a:pt x="4636" y="18771"/>
                  </a:lnTo>
                  <a:lnTo>
                    <a:pt x="4911" y="18955"/>
                  </a:lnTo>
                  <a:lnTo>
                    <a:pt x="5186" y="19047"/>
                  </a:lnTo>
                  <a:lnTo>
                    <a:pt x="5508" y="19093"/>
                  </a:lnTo>
                  <a:lnTo>
                    <a:pt x="5783" y="19047"/>
                  </a:lnTo>
                  <a:lnTo>
                    <a:pt x="6104" y="18955"/>
                  </a:lnTo>
                  <a:lnTo>
                    <a:pt x="6334" y="18817"/>
                  </a:lnTo>
                  <a:lnTo>
                    <a:pt x="6609" y="18634"/>
                  </a:lnTo>
                  <a:lnTo>
                    <a:pt x="6793" y="18404"/>
                  </a:lnTo>
                  <a:lnTo>
                    <a:pt x="6930" y="18129"/>
                  </a:lnTo>
                  <a:lnTo>
                    <a:pt x="7022" y="17854"/>
                  </a:lnTo>
                  <a:lnTo>
                    <a:pt x="7068" y="17532"/>
                  </a:lnTo>
                  <a:lnTo>
                    <a:pt x="7068" y="14733"/>
                  </a:lnTo>
                  <a:lnTo>
                    <a:pt x="7940" y="14733"/>
                  </a:lnTo>
                  <a:lnTo>
                    <a:pt x="7940" y="17532"/>
                  </a:lnTo>
                  <a:lnTo>
                    <a:pt x="7986" y="17854"/>
                  </a:lnTo>
                  <a:lnTo>
                    <a:pt x="8078" y="18129"/>
                  </a:lnTo>
                  <a:lnTo>
                    <a:pt x="8215" y="18404"/>
                  </a:lnTo>
                  <a:lnTo>
                    <a:pt x="8399" y="18634"/>
                  </a:lnTo>
                  <a:lnTo>
                    <a:pt x="8628" y="18817"/>
                  </a:lnTo>
                  <a:lnTo>
                    <a:pt x="8858" y="18955"/>
                  </a:lnTo>
                  <a:lnTo>
                    <a:pt x="9179" y="19047"/>
                  </a:lnTo>
                  <a:lnTo>
                    <a:pt x="9501" y="19093"/>
                  </a:lnTo>
                  <a:lnTo>
                    <a:pt x="9776" y="19047"/>
                  </a:lnTo>
                  <a:lnTo>
                    <a:pt x="10097" y="18955"/>
                  </a:lnTo>
                  <a:lnTo>
                    <a:pt x="10327" y="18817"/>
                  </a:lnTo>
                  <a:lnTo>
                    <a:pt x="10556" y="18634"/>
                  </a:lnTo>
                  <a:lnTo>
                    <a:pt x="10786" y="18404"/>
                  </a:lnTo>
                  <a:lnTo>
                    <a:pt x="10923" y="18129"/>
                  </a:lnTo>
                  <a:lnTo>
                    <a:pt x="11015" y="17854"/>
                  </a:lnTo>
                  <a:lnTo>
                    <a:pt x="11015" y="17532"/>
                  </a:lnTo>
                  <a:lnTo>
                    <a:pt x="11015" y="12346"/>
                  </a:lnTo>
                  <a:lnTo>
                    <a:pt x="10969" y="11979"/>
                  </a:lnTo>
                  <a:lnTo>
                    <a:pt x="10877" y="11612"/>
                  </a:lnTo>
                  <a:lnTo>
                    <a:pt x="10694" y="11290"/>
                  </a:lnTo>
                  <a:lnTo>
                    <a:pt x="10464" y="10969"/>
                  </a:lnTo>
                  <a:lnTo>
                    <a:pt x="10189" y="10740"/>
                  </a:lnTo>
                  <a:lnTo>
                    <a:pt x="9868" y="10556"/>
                  </a:lnTo>
                  <a:lnTo>
                    <a:pt x="9501" y="10464"/>
                  </a:lnTo>
                  <a:lnTo>
                    <a:pt x="9087" y="10418"/>
                  </a:lnTo>
                  <a:lnTo>
                    <a:pt x="7389" y="10418"/>
                  </a:lnTo>
                  <a:lnTo>
                    <a:pt x="7389" y="5599"/>
                  </a:lnTo>
                  <a:lnTo>
                    <a:pt x="8170" y="5599"/>
                  </a:lnTo>
                  <a:lnTo>
                    <a:pt x="8399" y="5508"/>
                  </a:lnTo>
                  <a:lnTo>
                    <a:pt x="8628" y="5416"/>
                  </a:lnTo>
                  <a:lnTo>
                    <a:pt x="8812" y="5232"/>
                  </a:lnTo>
                  <a:lnTo>
                    <a:pt x="8996" y="5049"/>
                  </a:lnTo>
                  <a:lnTo>
                    <a:pt x="9087" y="4819"/>
                  </a:lnTo>
                  <a:lnTo>
                    <a:pt x="9179" y="4590"/>
                  </a:lnTo>
                  <a:lnTo>
                    <a:pt x="9179" y="4314"/>
                  </a:lnTo>
                  <a:lnTo>
                    <a:pt x="9179" y="1285"/>
                  </a:lnTo>
                  <a:lnTo>
                    <a:pt x="9179" y="1056"/>
                  </a:lnTo>
                  <a:lnTo>
                    <a:pt x="9087" y="780"/>
                  </a:lnTo>
                  <a:lnTo>
                    <a:pt x="8996" y="551"/>
                  </a:lnTo>
                  <a:lnTo>
                    <a:pt x="8812" y="367"/>
                  </a:lnTo>
                  <a:lnTo>
                    <a:pt x="8628" y="229"/>
                  </a:lnTo>
                  <a:lnTo>
                    <a:pt x="8399" y="92"/>
                  </a:lnTo>
                  <a:lnTo>
                    <a:pt x="81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7"/>
            <p:cNvSpPr/>
            <p:nvPr/>
          </p:nvSpPr>
          <p:spPr>
            <a:xfrm>
              <a:off x="-102660" y="2154271"/>
              <a:ext cx="85537" cy="62307"/>
            </a:xfrm>
            <a:custGeom>
              <a:rect b="b" l="l" r="r" t="t"/>
              <a:pathLst>
                <a:path extrusionOk="0" h="2709" w="3719">
                  <a:moveTo>
                    <a:pt x="2571" y="1102"/>
                  </a:moveTo>
                  <a:lnTo>
                    <a:pt x="2571" y="1561"/>
                  </a:lnTo>
                  <a:lnTo>
                    <a:pt x="1102" y="1561"/>
                  </a:lnTo>
                  <a:lnTo>
                    <a:pt x="1102" y="1102"/>
                  </a:lnTo>
                  <a:close/>
                  <a:moveTo>
                    <a:pt x="322" y="1"/>
                  </a:moveTo>
                  <a:lnTo>
                    <a:pt x="138" y="138"/>
                  </a:lnTo>
                  <a:lnTo>
                    <a:pt x="47" y="322"/>
                  </a:lnTo>
                  <a:lnTo>
                    <a:pt x="1" y="551"/>
                  </a:lnTo>
                  <a:lnTo>
                    <a:pt x="1" y="2158"/>
                  </a:lnTo>
                  <a:lnTo>
                    <a:pt x="1" y="2341"/>
                  </a:lnTo>
                  <a:lnTo>
                    <a:pt x="138" y="2525"/>
                  </a:lnTo>
                  <a:lnTo>
                    <a:pt x="322" y="2663"/>
                  </a:lnTo>
                  <a:lnTo>
                    <a:pt x="551" y="2709"/>
                  </a:lnTo>
                  <a:lnTo>
                    <a:pt x="3168" y="2709"/>
                  </a:lnTo>
                  <a:lnTo>
                    <a:pt x="3351" y="2663"/>
                  </a:lnTo>
                  <a:lnTo>
                    <a:pt x="3535" y="2525"/>
                  </a:lnTo>
                  <a:lnTo>
                    <a:pt x="3672" y="2341"/>
                  </a:lnTo>
                  <a:lnTo>
                    <a:pt x="3718" y="2158"/>
                  </a:lnTo>
                  <a:lnTo>
                    <a:pt x="3718" y="551"/>
                  </a:lnTo>
                  <a:lnTo>
                    <a:pt x="3672" y="322"/>
                  </a:lnTo>
                  <a:lnTo>
                    <a:pt x="3535" y="138"/>
                  </a:lnTo>
                  <a:lnTo>
                    <a:pt x="33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57"/>
          <p:cNvGrpSpPr/>
          <p:nvPr/>
        </p:nvGrpSpPr>
        <p:grpSpPr>
          <a:xfrm>
            <a:off x="1101219" y="3065772"/>
            <a:ext cx="428605" cy="439139"/>
            <a:chOff x="7424253" y="2120507"/>
            <a:chExt cx="428605" cy="439139"/>
          </a:xfrm>
        </p:grpSpPr>
        <p:sp>
          <p:nvSpPr>
            <p:cNvPr id="785" name="Google Shape;785;p57"/>
            <p:cNvSpPr/>
            <p:nvPr/>
          </p:nvSpPr>
          <p:spPr>
            <a:xfrm>
              <a:off x="7510825" y="2331624"/>
              <a:ext cx="100303" cy="131974"/>
            </a:xfrm>
            <a:custGeom>
              <a:rect b="b" l="l" r="r" t="t"/>
              <a:pathLst>
                <a:path extrusionOk="0" h="5738" w="4361">
                  <a:moveTo>
                    <a:pt x="2203" y="1515"/>
                  </a:moveTo>
                  <a:lnTo>
                    <a:pt x="2570" y="2157"/>
                  </a:lnTo>
                  <a:lnTo>
                    <a:pt x="2892" y="2754"/>
                  </a:lnTo>
                  <a:lnTo>
                    <a:pt x="3121" y="3213"/>
                  </a:lnTo>
                  <a:lnTo>
                    <a:pt x="3213" y="3397"/>
                  </a:lnTo>
                  <a:lnTo>
                    <a:pt x="3213" y="3580"/>
                  </a:lnTo>
                  <a:lnTo>
                    <a:pt x="3213" y="3764"/>
                  </a:lnTo>
                  <a:lnTo>
                    <a:pt x="3121" y="3993"/>
                  </a:lnTo>
                  <a:lnTo>
                    <a:pt x="3029" y="4131"/>
                  </a:lnTo>
                  <a:lnTo>
                    <a:pt x="2938" y="4314"/>
                  </a:lnTo>
                  <a:lnTo>
                    <a:pt x="2754" y="4452"/>
                  </a:lnTo>
                  <a:lnTo>
                    <a:pt x="2570" y="4544"/>
                  </a:lnTo>
                  <a:lnTo>
                    <a:pt x="2387" y="4590"/>
                  </a:lnTo>
                  <a:lnTo>
                    <a:pt x="1974" y="4590"/>
                  </a:lnTo>
                  <a:lnTo>
                    <a:pt x="1790" y="4544"/>
                  </a:lnTo>
                  <a:lnTo>
                    <a:pt x="1607" y="4452"/>
                  </a:lnTo>
                  <a:lnTo>
                    <a:pt x="1469" y="4314"/>
                  </a:lnTo>
                  <a:lnTo>
                    <a:pt x="1331" y="4131"/>
                  </a:lnTo>
                  <a:lnTo>
                    <a:pt x="1239" y="3993"/>
                  </a:lnTo>
                  <a:lnTo>
                    <a:pt x="1148" y="3764"/>
                  </a:lnTo>
                  <a:lnTo>
                    <a:pt x="1148" y="3580"/>
                  </a:lnTo>
                  <a:lnTo>
                    <a:pt x="1148" y="3397"/>
                  </a:lnTo>
                  <a:lnTo>
                    <a:pt x="1239" y="3213"/>
                  </a:lnTo>
                  <a:lnTo>
                    <a:pt x="1469" y="2708"/>
                  </a:lnTo>
                  <a:lnTo>
                    <a:pt x="1790" y="2157"/>
                  </a:lnTo>
                  <a:lnTo>
                    <a:pt x="2203" y="1515"/>
                  </a:lnTo>
                  <a:close/>
                  <a:moveTo>
                    <a:pt x="2065" y="0"/>
                  </a:moveTo>
                  <a:lnTo>
                    <a:pt x="1928" y="46"/>
                  </a:lnTo>
                  <a:lnTo>
                    <a:pt x="1836" y="138"/>
                  </a:lnTo>
                  <a:lnTo>
                    <a:pt x="1744" y="230"/>
                  </a:lnTo>
                  <a:lnTo>
                    <a:pt x="1239" y="918"/>
                  </a:lnTo>
                  <a:lnTo>
                    <a:pt x="689" y="1836"/>
                  </a:lnTo>
                  <a:lnTo>
                    <a:pt x="413" y="2295"/>
                  </a:lnTo>
                  <a:lnTo>
                    <a:pt x="184" y="2754"/>
                  </a:lnTo>
                  <a:lnTo>
                    <a:pt x="46" y="3167"/>
                  </a:lnTo>
                  <a:lnTo>
                    <a:pt x="0" y="3580"/>
                  </a:lnTo>
                  <a:lnTo>
                    <a:pt x="46" y="3993"/>
                  </a:lnTo>
                  <a:lnTo>
                    <a:pt x="184" y="4406"/>
                  </a:lnTo>
                  <a:lnTo>
                    <a:pt x="367" y="4773"/>
                  </a:lnTo>
                  <a:lnTo>
                    <a:pt x="643" y="5095"/>
                  </a:lnTo>
                  <a:lnTo>
                    <a:pt x="964" y="5370"/>
                  </a:lnTo>
                  <a:lnTo>
                    <a:pt x="1331" y="5554"/>
                  </a:lnTo>
                  <a:lnTo>
                    <a:pt x="1744" y="5691"/>
                  </a:lnTo>
                  <a:lnTo>
                    <a:pt x="2203" y="5737"/>
                  </a:lnTo>
                  <a:lnTo>
                    <a:pt x="2616" y="5691"/>
                  </a:lnTo>
                  <a:lnTo>
                    <a:pt x="3029" y="5554"/>
                  </a:lnTo>
                  <a:lnTo>
                    <a:pt x="3396" y="5370"/>
                  </a:lnTo>
                  <a:lnTo>
                    <a:pt x="3718" y="5095"/>
                  </a:lnTo>
                  <a:lnTo>
                    <a:pt x="3993" y="4773"/>
                  </a:lnTo>
                  <a:lnTo>
                    <a:pt x="4177" y="4406"/>
                  </a:lnTo>
                  <a:lnTo>
                    <a:pt x="4314" y="3993"/>
                  </a:lnTo>
                  <a:lnTo>
                    <a:pt x="4360" y="3580"/>
                  </a:lnTo>
                  <a:lnTo>
                    <a:pt x="4314" y="3167"/>
                  </a:lnTo>
                  <a:lnTo>
                    <a:pt x="4177" y="2754"/>
                  </a:lnTo>
                  <a:lnTo>
                    <a:pt x="3947" y="2295"/>
                  </a:lnTo>
                  <a:lnTo>
                    <a:pt x="3718" y="1836"/>
                  </a:lnTo>
                  <a:lnTo>
                    <a:pt x="3121" y="918"/>
                  </a:lnTo>
                  <a:lnTo>
                    <a:pt x="2616" y="230"/>
                  </a:lnTo>
                  <a:lnTo>
                    <a:pt x="2524" y="138"/>
                  </a:lnTo>
                  <a:lnTo>
                    <a:pt x="2433" y="46"/>
                  </a:lnTo>
                  <a:lnTo>
                    <a:pt x="2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7"/>
            <p:cNvSpPr/>
            <p:nvPr/>
          </p:nvSpPr>
          <p:spPr>
            <a:xfrm>
              <a:off x="7424253" y="2120507"/>
              <a:ext cx="428605" cy="439139"/>
            </a:xfrm>
            <a:custGeom>
              <a:rect b="b" l="l" r="r" t="t"/>
              <a:pathLst>
                <a:path extrusionOk="0" h="19093" w="18635">
                  <a:moveTo>
                    <a:pt x="10052" y="1102"/>
                  </a:moveTo>
                  <a:lnTo>
                    <a:pt x="10190" y="1147"/>
                  </a:lnTo>
                  <a:lnTo>
                    <a:pt x="10327" y="1193"/>
                  </a:lnTo>
                  <a:lnTo>
                    <a:pt x="10557" y="1331"/>
                  </a:lnTo>
                  <a:lnTo>
                    <a:pt x="10694" y="1560"/>
                  </a:lnTo>
                  <a:lnTo>
                    <a:pt x="10740" y="1698"/>
                  </a:lnTo>
                  <a:lnTo>
                    <a:pt x="10740" y="1836"/>
                  </a:lnTo>
                  <a:lnTo>
                    <a:pt x="10740" y="6380"/>
                  </a:lnTo>
                  <a:lnTo>
                    <a:pt x="10740" y="6563"/>
                  </a:lnTo>
                  <a:lnTo>
                    <a:pt x="10694" y="6701"/>
                  </a:lnTo>
                  <a:lnTo>
                    <a:pt x="10557" y="6930"/>
                  </a:lnTo>
                  <a:lnTo>
                    <a:pt x="10327" y="7068"/>
                  </a:lnTo>
                  <a:lnTo>
                    <a:pt x="10190" y="7114"/>
                  </a:lnTo>
                  <a:lnTo>
                    <a:pt x="1699" y="7114"/>
                  </a:lnTo>
                  <a:lnTo>
                    <a:pt x="1561" y="7068"/>
                  </a:lnTo>
                  <a:lnTo>
                    <a:pt x="1332" y="6930"/>
                  </a:lnTo>
                  <a:lnTo>
                    <a:pt x="1148" y="6701"/>
                  </a:lnTo>
                  <a:lnTo>
                    <a:pt x="1148" y="6563"/>
                  </a:lnTo>
                  <a:lnTo>
                    <a:pt x="1102" y="6380"/>
                  </a:lnTo>
                  <a:lnTo>
                    <a:pt x="1102" y="1836"/>
                  </a:lnTo>
                  <a:lnTo>
                    <a:pt x="1148" y="1698"/>
                  </a:lnTo>
                  <a:lnTo>
                    <a:pt x="1148" y="1560"/>
                  </a:lnTo>
                  <a:lnTo>
                    <a:pt x="1332" y="1331"/>
                  </a:lnTo>
                  <a:lnTo>
                    <a:pt x="1561" y="1193"/>
                  </a:lnTo>
                  <a:lnTo>
                    <a:pt x="1699" y="1147"/>
                  </a:lnTo>
                  <a:lnTo>
                    <a:pt x="1837" y="1102"/>
                  </a:lnTo>
                  <a:close/>
                  <a:moveTo>
                    <a:pt x="16110" y="5462"/>
                  </a:moveTo>
                  <a:lnTo>
                    <a:pt x="16110" y="8124"/>
                  </a:lnTo>
                  <a:lnTo>
                    <a:pt x="16064" y="8261"/>
                  </a:lnTo>
                  <a:lnTo>
                    <a:pt x="16018" y="8399"/>
                  </a:lnTo>
                  <a:lnTo>
                    <a:pt x="15881" y="8628"/>
                  </a:lnTo>
                  <a:lnTo>
                    <a:pt x="15651" y="8766"/>
                  </a:lnTo>
                  <a:lnTo>
                    <a:pt x="15514" y="8812"/>
                  </a:lnTo>
                  <a:lnTo>
                    <a:pt x="14596" y="8812"/>
                  </a:lnTo>
                  <a:lnTo>
                    <a:pt x="14596" y="6150"/>
                  </a:lnTo>
                  <a:lnTo>
                    <a:pt x="14596" y="6012"/>
                  </a:lnTo>
                  <a:lnTo>
                    <a:pt x="14642" y="5875"/>
                  </a:lnTo>
                  <a:lnTo>
                    <a:pt x="14825" y="5645"/>
                  </a:lnTo>
                  <a:lnTo>
                    <a:pt x="15009" y="5508"/>
                  </a:lnTo>
                  <a:lnTo>
                    <a:pt x="15146" y="5462"/>
                  </a:lnTo>
                  <a:close/>
                  <a:moveTo>
                    <a:pt x="11429" y="12254"/>
                  </a:moveTo>
                  <a:lnTo>
                    <a:pt x="11429" y="13907"/>
                  </a:lnTo>
                  <a:lnTo>
                    <a:pt x="10924" y="13907"/>
                  </a:lnTo>
                  <a:lnTo>
                    <a:pt x="10924" y="12254"/>
                  </a:lnTo>
                  <a:close/>
                  <a:moveTo>
                    <a:pt x="9822" y="8215"/>
                  </a:moveTo>
                  <a:lnTo>
                    <a:pt x="9822" y="15972"/>
                  </a:lnTo>
                  <a:lnTo>
                    <a:pt x="2066" y="15972"/>
                  </a:lnTo>
                  <a:lnTo>
                    <a:pt x="2066" y="8215"/>
                  </a:lnTo>
                  <a:close/>
                  <a:moveTo>
                    <a:pt x="10740" y="17073"/>
                  </a:moveTo>
                  <a:lnTo>
                    <a:pt x="10740" y="17945"/>
                  </a:lnTo>
                  <a:lnTo>
                    <a:pt x="1102" y="17945"/>
                  </a:lnTo>
                  <a:lnTo>
                    <a:pt x="1102" y="17073"/>
                  </a:lnTo>
                  <a:close/>
                  <a:moveTo>
                    <a:pt x="1837" y="0"/>
                  </a:moveTo>
                  <a:lnTo>
                    <a:pt x="1469" y="46"/>
                  </a:lnTo>
                  <a:lnTo>
                    <a:pt x="1102" y="138"/>
                  </a:lnTo>
                  <a:lnTo>
                    <a:pt x="827" y="321"/>
                  </a:lnTo>
                  <a:lnTo>
                    <a:pt x="551" y="551"/>
                  </a:lnTo>
                  <a:lnTo>
                    <a:pt x="322" y="826"/>
                  </a:lnTo>
                  <a:lnTo>
                    <a:pt x="138" y="1147"/>
                  </a:lnTo>
                  <a:lnTo>
                    <a:pt x="47" y="1469"/>
                  </a:lnTo>
                  <a:lnTo>
                    <a:pt x="1" y="1836"/>
                  </a:lnTo>
                  <a:lnTo>
                    <a:pt x="1" y="6425"/>
                  </a:lnTo>
                  <a:lnTo>
                    <a:pt x="1" y="6655"/>
                  </a:lnTo>
                  <a:lnTo>
                    <a:pt x="47" y="6884"/>
                  </a:lnTo>
                  <a:lnTo>
                    <a:pt x="138" y="7160"/>
                  </a:lnTo>
                  <a:lnTo>
                    <a:pt x="276" y="7343"/>
                  </a:lnTo>
                  <a:lnTo>
                    <a:pt x="414" y="7573"/>
                  </a:lnTo>
                  <a:lnTo>
                    <a:pt x="551" y="7711"/>
                  </a:lnTo>
                  <a:lnTo>
                    <a:pt x="735" y="7894"/>
                  </a:lnTo>
                  <a:lnTo>
                    <a:pt x="964" y="8032"/>
                  </a:lnTo>
                  <a:lnTo>
                    <a:pt x="964" y="15972"/>
                  </a:lnTo>
                  <a:lnTo>
                    <a:pt x="322" y="15972"/>
                  </a:lnTo>
                  <a:lnTo>
                    <a:pt x="138" y="16110"/>
                  </a:lnTo>
                  <a:lnTo>
                    <a:pt x="47" y="16293"/>
                  </a:lnTo>
                  <a:lnTo>
                    <a:pt x="1" y="16523"/>
                  </a:lnTo>
                  <a:lnTo>
                    <a:pt x="1" y="18496"/>
                  </a:lnTo>
                  <a:lnTo>
                    <a:pt x="47" y="18726"/>
                  </a:lnTo>
                  <a:lnTo>
                    <a:pt x="138" y="18909"/>
                  </a:lnTo>
                  <a:lnTo>
                    <a:pt x="322" y="19047"/>
                  </a:lnTo>
                  <a:lnTo>
                    <a:pt x="551" y="19093"/>
                  </a:lnTo>
                  <a:lnTo>
                    <a:pt x="11337" y="19093"/>
                  </a:lnTo>
                  <a:lnTo>
                    <a:pt x="11521" y="19047"/>
                  </a:lnTo>
                  <a:lnTo>
                    <a:pt x="11704" y="18909"/>
                  </a:lnTo>
                  <a:lnTo>
                    <a:pt x="11842" y="18726"/>
                  </a:lnTo>
                  <a:lnTo>
                    <a:pt x="11888" y="18496"/>
                  </a:lnTo>
                  <a:lnTo>
                    <a:pt x="11888" y="16523"/>
                  </a:lnTo>
                  <a:lnTo>
                    <a:pt x="11842" y="16293"/>
                  </a:lnTo>
                  <a:lnTo>
                    <a:pt x="11704" y="16110"/>
                  </a:lnTo>
                  <a:lnTo>
                    <a:pt x="11521" y="15972"/>
                  </a:lnTo>
                  <a:lnTo>
                    <a:pt x="10924" y="15972"/>
                  </a:lnTo>
                  <a:lnTo>
                    <a:pt x="10924" y="15008"/>
                  </a:lnTo>
                  <a:lnTo>
                    <a:pt x="11980" y="15008"/>
                  </a:lnTo>
                  <a:lnTo>
                    <a:pt x="12209" y="14962"/>
                  </a:lnTo>
                  <a:lnTo>
                    <a:pt x="12393" y="14870"/>
                  </a:lnTo>
                  <a:lnTo>
                    <a:pt x="12484" y="14687"/>
                  </a:lnTo>
                  <a:lnTo>
                    <a:pt x="12530" y="14457"/>
                  </a:lnTo>
                  <a:lnTo>
                    <a:pt x="12530" y="13677"/>
                  </a:lnTo>
                  <a:lnTo>
                    <a:pt x="12943" y="13677"/>
                  </a:lnTo>
                  <a:lnTo>
                    <a:pt x="13311" y="13631"/>
                  </a:lnTo>
                  <a:lnTo>
                    <a:pt x="13586" y="13539"/>
                  </a:lnTo>
                  <a:lnTo>
                    <a:pt x="13861" y="13402"/>
                  </a:lnTo>
                  <a:lnTo>
                    <a:pt x="14137" y="13218"/>
                  </a:lnTo>
                  <a:lnTo>
                    <a:pt x="14320" y="12943"/>
                  </a:lnTo>
                  <a:lnTo>
                    <a:pt x="14458" y="12667"/>
                  </a:lnTo>
                  <a:lnTo>
                    <a:pt x="14550" y="12392"/>
                  </a:lnTo>
                  <a:lnTo>
                    <a:pt x="14596" y="12025"/>
                  </a:lnTo>
                  <a:lnTo>
                    <a:pt x="14596" y="9914"/>
                  </a:lnTo>
                  <a:lnTo>
                    <a:pt x="15376" y="9914"/>
                  </a:lnTo>
                  <a:lnTo>
                    <a:pt x="15743" y="9868"/>
                  </a:lnTo>
                  <a:lnTo>
                    <a:pt x="16064" y="9776"/>
                  </a:lnTo>
                  <a:lnTo>
                    <a:pt x="16386" y="9592"/>
                  </a:lnTo>
                  <a:lnTo>
                    <a:pt x="16661" y="9363"/>
                  </a:lnTo>
                  <a:lnTo>
                    <a:pt x="16890" y="9133"/>
                  </a:lnTo>
                  <a:lnTo>
                    <a:pt x="17074" y="8812"/>
                  </a:lnTo>
                  <a:lnTo>
                    <a:pt x="17166" y="8445"/>
                  </a:lnTo>
                  <a:lnTo>
                    <a:pt x="17212" y="8078"/>
                  </a:lnTo>
                  <a:lnTo>
                    <a:pt x="17212" y="3763"/>
                  </a:lnTo>
                  <a:lnTo>
                    <a:pt x="17212" y="3580"/>
                  </a:lnTo>
                  <a:lnTo>
                    <a:pt x="17304" y="3396"/>
                  </a:lnTo>
                  <a:lnTo>
                    <a:pt x="17395" y="3213"/>
                  </a:lnTo>
                  <a:lnTo>
                    <a:pt x="17533" y="3029"/>
                  </a:lnTo>
                  <a:lnTo>
                    <a:pt x="18543" y="2019"/>
                  </a:lnTo>
                  <a:lnTo>
                    <a:pt x="18635" y="1882"/>
                  </a:lnTo>
                  <a:lnTo>
                    <a:pt x="18635" y="1652"/>
                  </a:lnTo>
                  <a:lnTo>
                    <a:pt x="18589" y="1469"/>
                  </a:lnTo>
                  <a:lnTo>
                    <a:pt x="18497" y="1331"/>
                  </a:lnTo>
                  <a:lnTo>
                    <a:pt x="18359" y="1239"/>
                  </a:lnTo>
                  <a:lnTo>
                    <a:pt x="18221" y="1147"/>
                  </a:lnTo>
                  <a:lnTo>
                    <a:pt x="17946" y="1147"/>
                  </a:lnTo>
                  <a:lnTo>
                    <a:pt x="17808" y="1193"/>
                  </a:lnTo>
                  <a:lnTo>
                    <a:pt x="17671" y="1285"/>
                  </a:lnTo>
                  <a:lnTo>
                    <a:pt x="16707" y="2249"/>
                  </a:lnTo>
                  <a:lnTo>
                    <a:pt x="16477" y="2570"/>
                  </a:lnTo>
                  <a:lnTo>
                    <a:pt x="16294" y="2891"/>
                  </a:lnTo>
                  <a:lnTo>
                    <a:pt x="16156" y="3213"/>
                  </a:lnTo>
                  <a:lnTo>
                    <a:pt x="16110" y="3488"/>
                  </a:lnTo>
                  <a:lnTo>
                    <a:pt x="16064" y="3993"/>
                  </a:lnTo>
                  <a:lnTo>
                    <a:pt x="16064" y="4314"/>
                  </a:lnTo>
                  <a:lnTo>
                    <a:pt x="14825" y="4314"/>
                  </a:lnTo>
                  <a:lnTo>
                    <a:pt x="14550" y="4360"/>
                  </a:lnTo>
                  <a:lnTo>
                    <a:pt x="14320" y="4452"/>
                  </a:lnTo>
                  <a:lnTo>
                    <a:pt x="14091" y="4544"/>
                  </a:lnTo>
                  <a:lnTo>
                    <a:pt x="13861" y="4727"/>
                  </a:lnTo>
                  <a:lnTo>
                    <a:pt x="13724" y="4911"/>
                  </a:lnTo>
                  <a:lnTo>
                    <a:pt x="13586" y="5140"/>
                  </a:lnTo>
                  <a:lnTo>
                    <a:pt x="13494" y="5416"/>
                  </a:lnTo>
                  <a:lnTo>
                    <a:pt x="13494" y="5691"/>
                  </a:lnTo>
                  <a:lnTo>
                    <a:pt x="13494" y="12071"/>
                  </a:lnTo>
                  <a:lnTo>
                    <a:pt x="13448" y="12254"/>
                  </a:lnTo>
                  <a:lnTo>
                    <a:pt x="13311" y="12392"/>
                  </a:lnTo>
                  <a:lnTo>
                    <a:pt x="13173" y="12530"/>
                  </a:lnTo>
                  <a:lnTo>
                    <a:pt x="12989" y="12576"/>
                  </a:lnTo>
                  <a:lnTo>
                    <a:pt x="12530" y="12576"/>
                  </a:lnTo>
                  <a:lnTo>
                    <a:pt x="12530" y="11658"/>
                  </a:lnTo>
                  <a:lnTo>
                    <a:pt x="12484" y="11428"/>
                  </a:lnTo>
                  <a:lnTo>
                    <a:pt x="12393" y="11290"/>
                  </a:lnTo>
                  <a:lnTo>
                    <a:pt x="12209" y="11153"/>
                  </a:lnTo>
                  <a:lnTo>
                    <a:pt x="11980" y="11107"/>
                  </a:lnTo>
                  <a:lnTo>
                    <a:pt x="10924" y="11107"/>
                  </a:lnTo>
                  <a:lnTo>
                    <a:pt x="10924" y="8032"/>
                  </a:lnTo>
                  <a:lnTo>
                    <a:pt x="11153" y="7894"/>
                  </a:lnTo>
                  <a:lnTo>
                    <a:pt x="11337" y="7711"/>
                  </a:lnTo>
                  <a:lnTo>
                    <a:pt x="11521" y="7527"/>
                  </a:lnTo>
                  <a:lnTo>
                    <a:pt x="11658" y="7343"/>
                  </a:lnTo>
                  <a:lnTo>
                    <a:pt x="11750" y="7114"/>
                  </a:lnTo>
                  <a:lnTo>
                    <a:pt x="11842" y="6884"/>
                  </a:lnTo>
                  <a:lnTo>
                    <a:pt x="11888" y="6655"/>
                  </a:lnTo>
                  <a:lnTo>
                    <a:pt x="11934" y="6380"/>
                  </a:lnTo>
                  <a:lnTo>
                    <a:pt x="11934" y="1836"/>
                  </a:lnTo>
                  <a:lnTo>
                    <a:pt x="11888" y="1469"/>
                  </a:lnTo>
                  <a:lnTo>
                    <a:pt x="11750" y="1147"/>
                  </a:lnTo>
                  <a:lnTo>
                    <a:pt x="11612" y="826"/>
                  </a:lnTo>
                  <a:lnTo>
                    <a:pt x="11383" y="551"/>
                  </a:lnTo>
                  <a:lnTo>
                    <a:pt x="11108" y="321"/>
                  </a:lnTo>
                  <a:lnTo>
                    <a:pt x="10786" y="138"/>
                  </a:lnTo>
                  <a:lnTo>
                    <a:pt x="10465" y="46"/>
                  </a:lnTo>
                  <a:lnTo>
                    <a:pt x="100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7"/>
            <p:cNvSpPr/>
            <p:nvPr/>
          </p:nvSpPr>
          <p:spPr>
            <a:xfrm>
              <a:off x="7463307" y="2159561"/>
              <a:ext cx="195316" cy="104512"/>
            </a:xfrm>
            <a:custGeom>
              <a:rect b="b" l="l" r="r" t="t"/>
              <a:pathLst>
                <a:path extrusionOk="0" h="4544" w="8492">
                  <a:moveTo>
                    <a:pt x="4682" y="1193"/>
                  </a:moveTo>
                  <a:lnTo>
                    <a:pt x="5141" y="1239"/>
                  </a:lnTo>
                  <a:lnTo>
                    <a:pt x="5600" y="1331"/>
                  </a:lnTo>
                  <a:lnTo>
                    <a:pt x="6059" y="1561"/>
                  </a:lnTo>
                  <a:lnTo>
                    <a:pt x="6426" y="1836"/>
                  </a:lnTo>
                  <a:lnTo>
                    <a:pt x="6748" y="2157"/>
                  </a:lnTo>
                  <a:lnTo>
                    <a:pt x="7023" y="2570"/>
                  </a:lnTo>
                  <a:lnTo>
                    <a:pt x="7207" y="2983"/>
                  </a:lnTo>
                  <a:lnTo>
                    <a:pt x="7298" y="3442"/>
                  </a:lnTo>
                  <a:lnTo>
                    <a:pt x="5141" y="3442"/>
                  </a:lnTo>
                  <a:lnTo>
                    <a:pt x="5600" y="2433"/>
                  </a:lnTo>
                  <a:lnTo>
                    <a:pt x="5646" y="2203"/>
                  </a:lnTo>
                  <a:lnTo>
                    <a:pt x="5600" y="1974"/>
                  </a:lnTo>
                  <a:lnTo>
                    <a:pt x="5508" y="1790"/>
                  </a:lnTo>
                  <a:lnTo>
                    <a:pt x="5325" y="1698"/>
                  </a:lnTo>
                  <a:lnTo>
                    <a:pt x="5095" y="1652"/>
                  </a:lnTo>
                  <a:lnTo>
                    <a:pt x="4866" y="1652"/>
                  </a:lnTo>
                  <a:lnTo>
                    <a:pt x="4728" y="1790"/>
                  </a:lnTo>
                  <a:lnTo>
                    <a:pt x="4590" y="1974"/>
                  </a:lnTo>
                  <a:lnTo>
                    <a:pt x="3902" y="3442"/>
                  </a:lnTo>
                  <a:lnTo>
                    <a:pt x="1194" y="3442"/>
                  </a:lnTo>
                  <a:lnTo>
                    <a:pt x="1286" y="2983"/>
                  </a:lnTo>
                  <a:lnTo>
                    <a:pt x="1515" y="2570"/>
                  </a:lnTo>
                  <a:lnTo>
                    <a:pt x="1745" y="2157"/>
                  </a:lnTo>
                  <a:lnTo>
                    <a:pt x="2066" y="1836"/>
                  </a:lnTo>
                  <a:lnTo>
                    <a:pt x="2479" y="1561"/>
                  </a:lnTo>
                  <a:lnTo>
                    <a:pt x="2892" y="1331"/>
                  </a:lnTo>
                  <a:lnTo>
                    <a:pt x="3351" y="1239"/>
                  </a:lnTo>
                  <a:lnTo>
                    <a:pt x="3810" y="1193"/>
                  </a:lnTo>
                  <a:close/>
                  <a:moveTo>
                    <a:pt x="3810" y="0"/>
                  </a:moveTo>
                  <a:lnTo>
                    <a:pt x="3443" y="46"/>
                  </a:lnTo>
                  <a:lnTo>
                    <a:pt x="3076" y="92"/>
                  </a:lnTo>
                  <a:lnTo>
                    <a:pt x="2709" y="184"/>
                  </a:lnTo>
                  <a:lnTo>
                    <a:pt x="2342" y="321"/>
                  </a:lnTo>
                  <a:lnTo>
                    <a:pt x="2020" y="459"/>
                  </a:lnTo>
                  <a:lnTo>
                    <a:pt x="1699" y="689"/>
                  </a:lnTo>
                  <a:lnTo>
                    <a:pt x="1378" y="872"/>
                  </a:lnTo>
                  <a:lnTo>
                    <a:pt x="1148" y="1148"/>
                  </a:lnTo>
                  <a:lnTo>
                    <a:pt x="873" y="1423"/>
                  </a:lnTo>
                  <a:lnTo>
                    <a:pt x="643" y="1698"/>
                  </a:lnTo>
                  <a:lnTo>
                    <a:pt x="460" y="2020"/>
                  </a:lnTo>
                  <a:lnTo>
                    <a:pt x="322" y="2341"/>
                  </a:lnTo>
                  <a:lnTo>
                    <a:pt x="184" y="2708"/>
                  </a:lnTo>
                  <a:lnTo>
                    <a:pt x="93" y="3075"/>
                  </a:lnTo>
                  <a:lnTo>
                    <a:pt x="47" y="3442"/>
                  </a:lnTo>
                  <a:lnTo>
                    <a:pt x="1" y="3855"/>
                  </a:lnTo>
                  <a:lnTo>
                    <a:pt x="1" y="3993"/>
                  </a:lnTo>
                  <a:lnTo>
                    <a:pt x="47" y="4223"/>
                  </a:lnTo>
                  <a:lnTo>
                    <a:pt x="184" y="4406"/>
                  </a:lnTo>
                  <a:lnTo>
                    <a:pt x="368" y="4498"/>
                  </a:lnTo>
                  <a:lnTo>
                    <a:pt x="552" y="4544"/>
                  </a:lnTo>
                  <a:lnTo>
                    <a:pt x="8124" y="4544"/>
                  </a:lnTo>
                  <a:lnTo>
                    <a:pt x="8170" y="4498"/>
                  </a:lnTo>
                  <a:lnTo>
                    <a:pt x="8308" y="4406"/>
                  </a:lnTo>
                  <a:lnTo>
                    <a:pt x="8400" y="4314"/>
                  </a:lnTo>
                  <a:lnTo>
                    <a:pt x="8492" y="4131"/>
                  </a:lnTo>
                  <a:lnTo>
                    <a:pt x="8492" y="3947"/>
                  </a:lnTo>
                  <a:lnTo>
                    <a:pt x="8492" y="3855"/>
                  </a:lnTo>
                  <a:lnTo>
                    <a:pt x="8446" y="3442"/>
                  </a:lnTo>
                  <a:lnTo>
                    <a:pt x="8400" y="3075"/>
                  </a:lnTo>
                  <a:lnTo>
                    <a:pt x="8308" y="2708"/>
                  </a:lnTo>
                  <a:lnTo>
                    <a:pt x="8170" y="2341"/>
                  </a:lnTo>
                  <a:lnTo>
                    <a:pt x="8033" y="2020"/>
                  </a:lnTo>
                  <a:lnTo>
                    <a:pt x="7849" y="1698"/>
                  </a:lnTo>
                  <a:lnTo>
                    <a:pt x="7620" y="1423"/>
                  </a:lnTo>
                  <a:lnTo>
                    <a:pt x="7344" y="1148"/>
                  </a:lnTo>
                  <a:lnTo>
                    <a:pt x="7115" y="872"/>
                  </a:lnTo>
                  <a:lnTo>
                    <a:pt x="6793" y="689"/>
                  </a:lnTo>
                  <a:lnTo>
                    <a:pt x="6472" y="459"/>
                  </a:lnTo>
                  <a:lnTo>
                    <a:pt x="6151" y="321"/>
                  </a:lnTo>
                  <a:lnTo>
                    <a:pt x="5784" y="184"/>
                  </a:lnTo>
                  <a:lnTo>
                    <a:pt x="5417" y="92"/>
                  </a:lnTo>
                  <a:lnTo>
                    <a:pt x="5049" y="46"/>
                  </a:lnTo>
                  <a:lnTo>
                    <a:pt x="46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 name="Shape 791"/>
        <p:cNvGrpSpPr/>
        <p:nvPr/>
      </p:nvGrpSpPr>
      <p:grpSpPr>
        <a:xfrm>
          <a:off x="0" y="0"/>
          <a:ext cx="0" cy="0"/>
          <a:chOff x="0" y="0"/>
          <a:chExt cx="0" cy="0"/>
        </a:xfrm>
      </p:grpSpPr>
      <p:sp>
        <p:nvSpPr>
          <p:cNvPr id="792" name="Google Shape;792;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Bibliographical references</a:t>
            </a:r>
            <a:endParaRPr/>
          </a:p>
        </p:txBody>
      </p:sp>
      <p:sp>
        <p:nvSpPr>
          <p:cNvPr id="793" name="Google Shape;793;p58"/>
          <p:cNvSpPr txBox="1"/>
          <p:nvPr>
            <p:ph idx="1" type="subTitle"/>
          </p:nvPr>
        </p:nvSpPr>
        <p:spPr>
          <a:xfrm>
            <a:off x="1810500" y="1284575"/>
            <a:ext cx="5523000" cy="291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Surname, A</a:t>
            </a:r>
            <a:r>
              <a:rPr lang="en"/>
              <a:t>. (</a:t>
            </a:r>
            <a:r>
              <a:rPr lang="en"/>
              <a:t>YEAR</a:t>
            </a:r>
            <a:r>
              <a:rPr lang="en"/>
              <a:t>). </a:t>
            </a:r>
            <a:r>
              <a:rPr i="1" lang="en"/>
              <a:t>Name of the source</a:t>
            </a:r>
            <a:r>
              <a:rPr lang="en"/>
              <a:t>. </a:t>
            </a:r>
            <a:r>
              <a:rPr lang="en"/>
              <a:t>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rPr lang="en"/>
              <a:t>Surname, </a:t>
            </a:r>
            <a:r>
              <a:rPr lang="en"/>
              <a:t>A</a:t>
            </a:r>
            <a:r>
              <a:rPr lang="en"/>
              <a:t>. (YEAR). </a:t>
            </a:r>
            <a:r>
              <a:rPr i="1" lang="en"/>
              <a:t>Name of the source</a:t>
            </a:r>
            <a:r>
              <a:rPr lang="en"/>
              <a:t>. 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rPr lang="en"/>
              <a:t>Surname, A. (YEAR). </a:t>
            </a:r>
            <a:r>
              <a:rPr i="1" lang="en"/>
              <a:t>Name of the source</a:t>
            </a:r>
            <a:r>
              <a:rPr lang="en"/>
              <a:t>. Publisher</a:t>
            </a:r>
            <a:endParaRPr/>
          </a:p>
          <a:p>
            <a:pPr indent="0" lvl="0" marL="0" rtl="0" algn="ctr">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 name="Shape 797"/>
        <p:cNvGrpSpPr/>
        <p:nvPr/>
      </p:nvGrpSpPr>
      <p:grpSpPr>
        <a:xfrm>
          <a:off x="0" y="0"/>
          <a:ext cx="0" cy="0"/>
          <a:chOff x="0" y="0"/>
          <a:chExt cx="0" cy="0"/>
        </a:xfrm>
      </p:grpSpPr>
      <p:sp>
        <p:nvSpPr>
          <p:cNvPr id="798" name="Google Shape;798;p59"/>
          <p:cNvSpPr txBox="1"/>
          <p:nvPr>
            <p:ph type="title"/>
          </p:nvPr>
        </p:nvSpPr>
        <p:spPr>
          <a:xfrm>
            <a:off x="720000" y="1873975"/>
            <a:ext cx="3597900" cy="53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99" name="Google Shape;799;p59"/>
          <p:cNvSpPr txBox="1"/>
          <p:nvPr>
            <p:ph idx="1" type="subTitle"/>
          </p:nvPr>
        </p:nvSpPr>
        <p:spPr>
          <a:xfrm>
            <a:off x="720000" y="2410925"/>
            <a:ext cx="3597900" cy="85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800" name="Google Shape;800;p59"/>
          <p:cNvGrpSpPr/>
          <p:nvPr/>
        </p:nvGrpSpPr>
        <p:grpSpPr>
          <a:xfrm>
            <a:off x="4997780" y="1323607"/>
            <a:ext cx="3432984" cy="2496295"/>
            <a:chOff x="331763" y="414153"/>
            <a:chExt cx="6903246" cy="5019697"/>
          </a:xfrm>
        </p:grpSpPr>
        <p:sp>
          <p:nvSpPr>
            <p:cNvPr id="801" name="Google Shape;801;p5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04" name="Google Shape;804;p59"/>
          <p:cNvPicPr preferRelativeResize="0"/>
          <p:nvPr/>
        </p:nvPicPr>
        <p:blipFill>
          <a:blip r:embed="rId3">
            <a:alphaModFix/>
          </a:blip>
          <a:stretch>
            <a:fillRect/>
          </a:stretch>
        </p:blipFill>
        <p:spPr>
          <a:xfrm>
            <a:off x="5151199" y="1511070"/>
            <a:ext cx="3126149" cy="1758459"/>
          </a:xfrm>
          <a:prstGeom prst="rect">
            <a:avLst/>
          </a:prstGeom>
          <a:noFill/>
          <a:ln cap="flat" cmpd="sng" w="9525">
            <a:solidFill>
              <a:schemeClr val="lt1"/>
            </a:solidFill>
            <a:prstDash val="solid"/>
            <a:round/>
            <a:headEnd len="sm" w="sm" type="none"/>
            <a:tailEnd len="sm" w="sm" type="none"/>
          </a:ln>
        </p:spPr>
      </p:pic>
      <p:grpSp>
        <p:nvGrpSpPr>
          <p:cNvPr id="805" name="Google Shape;805;p59"/>
          <p:cNvGrpSpPr/>
          <p:nvPr/>
        </p:nvGrpSpPr>
        <p:grpSpPr>
          <a:xfrm>
            <a:off x="4615125" y="1937823"/>
            <a:ext cx="1214752" cy="2102530"/>
            <a:chOff x="5186410" y="494539"/>
            <a:chExt cx="1834973" cy="3176027"/>
          </a:xfrm>
        </p:grpSpPr>
        <p:sp>
          <p:nvSpPr>
            <p:cNvPr id="806" name="Google Shape;806;p59"/>
            <p:cNvSpPr/>
            <p:nvPr/>
          </p:nvSpPr>
          <p:spPr>
            <a:xfrm>
              <a:off x="5186410" y="494539"/>
              <a:ext cx="1834973" cy="3176027"/>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9"/>
            <p:cNvSpPr/>
            <p:nvPr/>
          </p:nvSpPr>
          <p:spPr>
            <a:xfrm>
              <a:off x="5890455" y="3381574"/>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08" name="Google Shape;808;p59"/>
          <p:cNvPicPr preferRelativeResize="0"/>
          <p:nvPr/>
        </p:nvPicPr>
        <p:blipFill rotWithShape="1">
          <a:blip r:embed="rId4">
            <a:alphaModFix/>
          </a:blip>
          <a:srcRect b="0" l="0" r="0" t="15304"/>
          <a:stretch/>
        </p:blipFill>
        <p:spPr>
          <a:xfrm>
            <a:off x="4714850" y="2124300"/>
            <a:ext cx="1015299" cy="1620250"/>
          </a:xfrm>
          <a:prstGeom prst="rect">
            <a:avLst/>
          </a:prstGeom>
          <a:noFill/>
          <a:ln cap="flat" cmpd="sng" w="9525">
            <a:solidFill>
              <a:schemeClr val="lt1"/>
            </a:solidFill>
            <a:prstDash val="solid"/>
            <a:round/>
            <a:headEnd len="sm" w="sm" type="none"/>
            <a:tailEnd len="sm" w="sm" type="none"/>
          </a:ln>
        </p:spPr>
      </p:pic>
      <p:grpSp>
        <p:nvGrpSpPr>
          <p:cNvPr id="809" name="Google Shape;809;p59"/>
          <p:cNvGrpSpPr/>
          <p:nvPr/>
        </p:nvGrpSpPr>
        <p:grpSpPr>
          <a:xfrm>
            <a:off x="-62675" y="0"/>
            <a:ext cx="3654600" cy="1921500"/>
            <a:chOff x="-62675" y="0"/>
            <a:chExt cx="3654600" cy="1921500"/>
          </a:xfrm>
        </p:grpSpPr>
        <p:pic>
          <p:nvPicPr>
            <p:cNvPr id="810" name="Google Shape;810;p59"/>
            <p:cNvPicPr preferRelativeResize="0"/>
            <p:nvPr/>
          </p:nvPicPr>
          <p:blipFill>
            <a:blip r:embed="rId5">
              <a:alphaModFix/>
            </a:blip>
            <a:stretch>
              <a:fillRect/>
            </a:stretch>
          </p:blipFill>
          <p:spPr>
            <a:xfrm>
              <a:off x="-62675" y="516814"/>
              <a:ext cx="2607777" cy="1404686"/>
            </a:xfrm>
            <a:prstGeom prst="rect">
              <a:avLst/>
            </a:prstGeom>
            <a:noFill/>
            <a:ln>
              <a:noFill/>
            </a:ln>
          </p:spPr>
        </p:pic>
        <p:pic>
          <p:nvPicPr>
            <p:cNvPr id="811" name="Google Shape;811;p59"/>
            <p:cNvPicPr preferRelativeResize="0"/>
            <p:nvPr/>
          </p:nvPicPr>
          <p:blipFill>
            <a:blip r:embed="rId6">
              <a:alphaModFix/>
            </a:blip>
            <a:stretch>
              <a:fillRect/>
            </a:stretch>
          </p:blipFill>
          <p:spPr>
            <a:xfrm>
              <a:off x="-62675" y="0"/>
              <a:ext cx="3654600" cy="1155654"/>
            </a:xfrm>
            <a:prstGeom prst="rect">
              <a:avLst/>
            </a:prstGeom>
            <a:noFill/>
            <a:ln>
              <a:noFill/>
            </a:ln>
            <a:effectLst>
              <a:outerShdw blurRad="142875" rotWithShape="0" algn="bl" dir="18660000" dist="95250">
                <a:schemeClr val="lt1">
                  <a:alpha val="15000"/>
                </a:schemeClr>
              </a:outerShdw>
            </a:effectLst>
          </p:spPr>
        </p:pic>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 name="Shape 815"/>
        <p:cNvGrpSpPr/>
        <p:nvPr/>
      </p:nvGrpSpPr>
      <p:grpSpPr>
        <a:xfrm>
          <a:off x="0" y="0"/>
          <a:ext cx="0" cy="0"/>
          <a:chOff x="0" y="0"/>
          <a:chExt cx="0" cy="0"/>
        </a:xfrm>
      </p:grpSpPr>
      <p:sp>
        <p:nvSpPr>
          <p:cNvPr id="816" name="Google Shape;816;p60"/>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7500"/>
              <a:t>Thanks!</a:t>
            </a:r>
            <a:endParaRPr sz="7500"/>
          </a:p>
        </p:txBody>
      </p:sp>
      <p:sp>
        <p:nvSpPr>
          <p:cNvPr id="817" name="Google Shape;817;p60"/>
          <p:cNvSpPr txBox="1"/>
          <p:nvPr>
            <p:ph idx="1" type="subTitle"/>
          </p:nvPr>
        </p:nvSpPr>
        <p:spPr>
          <a:xfrm>
            <a:off x="2347900" y="1770662"/>
            <a:ext cx="4448100" cy="122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818" name="Google Shape;818;p60"/>
          <p:cNvSpPr txBox="1"/>
          <p:nvPr/>
        </p:nvSpPr>
        <p:spPr>
          <a:xfrm>
            <a:off x="2496150" y="4250054"/>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lt1"/>
                </a:solidFill>
                <a:latin typeface="Commissioner"/>
                <a:ea typeface="Commissioner"/>
                <a:cs typeface="Commissioner"/>
                <a:sym typeface="Commissioner"/>
              </a:rPr>
              <a:t>Please keep this slide for </a:t>
            </a:r>
            <a:r>
              <a:rPr lang="en" sz="1000">
                <a:solidFill>
                  <a:schemeClr val="lt1"/>
                </a:solidFill>
                <a:latin typeface="Commissioner"/>
                <a:ea typeface="Commissioner"/>
                <a:cs typeface="Commissioner"/>
                <a:sym typeface="Commissioner"/>
              </a:rPr>
              <a:t>attribution</a:t>
            </a:r>
            <a:endParaRPr sz="1000">
              <a:solidFill>
                <a:schemeClr val="lt1"/>
              </a:solidFill>
              <a:latin typeface="Commissioner"/>
              <a:ea typeface="Commissioner"/>
              <a:cs typeface="Commissioner"/>
              <a:sym typeface="Commissioner"/>
            </a:endParaRPr>
          </a:p>
        </p:txBody>
      </p:sp>
      <p:sp>
        <p:nvSpPr>
          <p:cNvPr id="819" name="Google Shape;819;p60"/>
          <p:cNvSpPr/>
          <p:nvPr/>
        </p:nvSpPr>
        <p:spPr>
          <a:xfrm>
            <a:off x="3847748" y="311350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60"/>
          <p:cNvGrpSpPr/>
          <p:nvPr/>
        </p:nvGrpSpPr>
        <p:grpSpPr>
          <a:xfrm>
            <a:off x="4368289" y="3113440"/>
            <a:ext cx="407432" cy="407391"/>
            <a:chOff x="812101" y="2571761"/>
            <a:chExt cx="417066" cy="417024"/>
          </a:xfrm>
        </p:grpSpPr>
        <p:sp>
          <p:nvSpPr>
            <p:cNvPr id="821" name="Google Shape;821;p6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60"/>
          <p:cNvGrpSpPr/>
          <p:nvPr/>
        </p:nvGrpSpPr>
        <p:grpSpPr>
          <a:xfrm>
            <a:off x="4888883" y="3113440"/>
            <a:ext cx="407391" cy="407391"/>
            <a:chOff x="1323129" y="2571761"/>
            <a:chExt cx="417024" cy="417024"/>
          </a:xfrm>
        </p:grpSpPr>
        <p:sp>
          <p:nvSpPr>
            <p:cNvPr id="826" name="Google Shape;826;p6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 name="Shape 833"/>
        <p:cNvGrpSpPr/>
        <p:nvPr/>
      </p:nvGrpSpPr>
      <p:grpSpPr>
        <a:xfrm>
          <a:off x="0" y="0"/>
          <a:ext cx="0" cy="0"/>
          <a:chOff x="0" y="0"/>
          <a:chExt cx="0" cy="0"/>
        </a:xfrm>
      </p:grpSpPr>
      <p:sp>
        <p:nvSpPr>
          <p:cNvPr id="834" name="Google Shape;834;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835" name="Google Shape;835;p61"/>
          <p:cNvGrpSpPr/>
          <p:nvPr/>
        </p:nvGrpSpPr>
        <p:grpSpPr>
          <a:xfrm>
            <a:off x="1318581" y="1186476"/>
            <a:ext cx="373727" cy="438081"/>
            <a:chOff x="1318581" y="1399526"/>
            <a:chExt cx="373727" cy="438081"/>
          </a:xfrm>
        </p:grpSpPr>
        <p:sp>
          <p:nvSpPr>
            <p:cNvPr id="836" name="Google Shape;836;p61"/>
            <p:cNvSpPr/>
            <p:nvPr/>
          </p:nvSpPr>
          <p:spPr>
            <a:xfrm>
              <a:off x="1318581" y="1399526"/>
              <a:ext cx="373727" cy="234347"/>
            </a:xfrm>
            <a:custGeom>
              <a:rect b="b" l="l" r="r" t="t"/>
              <a:pathLst>
                <a:path extrusionOk="0" h="10189" w="16249">
                  <a:moveTo>
                    <a:pt x="7849" y="1147"/>
                  </a:moveTo>
                  <a:lnTo>
                    <a:pt x="8492" y="1193"/>
                  </a:lnTo>
                  <a:lnTo>
                    <a:pt x="9088" y="1377"/>
                  </a:lnTo>
                  <a:lnTo>
                    <a:pt x="9685" y="1606"/>
                  </a:lnTo>
                  <a:lnTo>
                    <a:pt x="10190" y="1928"/>
                  </a:lnTo>
                  <a:lnTo>
                    <a:pt x="10649" y="2341"/>
                  </a:lnTo>
                  <a:lnTo>
                    <a:pt x="11062" y="2800"/>
                  </a:lnTo>
                  <a:lnTo>
                    <a:pt x="11383" y="3350"/>
                  </a:lnTo>
                  <a:lnTo>
                    <a:pt x="11613" y="3947"/>
                  </a:lnTo>
                  <a:lnTo>
                    <a:pt x="11704" y="4131"/>
                  </a:lnTo>
                  <a:lnTo>
                    <a:pt x="11888" y="4268"/>
                  </a:lnTo>
                  <a:lnTo>
                    <a:pt x="12071" y="4314"/>
                  </a:lnTo>
                  <a:lnTo>
                    <a:pt x="12530" y="4314"/>
                  </a:lnTo>
                  <a:lnTo>
                    <a:pt x="12806" y="4268"/>
                  </a:lnTo>
                  <a:lnTo>
                    <a:pt x="13081" y="4314"/>
                  </a:lnTo>
                  <a:lnTo>
                    <a:pt x="13357" y="4360"/>
                  </a:lnTo>
                  <a:lnTo>
                    <a:pt x="13586" y="4452"/>
                  </a:lnTo>
                  <a:lnTo>
                    <a:pt x="13816" y="4544"/>
                  </a:lnTo>
                  <a:lnTo>
                    <a:pt x="14229" y="4819"/>
                  </a:lnTo>
                  <a:lnTo>
                    <a:pt x="14596" y="5186"/>
                  </a:lnTo>
                  <a:lnTo>
                    <a:pt x="14733" y="5416"/>
                  </a:lnTo>
                  <a:lnTo>
                    <a:pt x="14871" y="5645"/>
                  </a:lnTo>
                  <a:lnTo>
                    <a:pt x="14963" y="5875"/>
                  </a:lnTo>
                  <a:lnTo>
                    <a:pt x="15055" y="6104"/>
                  </a:lnTo>
                  <a:lnTo>
                    <a:pt x="15101" y="6380"/>
                  </a:lnTo>
                  <a:lnTo>
                    <a:pt x="15101" y="6655"/>
                  </a:lnTo>
                  <a:lnTo>
                    <a:pt x="15055" y="7160"/>
                  </a:lnTo>
                  <a:lnTo>
                    <a:pt x="14917" y="7573"/>
                  </a:lnTo>
                  <a:lnTo>
                    <a:pt x="14688" y="7986"/>
                  </a:lnTo>
                  <a:lnTo>
                    <a:pt x="14412" y="8307"/>
                  </a:lnTo>
                  <a:lnTo>
                    <a:pt x="14045" y="8628"/>
                  </a:lnTo>
                  <a:lnTo>
                    <a:pt x="13632" y="8812"/>
                  </a:lnTo>
                  <a:lnTo>
                    <a:pt x="13219" y="8950"/>
                  </a:lnTo>
                  <a:lnTo>
                    <a:pt x="12714" y="8996"/>
                  </a:lnTo>
                  <a:lnTo>
                    <a:pt x="2755" y="9042"/>
                  </a:lnTo>
                  <a:lnTo>
                    <a:pt x="2433" y="8996"/>
                  </a:lnTo>
                  <a:lnTo>
                    <a:pt x="2158" y="8904"/>
                  </a:lnTo>
                  <a:lnTo>
                    <a:pt x="1883" y="8766"/>
                  </a:lnTo>
                  <a:lnTo>
                    <a:pt x="1607" y="8583"/>
                  </a:lnTo>
                  <a:lnTo>
                    <a:pt x="1424" y="8353"/>
                  </a:lnTo>
                  <a:lnTo>
                    <a:pt x="1286" y="8124"/>
                  </a:lnTo>
                  <a:lnTo>
                    <a:pt x="1194" y="7802"/>
                  </a:lnTo>
                  <a:lnTo>
                    <a:pt x="1148" y="7527"/>
                  </a:lnTo>
                  <a:lnTo>
                    <a:pt x="1194" y="7160"/>
                  </a:lnTo>
                  <a:lnTo>
                    <a:pt x="1332" y="6793"/>
                  </a:lnTo>
                  <a:lnTo>
                    <a:pt x="1515" y="6517"/>
                  </a:lnTo>
                  <a:lnTo>
                    <a:pt x="1791" y="6288"/>
                  </a:lnTo>
                  <a:lnTo>
                    <a:pt x="2112" y="6104"/>
                  </a:lnTo>
                  <a:lnTo>
                    <a:pt x="2433" y="6012"/>
                  </a:lnTo>
                  <a:lnTo>
                    <a:pt x="2800" y="5966"/>
                  </a:lnTo>
                  <a:lnTo>
                    <a:pt x="3168" y="6012"/>
                  </a:lnTo>
                  <a:lnTo>
                    <a:pt x="3351" y="6058"/>
                  </a:lnTo>
                  <a:lnTo>
                    <a:pt x="3489" y="6012"/>
                  </a:lnTo>
                  <a:lnTo>
                    <a:pt x="3581" y="5966"/>
                  </a:lnTo>
                  <a:lnTo>
                    <a:pt x="3718" y="5921"/>
                  </a:lnTo>
                  <a:lnTo>
                    <a:pt x="3810" y="5829"/>
                  </a:lnTo>
                  <a:lnTo>
                    <a:pt x="3856" y="5691"/>
                  </a:lnTo>
                  <a:lnTo>
                    <a:pt x="3902" y="5553"/>
                  </a:lnTo>
                  <a:lnTo>
                    <a:pt x="3902" y="5416"/>
                  </a:lnTo>
                  <a:lnTo>
                    <a:pt x="3902" y="5003"/>
                  </a:lnTo>
                  <a:lnTo>
                    <a:pt x="3948" y="4590"/>
                  </a:lnTo>
                  <a:lnTo>
                    <a:pt x="3994" y="4177"/>
                  </a:lnTo>
                  <a:lnTo>
                    <a:pt x="4131" y="3763"/>
                  </a:lnTo>
                  <a:lnTo>
                    <a:pt x="4269" y="3396"/>
                  </a:lnTo>
                  <a:lnTo>
                    <a:pt x="4453" y="3075"/>
                  </a:lnTo>
                  <a:lnTo>
                    <a:pt x="4682" y="2708"/>
                  </a:lnTo>
                  <a:lnTo>
                    <a:pt x="4958" y="2432"/>
                  </a:lnTo>
                  <a:lnTo>
                    <a:pt x="5233" y="2157"/>
                  </a:lnTo>
                  <a:lnTo>
                    <a:pt x="5554" y="1882"/>
                  </a:lnTo>
                  <a:lnTo>
                    <a:pt x="5876" y="1698"/>
                  </a:lnTo>
                  <a:lnTo>
                    <a:pt x="6243" y="1515"/>
                  </a:lnTo>
                  <a:lnTo>
                    <a:pt x="6610" y="1331"/>
                  </a:lnTo>
                  <a:lnTo>
                    <a:pt x="7023" y="1239"/>
                  </a:lnTo>
                  <a:lnTo>
                    <a:pt x="7436" y="1193"/>
                  </a:lnTo>
                  <a:lnTo>
                    <a:pt x="7849" y="1147"/>
                  </a:lnTo>
                  <a:close/>
                  <a:moveTo>
                    <a:pt x="7849" y="0"/>
                  </a:moveTo>
                  <a:lnTo>
                    <a:pt x="7344" y="46"/>
                  </a:lnTo>
                  <a:lnTo>
                    <a:pt x="6839" y="92"/>
                  </a:lnTo>
                  <a:lnTo>
                    <a:pt x="6380" y="229"/>
                  </a:lnTo>
                  <a:lnTo>
                    <a:pt x="5921" y="367"/>
                  </a:lnTo>
                  <a:lnTo>
                    <a:pt x="5508" y="597"/>
                  </a:lnTo>
                  <a:lnTo>
                    <a:pt x="5095" y="826"/>
                  </a:lnTo>
                  <a:lnTo>
                    <a:pt x="4682" y="1102"/>
                  </a:lnTo>
                  <a:lnTo>
                    <a:pt x="4315" y="1423"/>
                  </a:lnTo>
                  <a:lnTo>
                    <a:pt x="3994" y="1744"/>
                  </a:lnTo>
                  <a:lnTo>
                    <a:pt x="3718" y="2111"/>
                  </a:lnTo>
                  <a:lnTo>
                    <a:pt x="3443" y="2524"/>
                  </a:lnTo>
                  <a:lnTo>
                    <a:pt x="3214" y="2937"/>
                  </a:lnTo>
                  <a:lnTo>
                    <a:pt x="3030" y="3396"/>
                  </a:lnTo>
                  <a:lnTo>
                    <a:pt x="2892" y="3855"/>
                  </a:lnTo>
                  <a:lnTo>
                    <a:pt x="2800" y="4314"/>
                  </a:lnTo>
                  <a:lnTo>
                    <a:pt x="2755" y="4819"/>
                  </a:lnTo>
                  <a:lnTo>
                    <a:pt x="2479" y="4819"/>
                  </a:lnTo>
                  <a:lnTo>
                    <a:pt x="2204" y="4865"/>
                  </a:lnTo>
                  <a:lnTo>
                    <a:pt x="1699" y="5049"/>
                  </a:lnTo>
                  <a:lnTo>
                    <a:pt x="1194" y="5278"/>
                  </a:lnTo>
                  <a:lnTo>
                    <a:pt x="827" y="5599"/>
                  </a:lnTo>
                  <a:lnTo>
                    <a:pt x="460" y="6012"/>
                  </a:lnTo>
                  <a:lnTo>
                    <a:pt x="230" y="6471"/>
                  </a:lnTo>
                  <a:lnTo>
                    <a:pt x="47" y="6976"/>
                  </a:lnTo>
                  <a:lnTo>
                    <a:pt x="1" y="7252"/>
                  </a:lnTo>
                  <a:lnTo>
                    <a:pt x="1" y="7527"/>
                  </a:lnTo>
                  <a:lnTo>
                    <a:pt x="1" y="7802"/>
                  </a:lnTo>
                  <a:lnTo>
                    <a:pt x="47" y="8032"/>
                  </a:lnTo>
                  <a:lnTo>
                    <a:pt x="230" y="8537"/>
                  </a:lnTo>
                  <a:lnTo>
                    <a:pt x="460" y="8996"/>
                  </a:lnTo>
                  <a:lnTo>
                    <a:pt x="827" y="9409"/>
                  </a:lnTo>
                  <a:lnTo>
                    <a:pt x="1240" y="9730"/>
                  </a:lnTo>
                  <a:lnTo>
                    <a:pt x="1699" y="10005"/>
                  </a:lnTo>
                  <a:lnTo>
                    <a:pt x="2204" y="10143"/>
                  </a:lnTo>
                  <a:lnTo>
                    <a:pt x="2479" y="10189"/>
                  </a:lnTo>
                  <a:lnTo>
                    <a:pt x="12714" y="10189"/>
                  </a:lnTo>
                  <a:lnTo>
                    <a:pt x="13081" y="10143"/>
                  </a:lnTo>
                  <a:lnTo>
                    <a:pt x="13448" y="10097"/>
                  </a:lnTo>
                  <a:lnTo>
                    <a:pt x="13770" y="10005"/>
                  </a:lnTo>
                  <a:lnTo>
                    <a:pt x="14091" y="9914"/>
                  </a:lnTo>
                  <a:lnTo>
                    <a:pt x="14412" y="9730"/>
                  </a:lnTo>
                  <a:lnTo>
                    <a:pt x="14688" y="9592"/>
                  </a:lnTo>
                  <a:lnTo>
                    <a:pt x="14963" y="9363"/>
                  </a:lnTo>
                  <a:lnTo>
                    <a:pt x="15238" y="9133"/>
                  </a:lnTo>
                  <a:lnTo>
                    <a:pt x="15468" y="8904"/>
                  </a:lnTo>
                  <a:lnTo>
                    <a:pt x="15651" y="8628"/>
                  </a:lnTo>
                  <a:lnTo>
                    <a:pt x="15835" y="8353"/>
                  </a:lnTo>
                  <a:lnTo>
                    <a:pt x="15973" y="8032"/>
                  </a:lnTo>
                  <a:lnTo>
                    <a:pt x="16110" y="7711"/>
                  </a:lnTo>
                  <a:lnTo>
                    <a:pt x="16202" y="7389"/>
                  </a:lnTo>
                  <a:lnTo>
                    <a:pt x="16248" y="7022"/>
                  </a:lnTo>
                  <a:lnTo>
                    <a:pt x="16248" y="6655"/>
                  </a:lnTo>
                  <a:lnTo>
                    <a:pt x="16248" y="6288"/>
                  </a:lnTo>
                  <a:lnTo>
                    <a:pt x="16202" y="5921"/>
                  </a:lnTo>
                  <a:lnTo>
                    <a:pt x="16110" y="5599"/>
                  </a:lnTo>
                  <a:lnTo>
                    <a:pt x="15973" y="5232"/>
                  </a:lnTo>
                  <a:lnTo>
                    <a:pt x="15789" y="4957"/>
                  </a:lnTo>
                  <a:lnTo>
                    <a:pt x="15606" y="4636"/>
                  </a:lnTo>
                  <a:lnTo>
                    <a:pt x="15422" y="4360"/>
                  </a:lnTo>
                  <a:lnTo>
                    <a:pt x="15147" y="4131"/>
                  </a:lnTo>
                  <a:lnTo>
                    <a:pt x="14917" y="3901"/>
                  </a:lnTo>
                  <a:lnTo>
                    <a:pt x="14596" y="3672"/>
                  </a:lnTo>
                  <a:lnTo>
                    <a:pt x="14320" y="3488"/>
                  </a:lnTo>
                  <a:lnTo>
                    <a:pt x="13999" y="3350"/>
                  </a:lnTo>
                  <a:lnTo>
                    <a:pt x="13632" y="3259"/>
                  </a:lnTo>
                  <a:lnTo>
                    <a:pt x="13311" y="3167"/>
                  </a:lnTo>
                  <a:lnTo>
                    <a:pt x="12944" y="3121"/>
                  </a:lnTo>
                  <a:lnTo>
                    <a:pt x="12530" y="3167"/>
                  </a:lnTo>
                  <a:lnTo>
                    <a:pt x="12209" y="2478"/>
                  </a:lnTo>
                  <a:lnTo>
                    <a:pt x="11796" y="1882"/>
                  </a:lnTo>
                  <a:lnTo>
                    <a:pt x="11291" y="1331"/>
                  </a:lnTo>
                  <a:lnTo>
                    <a:pt x="10695" y="872"/>
                  </a:lnTo>
                  <a:lnTo>
                    <a:pt x="10052" y="505"/>
                  </a:lnTo>
                  <a:lnTo>
                    <a:pt x="9731" y="367"/>
                  </a:lnTo>
                  <a:lnTo>
                    <a:pt x="9364" y="229"/>
                  </a:lnTo>
                  <a:lnTo>
                    <a:pt x="8996" y="138"/>
                  </a:lnTo>
                  <a:lnTo>
                    <a:pt x="8629" y="46"/>
                  </a:lnTo>
                  <a:lnTo>
                    <a:pt x="82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1"/>
            <p:cNvSpPr/>
            <p:nvPr/>
          </p:nvSpPr>
          <p:spPr>
            <a:xfrm>
              <a:off x="1340753" y="1723596"/>
              <a:ext cx="52808" cy="114011"/>
            </a:xfrm>
            <a:custGeom>
              <a:rect b="b" l="l" r="r" t="t"/>
              <a:pathLst>
                <a:path extrusionOk="0" h="4957" w="2296">
                  <a:moveTo>
                    <a:pt x="1699" y="0"/>
                  </a:moveTo>
                  <a:lnTo>
                    <a:pt x="1515" y="46"/>
                  </a:lnTo>
                  <a:lnTo>
                    <a:pt x="1332" y="184"/>
                  </a:lnTo>
                  <a:lnTo>
                    <a:pt x="1194" y="367"/>
                  </a:lnTo>
                  <a:lnTo>
                    <a:pt x="551" y="2433"/>
                  </a:lnTo>
                  <a:lnTo>
                    <a:pt x="1" y="4268"/>
                  </a:lnTo>
                  <a:lnTo>
                    <a:pt x="1" y="4498"/>
                  </a:lnTo>
                  <a:lnTo>
                    <a:pt x="92" y="4681"/>
                  </a:lnTo>
                  <a:lnTo>
                    <a:pt x="230" y="4865"/>
                  </a:lnTo>
                  <a:lnTo>
                    <a:pt x="460" y="4957"/>
                  </a:lnTo>
                  <a:lnTo>
                    <a:pt x="689" y="4957"/>
                  </a:lnTo>
                  <a:lnTo>
                    <a:pt x="873" y="4911"/>
                  </a:lnTo>
                  <a:lnTo>
                    <a:pt x="1056" y="4773"/>
                  </a:lnTo>
                  <a:lnTo>
                    <a:pt x="1148" y="4544"/>
                  </a:lnTo>
                  <a:lnTo>
                    <a:pt x="1699" y="2708"/>
                  </a:lnTo>
                  <a:lnTo>
                    <a:pt x="2295" y="780"/>
                  </a:lnTo>
                  <a:lnTo>
                    <a:pt x="2295" y="551"/>
                  </a:lnTo>
                  <a:lnTo>
                    <a:pt x="2250" y="321"/>
                  </a:lnTo>
                  <a:lnTo>
                    <a:pt x="2112" y="138"/>
                  </a:lnTo>
                  <a:lnTo>
                    <a:pt x="1928" y="46"/>
                  </a:lnTo>
                  <a:lnTo>
                    <a:pt x="16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1"/>
            <p:cNvSpPr/>
            <p:nvPr/>
          </p:nvSpPr>
          <p:spPr>
            <a:xfrm>
              <a:off x="1380865" y="1651813"/>
              <a:ext cx="34868" cy="51750"/>
            </a:xfrm>
            <a:custGeom>
              <a:rect b="b" l="l" r="r" t="t"/>
              <a:pathLst>
                <a:path extrusionOk="0" h="2250" w="1516">
                  <a:moveTo>
                    <a:pt x="827" y="0"/>
                  </a:moveTo>
                  <a:lnTo>
                    <a:pt x="597" y="92"/>
                  </a:lnTo>
                  <a:lnTo>
                    <a:pt x="460" y="230"/>
                  </a:lnTo>
                  <a:lnTo>
                    <a:pt x="368" y="459"/>
                  </a:lnTo>
                  <a:lnTo>
                    <a:pt x="230" y="964"/>
                  </a:lnTo>
                  <a:lnTo>
                    <a:pt x="47" y="1515"/>
                  </a:lnTo>
                  <a:lnTo>
                    <a:pt x="1" y="1652"/>
                  </a:lnTo>
                  <a:lnTo>
                    <a:pt x="47" y="1790"/>
                  </a:lnTo>
                  <a:lnTo>
                    <a:pt x="92" y="1928"/>
                  </a:lnTo>
                  <a:lnTo>
                    <a:pt x="138" y="2020"/>
                  </a:lnTo>
                  <a:lnTo>
                    <a:pt x="230" y="2111"/>
                  </a:lnTo>
                  <a:lnTo>
                    <a:pt x="322" y="2203"/>
                  </a:lnTo>
                  <a:lnTo>
                    <a:pt x="460" y="2249"/>
                  </a:lnTo>
                  <a:lnTo>
                    <a:pt x="597" y="2249"/>
                  </a:lnTo>
                  <a:lnTo>
                    <a:pt x="781" y="2203"/>
                  </a:lnTo>
                  <a:lnTo>
                    <a:pt x="964" y="2111"/>
                  </a:lnTo>
                  <a:lnTo>
                    <a:pt x="1056" y="1974"/>
                  </a:lnTo>
                  <a:lnTo>
                    <a:pt x="1148" y="1790"/>
                  </a:lnTo>
                  <a:lnTo>
                    <a:pt x="1332" y="1239"/>
                  </a:lnTo>
                  <a:lnTo>
                    <a:pt x="1515" y="689"/>
                  </a:lnTo>
                  <a:lnTo>
                    <a:pt x="1515" y="459"/>
                  </a:lnTo>
                  <a:lnTo>
                    <a:pt x="1423" y="230"/>
                  </a:lnTo>
                  <a:lnTo>
                    <a:pt x="1240" y="92"/>
                  </a:lnTo>
                  <a:lnTo>
                    <a:pt x="10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1"/>
            <p:cNvSpPr/>
            <p:nvPr/>
          </p:nvSpPr>
          <p:spPr>
            <a:xfrm>
              <a:off x="1413594" y="1780590"/>
              <a:ext cx="35903" cy="57017"/>
            </a:xfrm>
            <a:custGeom>
              <a:rect b="b" l="l" r="r" t="t"/>
              <a:pathLst>
                <a:path extrusionOk="0" h="2479" w="1561">
                  <a:moveTo>
                    <a:pt x="918" y="0"/>
                  </a:moveTo>
                  <a:lnTo>
                    <a:pt x="689" y="46"/>
                  </a:lnTo>
                  <a:lnTo>
                    <a:pt x="551" y="184"/>
                  </a:lnTo>
                  <a:lnTo>
                    <a:pt x="459" y="414"/>
                  </a:lnTo>
                  <a:lnTo>
                    <a:pt x="46" y="1790"/>
                  </a:lnTo>
                  <a:lnTo>
                    <a:pt x="0" y="2020"/>
                  </a:lnTo>
                  <a:lnTo>
                    <a:pt x="92" y="2203"/>
                  </a:lnTo>
                  <a:lnTo>
                    <a:pt x="230" y="2387"/>
                  </a:lnTo>
                  <a:lnTo>
                    <a:pt x="414" y="2479"/>
                  </a:lnTo>
                  <a:lnTo>
                    <a:pt x="643" y="2479"/>
                  </a:lnTo>
                  <a:lnTo>
                    <a:pt x="872" y="2433"/>
                  </a:lnTo>
                  <a:lnTo>
                    <a:pt x="1056" y="2295"/>
                  </a:lnTo>
                  <a:lnTo>
                    <a:pt x="1148" y="2066"/>
                  </a:lnTo>
                  <a:lnTo>
                    <a:pt x="1561" y="689"/>
                  </a:lnTo>
                  <a:lnTo>
                    <a:pt x="1561" y="459"/>
                  </a:lnTo>
                  <a:lnTo>
                    <a:pt x="1515" y="276"/>
                  </a:lnTo>
                  <a:lnTo>
                    <a:pt x="1331" y="92"/>
                  </a:lnTo>
                  <a:lnTo>
                    <a:pt x="11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1"/>
            <p:cNvSpPr/>
            <p:nvPr/>
          </p:nvSpPr>
          <p:spPr>
            <a:xfrm>
              <a:off x="1436824" y="1651813"/>
              <a:ext cx="51750" cy="107686"/>
            </a:xfrm>
            <a:custGeom>
              <a:rect b="b" l="l" r="r" t="t"/>
              <a:pathLst>
                <a:path extrusionOk="0" h="4682" w="2250">
                  <a:moveTo>
                    <a:pt x="1607" y="0"/>
                  </a:moveTo>
                  <a:lnTo>
                    <a:pt x="1377" y="46"/>
                  </a:lnTo>
                  <a:lnTo>
                    <a:pt x="1193" y="184"/>
                  </a:lnTo>
                  <a:lnTo>
                    <a:pt x="1102" y="413"/>
                  </a:lnTo>
                  <a:lnTo>
                    <a:pt x="597" y="2203"/>
                  </a:lnTo>
                  <a:lnTo>
                    <a:pt x="46" y="3947"/>
                  </a:lnTo>
                  <a:lnTo>
                    <a:pt x="0" y="4177"/>
                  </a:lnTo>
                  <a:lnTo>
                    <a:pt x="92" y="4406"/>
                  </a:lnTo>
                  <a:lnTo>
                    <a:pt x="230" y="4590"/>
                  </a:lnTo>
                  <a:lnTo>
                    <a:pt x="413" y="4682"/>
                  </a:lnTo>
                  <a:lnTo>
                    <a:pt x="643" y="4682"/>
                  </a:lnTo>
                  <a:lnTo>
                    <a:pt x="872" y="4636"/>
                  </a:lnTo>
                  <a:lnTo>
                    <a:pt x="1056" y="4498"/>
                  </a:lnTo>
                  <a:lnTo>
                    <a:pt x="1148" y="4268"/>
                  </a:lnTo>
                  <a:lnTo>
                    <a:pt x="1698" y="2524"/>
                  </a:lnTo>
                  <a:lnTo>
                    <a:pt x="2203" y="734"/>
                  </a:lnTo>
                  <a:lnTo>
                    <a:pt x="2249" y="505"/>
                  </a:lnTo>
                  <a:lnTo>
                    <a:pt x="2157" y="276"/>
                  </a:lnTo>
                  <a:lnTo>
                    <a:pt x="2020" y="92"/>
                  </a:lnTo>
                  <a:lnTo>
                    <a:pt x="1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1"/>
            <p:cNvSpPr/>
            <p:nvPr/>
          </p:nvSpPr>
          <p:spPr>
            <a:xfrm>
              <a:off x="1486435" y="1722538"/>
              <a:ext cx="53843" cy="115069"/>
            </a:xfrm>
            <a:custGeom>
              <a:rect b="b" l="l" r="r" t="t"/>
              <a:pathLst>
                <a:path extrusionOk="0" h="5003" w="2341">
                  <a:moveTo>
                    <a:pt x="1698" y="0"/>
                  </a:moveTo>
                  <a:lnTo>
                    <a:pt x="1469" y="92"/>
                  </a:lnTo>
                  <a:lnTo>
                    <a:pt x="1285" y="230"/>
                  </a:lnTo>
                  <a:lnTo>
                    <a:pt x="1194" y="413"/>
                  </a:lnTo>
                  <a:lnTo>
                    <a:pt x="46" y="4269"/>
                  </a:lnTo>
                  <a:lnTo>
                    <a:pt x="0" y="4498"/>
                  </a:lnTo>
                  <a:lnTo>
                    <a:pt x="92" y="4727"/>
                  </a:lnTo>
                  <a:lnTo>
                    <a:pt x="230" y="4911"/>
                  </a:lnTo>
                  <a:lnTo>
                    <a:pt x="413" y="5003"/>
                  </a:lnTo>
                  <a:lnTo>
                    <a:pt x="643" y="5003"/>
                  </a:lnTo>
                  <a:lnTo>
                    <a:pt x="872" y="4957"/>
                  </a:lnTo>
                  <a:lnTo>
                    <a:pt x="1010" y="4819"/>
                  </a:lnTo>
                  <a:lnTo>
                    <a:pt x="1148" y="4636"/>
                  </a:lnTo>
                  <a:lnTo>
                    <a:pt x="2295" y="735"/>
                  </a:lnTo>
                  <a:lnTo>
                    <a:pt x="2341" y="505"/>
                  </a:lnTo>
                  <a:lnTo>
                    <a:pt x="2249" y="321"/>
                  </a:lnTo>
                  <a:lnTo>
                    <a:pt x="2112" y="138"/>
                  </a:lnTo>
                  <a:lnTo>
                    <a:pt x="1928" y="46"/>
                  </a:lnTo>
                  <a:lnTo>
                    <a:pt x="16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1"/>
            <p:cNvSpPr/>
            <p:nvPr/>
          </p:nvSpPr>
          <p:spPr>
            <a:xfrm>
              <a:off x="1527605" y="1651813"/>
              <a:ext cx="33787" cy="50692"/>
            </a:xfrm>
            <a:custGeom>
              <a:rect b="b" l="l" r="r" t="t"/>
              <a:pathLst>
                <a:path extrusionOk="0" h="2204" w="1469">
                  <a:moveTo>
                    <a:pt x="872" y="0"/>
                  </a:moveTo>
                  <a:lnTo>
                    <a:pt x="643" y="46"/>
                  </a:lnTo>
                  <a:lnTo>
                    <a:pt x="459" y="184"/>
                  </a:lnTo>
                  <a:lnTo>
                    <a:pt x="322" y="367"/>
                  </a:lnTo>
                  <a:lnTo>
                    <a:pt x="0" y="1423"/>
                  </a:lnTo>
                  <a:lnTo>
                    <a:pt x="0" y="1561"/>
                  </a:lnTo>
                  <a:lnTo>
                    <a:pt x="0" y="1698"/>
                  </a:lnTo>
                  <a:lnTo>
                    <a:pt x="46" y="1836"/>
                  </a:lnTo>
                  <a:lnTo>
                    <a:pt x="92" y="1974"/>
                  </a:lnTo>
                  <a:lnTo>
                    <a:pt x="184" y="2065"/>
                  </a:lnTo>
                  <a:lnTo>
                    <a:pt x="276" y="2157"/>
                  </a:lnTo>
                  <a:lnTo>
                    <a:pt x="413" y="2203"/>
                  </a:lnTo>
                  <a:lnTo>
                    <a:pt x="735" y="2203"/>
                  </a:lnTo>
                  <a:lnTo>
                    <a:pt x="872" y="2111"/>
                  </a:lnTo>
                  <a:lnTo>
                    <a:pt x="1010" y="1974"/>
                  </a:lnTo>
                  <a:lnTo>
                    <a:pt x="1102" y="1836"/>
                  </a:lnTo>
                  <a:lnTo>
                    <a:pt x="1285" y="1239"/>
                  </a:lnTo>
                  <a:lnTo>
                    <a:pt x="1423" y="734"/>
                  </a:lnTo>
                  <a:lnTo>
                    <a:pt x="1469" y="505"/>
                  </a:lnTo>
                  <a:lnTo>
                    <a:pt x="1423" y="321"/>
                  </a:lnTo>
                  <a:lnTo>
                    <a:pt x="1285" y="138"/>
                  </a:lnTo>
                  <a:lnTo>
                    <a:pt x="10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1"/>
            <p:cNvSpPr/>
            <p:nvPr/>
          </p:nvSpPr>
          <p:spPr>
            <a:xfrm>
              <a:off x="1559276" y="1784822"/>
              <a:ext cx="34845" cy="52785"/>
            </a:xfrm>
            <a:custGeom>
              <a:rect b="b" l="l" r="r" t="t"/>
              <a:pathLst>
                <a:path extrusionOk="0" h="2295" w="1515">
                  <a:moveTo>
                    <a:pt x="872" y="0"/>
                  </a:moveTo>
                  <a:lnTo>
                    <a:pt x="643" y="92"/>
                  </a:lnTo>
                  <a:lnTo>
                    <a:pt x="505" y="230"/>
                  </a:lnTo>
                  <a:lnTo>
                    <a:pt x="367" y="413"/>
                  </a:lnTo>
                  <a:lnTo>
                    <a:pt x="184" y="1010"/>
                  </a:lnTo>
                  <a:lnTo>
                    <a:pt x="0" y="1606"/>
                  </a:lnTo>
                  <a:lnTo>
                    <a:pt x="0" y="1836"/>
                  </a:lnTo>
                  <a:lnTo>
                    <a:pt x="92" y="2065"/>
                  </a:lnTo>
                  <a:lnTo>
                    <a:pt x="230" y="2203"/>
                  </a:lnTo>
                  <a:lnTo>
                    <a:pt x="459" y="2295"/>
                  </a:lnTo>
                  <a:lnTo>
                    <a:pt x="689" y="2295"/>
                  </a:lnTo>
                  <a:lnTo>
                    <a:pt x="872" y="2249"/>
                  </a:lnTo>
                  <a:lnTo>
                    <a:pt x="1056" y="2065"/>
                  </a:lnTo>
                  <a:lnTo>
                    <a:pt x="1148" y="1882"/>
                  </a:lnTo>
                  <a:lnTo>
                    <a:pt x="1331" y="1331"/>
                  </a:lnTo>
                  <a:lnTo>
                    <a:pt x="1515" y="734"/>
                  </a:lnTo>
                  <a:lnTo>
                    <a:pt x="1515" y="505"/>
                  </a:lnTo>
                  <a:lnTo>
                    <a:pt x="1423" y="275"/>
                  </a:lnTo>
                  <a:lnTo>
                    <a:pt x="1285" y="138"/>
                  </a:lnTo>
                  <a:lnTo>
                    <a:pt x="11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1"/>
            <p:cNvSpPr/>
            <p:nvPr/>
          </p:nvSpPr>
          <p:spPr>
            <a:xfrm>
              <a:off x="1581425" y="1651813"/>
              <a:ext cx="52808" cy="111918"/>
            </a:xfrm>
            <a:custGeom>
              <a:rect b="b" l="l" r="r" t="t"/>
              <a:pathLst>
                <a:path extrusionOk="0" h="4866" w="2296">
                  <a:moveTo>
                    <a:pt x="1653" y="0"/>
                  </a:moveTo>
                  <a:lnTo>
                    <a:pt x="1470" y="46"/>
                  </a:lnTo>
                  <a:lnTo>
                    <a:pt x="1286" y="184"/>
                  </a:lnTo>
                  <a:lnTo>
                    <a:pt x="1148" y="367"/>
                  </a:lnTo>
                  <a:lnTo>
                    <a:pt x="598" y="2249"/>
                  </a:lnTo>
                  <a:lnTo>
                    <a:pt x="47" y="4131"/>
                  </a:lnTo>
                  <a:lnTo>
                    <a:pt x="1" y="4268"/>
                  </a:lnTo>
                  <a:lnTo>
                    <a:pt x="47" y="4406"/>
                  </a:lnTo>
                  <a:lnTo>
                    <a:pt x="47" y="4544"/>
                  </a:lnTo>
                  <a:lnTo>
                    <a:pt x="139" y="4636"/>
                  </a:lnTo>
                  <a:lnTo>
                    <a:pt x="230" y="4727"/>
                  </a:lnTo>
                  <a:lnTo>
                    <a:pt x="322" y="4819"/>
                  </a:lnTo>
                  <a:lnTo>
                    <a:pt x="460" y="4865"/>
                  </a:lnTo>
                  <a:lnTo>
                    <a:pt x="781" y="4865"/>
                  </a:lnTo>
                  <a:lnTo>
                    <a:pt x="919" y="4773"/>
                  </a:lnTo>
                  <a:lnTo>
                    <a:pt x="1057" y="4636"/>
                  </a:lnTo>
                  <a:lnTo>
                    <a:pt x="1148" y="4452"/>
                  </a:lnTo>
                  <a:lnTo>
                    <a:pt x="1699" y="2616"/>
                  </a:lnTo>
                  <a:lnTo>
                    <a:pt x="2250" y="734"/>
                  </a:lnTo>
                  <a:lnTo>
                    <a:pt x="2296" y="505"/>
                  </a:lnTo>
                  <a:lnTo>
                    <a:pt x="2250" y="321"/>
                  </a:lnTo>
                  <a:lnTo>
                    <a:pt x="2112" y="138"/>
                  </a:lnTo>
                  <a:lnTo>
                    <a:pt x="1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61"/>
          <p:cNvGrpSpPr/>
          <p:nvPr/>
        </p:nvGrpSpPr>
        <p:grpSpPr>
          <a:xfrm>
            <a:off x="1985742" y="1193859"/>
            <a:ext cx="439162" cy="424373"/>
            <a:chOff x="1985742" y="1406909"/>
            <a:chExt cx="439162" cy="424373"/>
          </a:xfrm>
        </p:grpSpPr>
        <p:sp>
          <p:nvSpPr>
            <p:cNvPr id="846" name="Google Shape;846;p61"/>
            <p:cNvSpPr/>
            <p:nvPr/>
          </p:nvSpPr>
          <p:spPr>
            <a:xfrm>
              <a:off x="1985742" y="1406909"/>
              <a:ext cx="439162" cy="424373"/>
            </a:xfrm>
            <a:custGeom>
              <a:rect b="b" l="l" r="r" t="t"/>
              <a:pathLst>
                <a:path extrusionOk="0" h="18451" w="19094">
                  <a:moveTo>
                    <a:pt x="3488" y="6518"/>
                  </a:moveTo>
                  <a:lnTo>
                    <a:pt x="2800" y="8032"/>
                  </a:lnTo>
                  <a:lnTo>
                    <a:pt x="2157" y="9593"/>
                  </a:lnTo>
                  <a:lnTo>
                    <a:pt x="1148" y="9593"/>
                  </a:lnTo>
                  <a:lnTo>
                    <a:pt x="1148" y="6518"/>
                  </a:lnTo>
                  <a:close/>
                  <a:moveTo>
                    <a:pt x="10556" y="6518"/>
                  </a:moveTo>
                  <a:lnTo>
                    <a:pt x="10373" y="7114"/>
                  </a:lnTo>
                  <a:lnTo>
                    <a:pt x="10281" y="7573"/>
                  </a:lnTo>
                  <a:lnTo>
                    <a:pt x="10281" y="7848"/>
                  </a:lnTo>
                  <a:lnTo>
                    <a:pt x="10235" y="8032"/>
                  </a:lnTo>
                  <a:lnTo>
                    <a:pt x="10281" y="8445"/>
                  </a:lnTo>
                  <a:lnTo>
                    <a:pt x="10327" y="8812"/>
                  </a:lnTo>
                  <a:lnTo>
                    <a:pt x="10465" y="9225"/>
                  </a:lnTo>
                  <a:lnTo>
                    <a:pt x="10602" y="9593"/>
                  </a:lnTo>
                  <a:lnTo>
                    <a:pt x="8537" y="9593"/>
                  </a:lnTo>
                  <a:lnTo>
                    <a:pt x="7894" y="8032"/>
                  </a:lnTo>
                  <a:lnTo>
                    <a:pt x="7206" y="6518"/>
                  </a:lnTo>
                  <a:close/>
                  <a:moveTo>
                    <a:pt x="17992" y="6518"/>
                  </a:moveTo>
                  <a:lnTo>
                    <a:pt x="17992" y="9593"/>
                  </a:lnTo>
                  <a:lnTo>
                    <a:pt x="17257" y="9593"/>
                  </a:lnTo>
                  <a:lnTo>
                    <a:pt x="17395" y="9225"/>
                  </a:lnTo>
                  <a:lnTo>
                    <a:pt x="17487" y="8812"/>
                  </a:lnTo>
                  <a:lnTo>
                    <a:pt x="17578" y="8445"/>
                  </a:lnTo>
                  <a:lnTo>
                    <a:pt x="17578" y="8032"/>
                  </a:lnTo>
                  <a:lnTo>
                    <a:pt x="17578" y="7848"/>
                  </a:lnTo>
                  <a:lnTo>
                    <a:pt x="17533" y="7573"/>
                  </a:lnTo>
                  <a:lnTo>
                    <a:pt x="17441" y="7114"/>
                  </a:lnTo>
                  <a:lnTo>
                    <a:pt x="17257" y="6518"/>
                  </a:lnTo>
                  <a:close/>
                  <a:moveTo>
                    <a:pt x="13907" y="1790"/>
                  </a:moveTo>
                  <a:lnTo>
                    <a:pt x="14549" y="3029"/>
                  </a:lnTo>
                  <a:lnTo>
                    <a:pt x="15375" y="4865"/>
                  </a:lnTo>
                  <a:lnTo>
                    <a:pt x="15789" y="5783"/>
                  </a:lnTo>
                  <a:lnTo>
                    <a:pt x="16110" y="6701"/>
                  </a:lnTo>
                  <a:lnTo>
                    <a:pt x="16339" y="7435"/>
                  </a:lnTo>
                  <a:lnTo>
                    <a:pt x="16431" y="7757"/>
                  </a:lnTo>
                  <a:lnTo>
                    <a:pt x="16431" y="8032"/>
                  </a:lnTo>
                  <a:lnTo>
                    <a:pt x="16385" y="8537"/>
                  </a:lnTo>
                  <a:lnTo>
                    <a:pt x="16247" y="8996"/>
                  </a:lnTo>
                  <a:lnTo>
                    <a:pt x="16018" y="9409"/>
                  </a:lnTo>
                  <a:lnTo>
                    <a:pt x="15697" y="9776"/>
                  </a:lnTo>
                  <a:lnTo>
                    <a:pt x="15330" y="10097"/>
                  </a:lnTo>
                  <a:lnTo>
                    <a:pt x="14916" y="10327"/>
                  </a:lnTo>
                  <a:lnTo>
                    <a:pt x="14412" y="10465"/>
                  </a:lnTo>
                  <a:lnTo>
                    <a:pt x="13907" y="10556"/>
                  </a:lnTo>
                  <a:lnTo>
                    <a:pt x="13402" y="10465"/>
                  </a:lnTo>
                  <a:lnTo>
                    <a:pt x="12943" y="10327"/>
                  </a:lnTo>
                  <a:lnTo>
                    <a:pt x="12484" y="10097"/>
                  </a:lnTo>
                  <a:lnTo>
                    <a:pt x="12117" y="9776"/>
                  </a:lnTo>
                  <a:lnTo>
                    <a:pt x="11841" y="9409"/>
                  </a:lnTo>
                  <a:lnTo>
                    <a:pt x="11612" y="8996"/>
                  </a:lnTo>
                  <a:lnTo>
                    <a:pt x="11428" y="8537"/>
                  </a:lnTo>
                  <a:lnTo>
                    <a:pt x="11382" y="8032"/>
                  </a:lnTo>
                  <a:lnTo>
                    <a:pt x="11428" y="7757"/>
                  </a:lnTo>
                  <a:lnTo>
                    <a:pt x="11474" y="7435"/>
                  </a:lnTo>
                  <a:lnTo>
                    <a:pt x="11704" y="6701"/>
                  </a:lnTo>
                  <a:lnTo>
                    <a:pt x="12025" y="5783"/>
                  </a:lnTo>
                  <a:lnTo>
                    <a:pt x="12438" y="4865"/>
                  </a:lnTo>
                  <a:lnTo>
                    <a:pt x="13310" y="3029"/>
                  </a:lnTo>
                  <a:lnTo>
                    <a:pt x="13907" y="1790"/>
                  </a:lnTo>
                  <a:close/>
                  <a:moveTo>
                    <a:pt x="1744" y="10694"/>
                  </a:moveTo>
                  <a:lnTo>
                    <a:pt x="1652" y="11153"/>
                  </a:lnTo>
                  <a:lnTo>
                    <a:pt x="1561" y="11520"/>
                  </a:lnTo>
                  <a:lnTo>
                    <a:pt x="1561" y="11887"/>
                  </a:lnTo>
                  <a:lnTo>
                    <a:pt x="1561" y="12255"/>
                  </a:lnTo>
                  <a:lnTo>
                    <a:pt x="1607" y="12576"/>
                  </a:lnTo>
                  <a:lnTo>
                    <a:pt x="1698" y="12897"/>
                  </a:lnTo>
                  <a:lnTo>
                    <a:pt x="1790" y="13218"/>
                  </a:lnTo>
                  <a:lnTo>
                    <a:pt x="1148" y="13218"/>
                  </a:lnTo>
                  <a:lnTo>
                    <a:pt x="1148" y="10694"/>
                  </a:lnTo>
                  <a:close/>
                  <a:moveTo>
                    <a:pt x="11428" y="10694"/>
                  </a:moveTo>
                  <a:lnTo>
                    <a:pt x="11841" y="11015"/>
                  </a:lnTo>
                  <a:lnTo>
                    <a:pt x="12346" y="11291"/>
                  </a:lnTo>
                  <a:lnTo>
                    <a:pt x="12805" y="11474"/>
                  </a:lnTo>
                  <a:lnTo>
                    <a:pt x="13356" y="11612"/>
                  </a:lnTo>
                  <a:lnTo>
                    <a:pt x="13356" y="13218"/>
                  </a:lnTo>
                  <a:lnTo>
                    <a:pt x="8950" y="13218"/>
                  </a:lnTo>
                  <a:lnTo>
                    <a:pt x="9042" y="12897"/>
                  </a:lnTo>
                  <a:lnTo>
                    <a:pt x="9088" y="12576"/>
                  </a:lnTo>
                  <a:lnTo>
                    <a:pt x="9134" y="12255"/>
                  </a:lnTo>
                  <a:lnTo>
                    <a:pt x="9179" y="11887"/>
                  </a:lnTo>
                  <a:lnTo>
                    <a:pt x="9134" y="11520"/>
                  </a:lnTo>
                  <a:lnTo>
                    <a:pt x="9088" y="11153"/>
                  </a:lnTo>
                  <a:lnTo>
                    <a:pt x="8950" y="10694"/>
                  </a:lnTo>
                  <a:close/>
                  <a:moveTo>
                    <a:pt x="17946" y="10694"/>
                  </a:moveTo>
                  <a:lnTo>
                    <a:pt x="17946" y="13218"/>
                  </a:lnTo>
                  <a:lnTo>
                    <a:pt x="14458" y="13218"/>
                  </a:lnTo>
                  <a:lnTo>
                    <a:pt x="14458" y="11612"/>
                  </a:lnTo>
                  <a:lnTo>
                    <a:pt x="15008" y="11474"/>
                  </a:lnTo>
                  <a:lnTo>
                    <a:pt x="15513" y="11291"/>
                  </a:lnTo>
                  <a:lnTo>
                    <a:pt x="15972" y="11015"/>
                  </a:lnTo>
                  <a:lnTo>
                    <a:pt x="16385" y="10694"/>
                  </a:lnTo>
                  <a:close/>
                  <a:moveTo>
                    <a:pt x="5370" y="5324"/>
                  </a:moveTo>
                  <a:lnTo>
                    <a:pt x="6013" y="6655"/>
                  </a:lnTo>
                  <a:lnTo>
                    <a:pt x="6931" y="8583"/>
                  </a:lnTo>
                  <a:lnTo>
                    <a:pt x="7344" y="9547"/>
                  </a:lnTo>
                  <a:lnTo>
                    <a:pt x="7711" y="10510"/>
                  </a:lnTo>
                  <a:lnTo>
                    <a:pt x="7940" y="11291"/>
                  </a:lnTo>
                  <a:lnTo>
                    <a:pt x="8032" y="11658"/>
                  </a:lnTo>
                  <a:lnTo>
                    <a:pt x="8032" y="11933"/>
                  </a:lnTo>
                  <a:lnTo>
                    <a:pt x="8032" y="12209"/>
                  </a:lnTo>
                  <a:lnTo>
                    <a:pt x="7986" y="12438"/>
                  </a:lnTo>
                  <a:lnTo>
                    <a:pt x="7803" y="12943"/>
                  </a:lnTo>
                  <a:lnTo>
                    <a:pt x="7573" y="13402"/>
                  </a:lnTo>
                  <a:lnTo>
                    <a:pt x="7252" y="13815"/>
                  </a:lnTo>
                  <a:lnTo>
                    <a:pt x="6839" y="14136"/>
                  </a:lnTo>
                  <a:lnTo>
                    <a:pt x="6380" y="14366"/>
                  </a:lnTo>
                  <a:lnTo>
                    <a:pt x="5875" y="14549"/>
                  </a:lnTo>
                  <a:lnTo>
                    <a:pt x="5645" y="14595"/>
                  </a:lnTo>
                  <a:lnTo>
                    <a:pt x="5095" y="14595"/>
                  </a:lnTo>
                  <a:lnTo>
                    <a:pt x="4819" y="14549"/>
                  </a:lnTo>
                  <a:lnTo>
                    <a:pt x="4314" y="14366"/>
                  </a:lnTo>
                  <a:lnTo>
                    <a:pt x="3855" y="14136"/>
                  </a:lnTo>
                  <a:lnTo>
                    <a:pt x="3488" y="13815"/>
                  </a:lnTo>
                  <a:lnTo>
                    <a:pt x="3121" y="13402"/>
                  </a:lnTo>
                  <a:lnTo>
                    <a:pt x="2892" y="12943"/>
                  </a:lnTo>
                  <a:lnTo>
                    <a:pt x="2754" y="12438"/>
                  </a:lnTo>
                  <a:lnTo>
                    <a:pt x="2708" y="12209"/>
                  </a:lnTo>
                  <a:lnTo>
                    <a:pt x="2662" y="11933"/>
                  </a:lnTo>
                  <a:lnTo>
                    <a:pt x="2708" y="11658"/>
                  </a:lnTo>
                  <a:lnTo>
                    <a:pt x="2754" y="11291"/>
                  </a:lnTo>
                  <a:lnTo>
                    <a:pt x="3029" y="10510"/>
                  </a:lnTo>
                  <a:lnTo>
                    <a:pt x="3397" y="9547"/>
                  </a:lnTo>
                  <a:lnTo>
                    <a:pt x="3810" y="8583"/>
                  </a:lnTo>
                  <a:lnTo>
                    <a:pt x="4682" y="6655"/>
                  </a:lnTo>
                  <a:lnTo>
                    <a:pt x="5370" y="5324"/>
                  </a:lnTo>
                  <a:close/>
                  <a:moveTo>
                    <a:pt x="2433" y="14366"/>
                  </a:moveTo>
                  <a:lnTo>
                    <a:pt x="2662" y="14641"/>
                  </a:lnTo>
                  <a:lnTo>
                    <a:pt x="2938" y="14871"/>
                  </a:lnTo>
                  <a:lnTo>
                    <a:pt x="3167" y="15054"/>
                  </a:lnTo>
                  <a:lnTo>
                    <a:pt x="3488" y="15238"/>
                  </a:lnTo>
                  <a:lnTo>
                    <a:pt x="3764" y="15375"/>
                  </a:lnTo>
                  <a:lnTo>
                    <a:pt x="4085" y="15513"/>
                  </a:lnTo>
                  <a:lnTo>
                    <a:pt x="4452" y="15605"/>
                  </a:lnTo>
                  <a:lnTo>
                    <a:pt x="4773" y="15697"/>
                  </a:lnTo>
                  <a:lnTo>
                    <a:pt x="4773" y="17303"/>
                  </a:lnTo>
                  <a:lnTo>
                    <a:pt x="1148" y="17303"/>
                  </a:lnTo>
                  <a:lnTo>
                    <a:pt x="1148" y="14366"/>
                  </a:lnTo>
                  <a:close/>
                  <a:moveTo>
                    <a:pt x="17992" y="14366"/>
                  </a:moveTo>
                  <a:lnTo>
                    <a:pt x="17992" y="17303"/>
                  </a:lnTo>
                  <a:lnTo>
                    <a:pt x="5921" y="17303"/>
                  </a:lnTo>
                  <a:lnTo>
                    <a:pt x="5921" y="15697"/>
                  </a:lnTo>
                  <a:lnTo>
                    <a:pt x="6288" y="15605"/>
                  </a:lnTo>
                  <a:lnTo>
                    <a:pt x="6609" y="15513"/>
                  </a:lnTo>
                  <a:lnTo>
                    <a:pt x="6931" y="15375"/>
                  </a:lnTo>
                  <a:lnTo>
                    <a:pt x="7252" y="15238"/>
                  </a:lnTo>
                  <a:lnTo>
                    <a:pt x="7527" y="15054"/>
                  </a:lnTo>
                  <a:lnTo>
                    <a:pt x="7803" y="14871"/>
                  </a:lnTo>
                  <a:lnTo>
                    <a:pt x="8078" y="14641"/>
                  </a:lnTo>
                  <a:lnTo>
                    <a:pt x="8307" y="14366"/>
                  </a:lnTo>
                  <a:close/>
                  <a:moveTo>
                    <a:pt x="13769" y="0"/>
                  </a:moveTo>
                  <a:lnTo>
                    <a:pt x="13631" y="92"/>
                  </a:lnTo>
                  <a:lnTo>
                    <a:pt x="13494" y="184"/>
                  </a:lnTo>
                  <a:lnTo>
                    <a:pt x="13402" y="276"/>
                  </a:lnTo>
                  <a:lnTo>
                    <a:pt x="12897" y="1239"/>
                  </a:lnTo>
                  <a:lnTo>
                    <a:pt x="12255" y="2570"/>
                  </a:lnTo>
                  <a:lnTo>
                    <a:pt x="11566" y="3993"/>
                  </a:lnTo>
                  <a:lnTo>
                    <a:pt x="11015" y="5370"/>
                  </a:lnTo>
                  <a:lnTo>
                    <a:pt x="6655" y="5370"/>
                  </a:lnTo>
                  <a:lnTo>
                    <a:pt x="5875" y="3856"/>
                  </a:lnTo>
                  <a:lnTo>
                    <a:pt x="5783" y="3718"/>
                  </a:lnTo>
                  <a:lnTo>
                    <a:pt x="5645" y="3626"/>
                  </a:lnTo>
                  <a:lnTo>
                    <a:pt x="5508" y="3534"/>
                  </a:lnTo>
                  <a:lnTo>
                    <a:pt x="5232" y="3534"/>
                  </a:lnTo>
                  <a:lnTo>
                    <a:pt x="5095" y="3626"/>
                  </a:lnTo>
                  <a:lnTo>
                    <a:pt x="4957" y="3718"/>
                  </a:lnTo>
                  <a:lnTo>
                    <a:pt x="4865" y="3856"/>
                  </a:lnTo>
                  <a:lnTo>
                    <a:pt x="4085" y="5370"/>
                  </a:lnTo>
                  <a:lnTo>
                    <a:pt x="597" y="5370"/>
                  </a:lnTo>
                  <a:lnTo>
                    <a:pt x="367" y="5416"/>
                  </a:lnTo>
                  <a:lnTo>
                    <a:pt x="184" y="5554"/>
                  </a:lnTo>
                  <a:lnTo>
                    <a:pt x="46" y="5691"/>
                  </a:lnTo>
                  <a:lnTo>
                    <a:pt x="0" y="5921"/>
                  </a:lnTo>
                  <a:lnTo>
                    <a:pt x="0" y="17900"/>
                  </a:lnTo>
                  <a:lnTo>
                    <a:pt x="46" y="18083"/>
                  </a:lnTo>
                  <a:lnTo>
                    <a:pt x="184" y="18267"/>
                  </a:lnTo>
                  <a:lnTo>
                    <a:pt x="367" y="18405"/>
                  </a:lnTo>
                  <a:lnTo>
                    <a:pt x="597" y="18450"/>
                  </a:lnTo>
                  <a:lnTo>
                    <a:pt x="18542" y="18450"/>
                  </a:lnTo>
                  <a:lnTo>
                    <a:pt x="18772" y="18405"/>
                  </a:lnTo>
                  <a:lnTo>
                    <a:pt x="18909" y="18267"/>
                  </a:lnTo>
                  <a:lnTo>
                    <a:pt x="19047" y="18083"/>
                  </a:lnTo>
                  <a:lnTo>
                    <a:pt x="19093" y="17900"/>
                  </a:lnTo>
                  <a:lnTo>
                    <a:pt x="19093" y="5921"/>
                  </a:lnTo>
                  <a:lnTo>
                    <a:pt x="19047" y="5691"/>
                  </a:lnTo>
                  <a:lnTo>
                    <a:pt x="18909" y="5554"/>
                  </a:lnTo>
                  <a:lnTo>
                    <a:pt x="18772" y="5416"/>
                  </a:lnTo>
                  <a:lnTo>
                    <a:pt x="18542" y="5370"/>
                  </a:lnTo>
                  <a:lnTo>
                    <a:pt x="16844" y="5370"/>
                  </a:lnTo>
                  <a:lnTo>
                    <a:pt x="16247" y="3993"/>
                  </a:lnTo>
                  <a:lnTo>
                    <a:pt x="15559" y="2570"/>
                  </a:lnTo>
                  <a:lnTo>
                    <a:pt x="14916" y="1239"/>
                  </a:lnTo>
                  <a:lnTo>
                    <a:pt x="14412" y="276"/>
                  </a:lnTo>
                  <a:lnTo>
                    <a:pt x="14320" y="184"/>
                  </a:lnTo>
                  <a:lnTo>
                    <a:pt x="14182" y="92"/>
                  </a:lnTo>
                  <a:lnTo>
                    <a:pt x="140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1"/>
            <p:cNvSpPr/>
            <p:nvPr/>
          </p:nvSpPr>
          <p:spPr>
            <a:xfrm>
              <a:off x="2021622" y="1766859"/>
              <a:ext cx="49634" cy="25369"/>
            </a:xfrm>
            <a:custGeom>
              <a:rect b="b" l="l" r="r" t="t"/>
              <a:pathLst>
                <a:path extrusionOk="0" h="1103" w="2158">
                  <a:moveTo>
                    <a:pt x="597" y="1"/>
                  </a:moveTo>
                  <a:lnTo>
                    <a:pt x="368" y="47"/>
                  </a:lnTo>
                  <a:lnTo>
                    <a:pt x="184" y="139"/>
                  </a:lnTo>
                  <a:lnTo>
                    <a:pt x="47" y="322"/>
                  </a:lnTo>
                  <a:lnTo>
                    <a:pt x="1" y="552"/>
                  </a:lnTo>
                  <a:lnTo>
                    <a:pt x="47" y="781"/>
                  </a:lnTo>
                  <a:lnTo>
                    <a:pt x="184" y="965"/>
                  </a:lnTo>
                  <a:lnTo>
                    <a:pt x="322" y="1056"/>
                  </a:lnTo>
                  <a:lnTo>
                    <a:pt x="551" y="1102"/>
                  </a:lnTo>
                  <a:lnTo>
                    <a:pt x="1607" y="1102"/>
                  </a:lnTo>
                  <a:lnTo>
                    <a:pt x="1791" y="1056"/>
                  </a:lnTo>
                  <a:lnTo>
                    <a:pt x="1974" y="965"/>
                  </a:lnTo>
                  <a:lnTo>
                    <a:pt x="2112" y="781"/>
                  </a:lnTo>
                  <a:lnTo>
                    <a:pt x="2158" y="597"/>
                  </a:lnTo>
                  <a:lnTo>
                    <a:pt x="2112" y="368"/>
                  </a:lnTo>
                  <a:lnTo>
                    <a:pt x="2020" y="184"/>
                  </a:lnTo>
                  <a:lnTo>
                    <a:pt x="1837" y="47"/>
                  </a:lnTo>
                  <a:lnTo>
                    <a:pt x="1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1"/>
            <p:cNvSpPr/>
            <p:nvPr/>
          </p:nvSpPr>
          <p:spPr>
            <a:xfrm>
              <a:off x="2236971" y="1766859"/>
              <a:ext cx="49634" cy="25369"/>
            </a:xfrm>
            <a:custGeom>
              <a:rect b="b" l="l" r="r" t="t"/>
              <a:pathLst>
                <a:path extrusionOk="0" h="1103" w="2158">
                  <a:moveTo>
                    <a:pt x="551" y="1"/>
                  </a:moveTo>
                  <a:lnTo>
                    <a:pt x="322" y="47"/>
                  </a:lnTo>
                  <a:lnTo>
                    <a:pt x="138" y="184"/>
                  </a:lnTo>
                  <a:lnTo>
                    <a:pt x="46" y="368"/>
                  </a:lnTo>
                  <a:lnTo>
                    <a:pt x="1" y="597"/>
                  </a:lnTo>
                  <a:lnTo>
                    <a:pt x="46" y="781"/>
                  </a:lnTo>
                  <a:lnTo>
                    <a:pt x="184" y="965"/>
                  </a:lnTo>
                  <a:lnTo>
                    <a:pt x="368" y="1056"/>
                  </a:lnTo>
                  <a:lnTo>
                    <a:pt x="551" y="1102"/>
                  </a:lnTo>
                  <a:lnTo>
                    <a:pt x="1561" y="1102"/>
                  </a:lnTo>
                  <a:lnTo>
                    <a:pt x="1790" y="1056"/>
                  </a:lnTo>
                  <a:lnTo>
                    <a:pt x="1974" y="965"/>
                  </a:lnTo>
                  <a:lnTo>
                    <a:pt x="2112" y="781"/>
                  </a:lnTo>
                  <a:lnTo>
                    <a:pt x="2158" y="597"/>
                  </a:lnTo>
                  <a:lnTo>
                    <a:pt x="2112" y="368"/>
                  </a:lnTo>
                  <a:lnTo>
                    <a:pt x="2020" y="184"/>
                  </a:lnTo>
                  <a:lnTo>
                    <a:pt x="1836" y="47"/>
                  </a:lnTo>
                  <a:lnTo>
                    <a:pt x="1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1"/>
            <p:cNvSpPr/>
            <p:nvPr/>
          </p:nvSpPr>
          <p:spPr>
            <a:xfrm>
              <a:off x="2140900" y="1766859"/>
              <a:ext cx="49657" cy="25369"/>
            </a:xfrm>
            <a:custGeom>
              <a:rect b="b" l="l" r="r" t="t"/>
              <a:pathLst>
                <a:path extrusionOk="0" h="1103" w="2159">
                  <a:moveTo>
                    <a:pt x="598" y="1"/>
                  </a:moveTo>
                  <a:lnTo>
                    <a:pt x="368" y="47"/>
                  </a:lnTo>
                  <a:lnTo>
                    <a:pt x="185" y="139"/>
                  </a:lnTo>
                  <a:lnTo>
                    <a:pt x="47" y="322"/>
                  </a:lnTo>
                  <a:lnTo>
                    <a:pt x="1" y="552"/>
                  </a:lnTo>
                  <a:lnTo>
                    <a:pt x="47" y="781"/>
                  </a:lnTo>
                  <a:lnTo>
                    <a:pt x="139" y="965"/>
                  </a:lnTo>
                  <a:lnTo>
                    <a:pt x="322" y="1056"/>
                  </a:lnTo>
                  <a:lnTo>
                    <a:pt x="552" y="1102"/>
                  </a:lnTo>
                  <a:lnTo>
                    <a:pt x="1607" y="1102"/>
                  </a:lnTo>
                  <a:lnTo>
                    <a:pt x="1791" y="1056"/>
                  </a:lnTo>
                  <a:lnTo>
                    <a:pt x="1974" y="965"/>
                  </a:lnTo>
                  <a:lnTo>
                    <a:pt x="2112" y="781"/>
                  </a:lnTo>
                  <a:lnTo>
                    <a:pt x="2158" y="597"/>
                  </a:lnTo>
                  <a:lnTo>
                    <a:pt x="2112" y="368"/>
                  </a:lnTo>
                  <a:lnTo>
                    <a:pt x="2020" y="184"/>
                  </a:lnTo>
                  <a:lnTo>
                    <a:pt x="1837" y="47"/>
                  </a:lnTo>
                  <a:lnTo>
                    <a:pt x="1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1"/>
            <p:cNvSpPr/>
            <p:nvPr/>
          </p:nvSpPr>
          <p:spPr>
            <a:xfrm>
              <a:off x="2339367" y="1766859"/>
              <a:ext cx="49634" cy="25369"/>
            </a:xfrm>
            <a:custGeom>
              <a:rect b="b" l="l" r="r" t="t"/>
              <a:pathLst>
                <a:path extrusionOk="0" h="1103" w="2158">
                  <a:moveTo>
                    <a:pt x="597" y="1"/>
                  </a:moveTo>
                  <a:lnTo>
                    <a:pt x="368" y="47"/>
                  </a:lnTo>
                  <a:lnTo>
                    <a:pt x="184" y="139"/>
                  </a:lnTo>
                  <a:lnTo>
                    <a:pt x="46" y="322"/>
                  </a:lnTo>
                  <a:lnTo>
                    <a:pt x="0" y="552"/>
                  </a:lnTo>
                  <a:lnTo>
                    <a:pt x="46" y="781"/>
                  </a:lnTo>
                  <a:lnTo>
                    <a:pt x="184" y="965"/>
                  </a:lnTo>
                  <a:lnTo>
                    <a:pt x="368" y="1056"/>
                  </a:lnTo>
                  <a:lnTo>
                    <a:pt x="551" y="1102"/>
                  </a:lnTo>
                  <a:lnTo>
                    <a:pt x="1607" y="1102"/>
                  </a:lnTo>
                  <a:lnTo>
                    <a:pt x="1836" y="1056"/>
                  </a:lnTo>
                  <a:lnTo>
                    <a:pt x="1974" y="965"/>
                  </a:lnTo>
                  <a:lnTo>
                    <a:pt x="2112" y="781"/>
                  </a:lnTo>
                  <a:lnTo>
                    <a:pt x="2158" y="597"/>
                  </a:lnTo>
                  <a:lnTo>
                    <a:pt x="2158" y="368"/>
                  </a:lnTo>
                  <a:lnTo>
                    <a:pt x="2020" y="184"/>
                  </a:lnTo>
                  <a:lnTo>
                    <a:pt x="1836" y="47"/>
                  </a:lnTo>
                  <a:lnTo>
                    <a:pt x="1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1"/>
            <p:cNvSpPr/>
            <p:nvPr/>
          </p:nvSpPr>
          <p:spPr>
            <a:xfrm>
              <a:off x="2212683" y="1671869"/>
              <a:ext cx="50692" cy="25346"/>
            </a:xfrm>
            <a:custGeom>
              <a:rect b="b" l="l" r="r" t="t"/>
              <a:pathLst>
                <a:path extrusionOk="0" h="1102" w="2204">
                  <a:moveTo>
                    <a:pt x="598" y="0"/>
                  </a:moveTo>
                  <a:lnTo>
                    <a:pt x="368" y="46"/>
                  </a:lnTo>
                  <a:lnTo>
                    <a:pt x="184" y="138"/>
                  </a:lnTo>
                  <a:lnTo>
                    <a:pt x="93" y="321"/>
                  </a:lnTo>
                  <a:lnTo>
                    <a:pt x="1" y="505"/>
                  </a:lnTo>
                  <a:lnTo>
                    <a:pt x="47" y="735"/>
                  </a:lnTo>
                  <a:lnTo>
                    <a:pt x="184" y="918"/>
                  </a:lnTo>
                  <a:lnTo>
                    <a:pt x="368" y="1056"/>
                  </a:lnTo>
                  <a:lnTo>
                    <a:pt x="598" y="1102"/>
                  </a:lnTo>
                  <a:lnTo>
                    <a:pt x="1607" y="1102"/>
                  </a:lnTo>
                  <a:lnTo>
                    <a:pt x="1837" y="1056"/>
                  </a:lnTo>
                  <a:lnTo>
                    <a:pt x="2020" y="964"/>
                  </a:lnTo>
                  <a:lnTo>
                    <a:pt x="2112" y="780"/>
                  </a:lnTo>
                  <a:lnTo>
                    <a:pt x="2204" y="597"/>
                  </a:lnTo>
                  <a:lnTo>
                    <a:pt x="2158" y="367"/>
                  </a:lnTo>
                  <a:lnTo>
                    <a:pt x="2020" y="184"/>
                  </a:lnTo>
                  <a:lnTo>
                    <a:pt x="1837" y="46"/>
                  </a:lnTo>
                  <a:lnTo>
                    <a:pt x="16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1"/>
            <p:cNvSpPr/>
            <p:nvPr/>
          </p:nvSpPr>
          <p:spPr>
            <a:xfrm>
              <a:off x="2340425" y="1671869"/>
              <a:ext cx="50692" cy="25346"/>
            </a:xfrm>
            <a:custGeom>
              <a:rect b="b" l="l" r="r" t="t"/>
              <a:pathLst>
                <a:path extrusionOk="0" h="1102" w="2204">
                  <a:moveTo>
                    <a:pt x="597" y="0"/>
                  </a:moveTo>
                  <a:lnTo>
                    <a:pt x="368" y="46"/>
                  </a:lnTo>
                  <a:lnTo>
                    <a:pt x="184" y="184"/>
                  </a:lnTo>
                  <a:lnTo>
                    <a:pt x="46" y="367"/>
                  </a:lnTo>
                  <a:lnTo>
                    <a:pt x="0" y="597"/>
                  </a:lnTo>
                  <a:lnTo>
                    <a:pt x="92" y="780"/>
                  </a:lnTo>
                  <a:lnTo>
                    <a:pt x="184" y="964"/>
                  </a:lnTo>
                  <a:lnTo>
                    <a:pt x="368" y="1056"/>
                  </a:lnTo>
                  <a:lnTo>
                    <a:pt x="597" y="1102"/>
                  </a:lnTo>
                  <a:lnTo>
                    <a:pt x="1607" y="1102"/>
                  </a:lnTo>
                  <a:lnTo>
                    <a:pt x="1836" y="1056"/>
                  </a:lnTo>
                  <a:lnTo>
                    <a:pt x="2020" y="964"/>
                  </a:lnTo>
                  <a:lnTo>
                    <a:pt x="2112" y="780"/>
                  </a:lnTo>
                  <a:lnTo>
                    <a:pt x="2203" y="597"/>
                  </a:lnTo>
                  <a:lnTo>
                    <a:pt x="2157" y="367"/>
                  </a:lnTo>
                  <a:lnTo>
                    <a:pt x="2020" y="184"/>
                  </a:lnTo>
                  <a:lnTo>
                    <a:pt x="1836" y="46"/>
                  </a:lnTo>
                  <a:lnTo>
                    <a:pt x="16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61"/>
          <p:cNvGrpSpPr/>
          <p:nvPr/>
        </p:nvGrpSpPr>
        <p:grpSpPr>
          <a:xfrm>
            <a:off x="2716222" y="1186476"/>
            <a:ext cx="386377" cy="438081"/>
            <a:chOff x="2716222" y="1399526"/>
            <a:chExt cx="386377" cy="438081"/>
          </a:xfrm>
        </p:grpSpPr>
        <p:sp>
          <p:nvSpPr>
            <p:cNvPr id="854" name="Google Shape;854;p61"/>
            <p:cNvSpPr/>
            <p:nvPr/>
          </p:nvSpPr>
          <p:spPr>
            <a:xfrm>
              <a:off x="2716222" y="1399526"/>
              <a:ext cx="386377" cy="438081"/>
            </a:xfrm>
            <a:custGeom>
              <a:rect b="b" l="l" r="r" t="t"/>
              <a:pathLst>
                <a:path extrusionOk="0" h="19047" w="16799">
                  <a:moveTo>
                    <a:pt x="8445" y="1102"/>
                  </a:moveTo>
                  <a:lnTo>
                    <a:pt x="8767" y="1147"/>
                  </a:lnTo>
                  <a:lnTo>
                    <a:pt x="9042" y="1239"/>
                  </a:lnTo>
                  <a:lnTo>
                    <a:pt x="9271" y="1377"/>
                  </a:lnTo>
                  <a:lnTo>
                    <a:pt x="9501" y="1560"/>
                  </a:lnTo>
                  <a:lnTo>
                    <a:pt x="9685" y="1790"/>
                  </a:lnTo>
                  <a:lnTo>
                    <a:pt x="9822" y="2065"/>
                  </a:lnTo>
                  <a:lnTo>
                    <a:pt x="9914" y="2341"/>
                  </a:lnTo>
                  <a:lnTo>
                    <a:pt x="9914" y="2662"/>
                  </a:lnTo>
                  <a:lnTo>
                    <a:pt x="9914" y="4681"/>
                  </a:lnTo>
                  <a:lnTo>
                    <a:pt x="6931" y="4681"/>
                  </a:lnTo>
                  <a:lnTo>
                    <a:pt x="6931" y="2616"/>
                  </a:lnTo>
                  <a:lnTo>
                    <a:pt x="6931" y="2295"/>
                  </a:lnTo>
                  <a:lnTo>
                    <a:pt x="7023" y="2019"/>
                  </a:lnTo>
                  <a:lnTo>
                    <a:pt x="7160" y="1744"/>
                  </a:lnTo>
                  <a:lnTo>
                    <a:pt x="7344" y="1515"/>
                  </a:lnTo>
                  <a:lnTo>
                    <a:pt x="7573" y="1331"/>
                  </a:lnTo>
                  <a:lnTo>
                    <a:pt x="7849" y="1193"/>
                  </a:lnTo>
                  <a:lnTo>
                    <a:pt x="8124" y="1147"/>
                  </a:lnTo>
                  <a:lnTo>
                    <a:pt x="8445" y="1102"/>
                  </a:lnTo>
                  <a:close/>
                  <a:moveTo>
                    <a:pt x="15651" y="5829"/>
                  </a:moveTo>
                  <a:lnTo>
                    <a:pt x="15651" y="6976"/>
                  </a:lnTo>
                  <a:lnTo>
                    <a:pt x="1148" y="6976"/>
                  </a:lnTo>
                  <a:lnTo>
                    <a:pt x="1148" y="5829"/>
                  </a:lnTo>
                  <a:close/>
                  <a:moveTo>
                    <a:pt x="15651" y="8124"/>
                  </a:moveTo>
                  <a:lnTo>
                    <a:pt x="15651" y="17073"/>
                  </a:lnTo>
                  <a:lnTo>
                    <a:pt x="15651" y="17257"/>
                  </a:lnTo>
                  <a:lnTo>
                    <a:pt x="15605" y="17395"/>
                  </a:lnTo>
                  <a:lnTo>
                    <a:pt x="15513" y="17532"/>
                  </a:lnTo>
                  <a:lnTo>
                    <a:pt x="15422" y="17670"/>
                  </a:lnTo>
                  <a:lnTo>
                    <a:pt x="15284" y="17762"/>
                  </a:lnTo>
                  <a:lnTo>
                    <a:pt x="15146" y="17854"/>
                  </a:lnTo>
                  <a:lnTo>
                    <a:pt x="15008" y="17899"/>
                  </a:lnTo>
                  <a:lnTo>
                    <a:pt x="1790" y="17899"/>
                  </a:lnTo>
                  <a:lnTo>
                    <a:pt x="1653" y="17854"/>
                  </a:lnTo>
                  <a:lnTo>
                    <a:pt x="1515" y="17762"/>
                  </a:lnTo>
                  <a:lnTo>
                    <a:pt x="1377" y="17670"/>
                  </a:lnTo>
                  <a:lnTo>
                    <a:pt x="1286" y="17532"/>
                  </a:lnTo>
                  <a:lnTo>
                    <a:pt x="1194" y="17395"/>
                  </a:lnTo>
                  <a:lnTo>
                    <a:pt x="1148" y="17257"/>
                  </a:lnTo>
                  <a:lnTo>
                    <a:pt x="1148" y="17073"/>
                  </a:lnTo>
                  <a:lnTo>
                    <a:pt x="1148" y="8124"/>
                  </a:lnTo>
                  <a:close/>
                  <a:moveTo>
                    <a:pt x="8262" y="0"/>
                  </a:moveTo>
                  <a:lnTo>
                    <a:pt x="7757" y="92"/>
                  </a:lnTo>
                  <a:lnTo>
                    <a:pt x="7298" y="275"/>
                  </a:lnTo>
                  <a:lnTo>
                    <a:pt x="6839" y="505"/>
                  </a:lnTo>
                  <a:lnTo>
                    <a:pt x="6472" y="826"/>
                  </a:lnTo>
                  <a:lnTo>
                    <a:pt x="6196" y="1239"/>
                  </a:lnTo>
                  <a:lnTo>
                    <a:pt x="5967" y="1652"/>
                  </a:lnTo>
                  <a:lnTo>
                    <a:pt x="5829" y="2157"/>
                  </a:lnTo>
                  <a:lnTo>
                    <a:pt x="5737" y="2662"/>
                  </a:lnTo>
                  <a:lnTo>
                    <a:pt x="5737" y="4727"/>
                  </a:lnTo>
                  <a:lnTo>
                    <a:pt x="597" y="4727"/>
                  </a:lnTo>
                  <a:lnTo>
                    <a:pt x="368" y="4773"/>
                  </a:lnTo>
                  <a:lnTo>
                    <a:pt x="184" y="4911"/>
                  </a:lnTo>
                  <a:lnTo>
                    <a:pt x="46" y="5049"/>
                  </a:lnTo>
                  <a:lnTo>
                    <a:pt x="0" y="5278"/>
                  </a:lnTo>
                  <a:lnTo>
                    <a:pt x="0" y="17119"/>
                  </a:lnTo>
                  <a:lnTo>
                    <a:pt x="46" y="17486"/>
                  </a:lnTo>
                  <a:lnTo>
                    <a:pt x="184" y="17854"/>
                  </a:lnTo>
                  <a:lnTo>
                    <a:pt x="368" y="18221"/>
                  </a:lnTo>
                  <a:lnTo>
                    <a:pt x="597" y="18496"/>
                  </a:lnTo>
                  <a:lnTo>
                    <a:pt x="872" y="18726"/>
                  </a:lnTo>
                  <a:lnTo>
                    <a:pt x="1194" y="18909"/>
                  </a:lnTo>
                  <a:lnTo>
                    <a:pt x="1561" y="19047"/>
                  </a:lnTo>
                  <a:lnTo>
                    <a:pt x="15238" y="19047"/>
                  </a:lnTo>
                  <a:lnTo>
                    <a:pt x="15605" y="18909"/>
                  </a:lnTo>
                  <a:lnTo>
                    <a:pt x="15926" y="18726"/>
                  </a:lnTo>
                  <a:lnTo>
                    <a:pt x="16202" y="18496"/>
                  </a:lnTo>
                  <a:lnTo>
                    <a:pt x="16431" y="18221"/>
                  </a:lnTo>
                  <a:lnTo>
                    <a:pt x="16615" y="17854"/>
                  </a:lnTo>
                  <a:lnTo>
                    <a:pt x="16753" y="17486"/>
                  </a:lnTo>
                  <a:lnTo>
                    <a:pt x="16798" y="17119"/>
                  </a:lnTo>
                  <a:lnTo>
                    <a:pt x="16798" y="5278"/>
                  </a:lnTo>
                  <a:lnTo>
                    <a:pt x="16753" y="5049"/>
                  </a:lnTo>
                  <a:lnTo>
                    <a:pt x="16615" y="4911"/>
                  </a:lnTo>
                  <a:lnTo>
                    <a:pt x="16431" y="4773"/>
                  </a:lnTo>
                  <a:lnTo>
                    <a:pt x="16202" y="4727"/>
                  </a:lnTo>
                  <a:lnTo>
                    <a:pt x="11061" y="4727"/>
                  </a:lnTo>
                  <a:lnTo>
                    <a:pt x="11061" y="2708"/>
                  </a:lnTo>
                  <a:lnTo>
                    <a:pt x="11016" y="2432"/>
                  </a:lnTo>
                  <a:lnTo>
                    <a:pt x="10970" y="2157"/>
                  </a:lnTo>
                  <a:lnTo>
                    <a:pt x="10924" y="1882"/>
                  </a:lnTo>
                  <a:lnTo>
                    <a:pt x="10832" y="1606"/>
                  </a:lnTo>
                  <a:lnTo>
                    <a:pt x="10557" y="1147"/>
                  </a:lnTo>
                  <a:lnTo>
                    <a:pt x="10235" y="780"/>
                  </a:lnTo>
                  <a:lnTo>
                    <a:pt x="9822" y="413"/>
                  </a:lnTo>
                  <a:lnTo>
                    <a:pt x="9363" y="184"/>
                  </a:lnTo>
                  <a:lnTo>
                    <a:pt x="9088" y="92"/>
                  </a:lnTo>
                  <a:lnTo>
                    <a:pt x="8812" y="46"/>
                  </a:lnTo>
                  <a:lnTo>
                    <a:pt x="85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1"/>
            <p:cNvSpPr/>
            <p:nvPr/>
          </p:nvSpPr>
          <p:spPr>
            <a:xfrm>
              <a:off x="2854498" y="1663428"/>
              <a:ext cx="156262" cy="110860"/>
            </a:xfrm>
            <a:custGeom>
              <a:rect b="b" l="l" r="r" t="t"/>
              <a:pathLst>
                <a:path extrusionOk="0" h="4820" w="6794">
                  <a:moveTo>
                    <a:pt x="4958" y="0"/>
                  </a:moveTo>
                  <a:lnTo>
                    <a:pt x="4728" y="46"/>
                  </a:lnTo>
                  <a:lnTo>
                    <a:pt x="4545" y="184"/>
                  </a:lnTo>
                  <a:lnTo>
                    <a:pt x="3214" y="1515"/>
                  </a:lnTo>
                  <a:lnTo>
                    <a:pt x="3076" y="1698"/>
                  </a:lnTo>
                  <a:lnTo>
                    <a:pt x="3030" y="1928"/>
                  </a:lnTo>
                  <a:lnTo>
                    <a:pt x="3076" y="2111"/>
                  </a:lnTo>
                  <a:lnTo>
                    <a:pt x="3214" y="2295"/>
                  </a:lnTo>
                  <a:lnTo>
                    <a:pt x="3397" y="2433"/>
                  </a:lnTo>
                  <a:lnTo>
                    <a:pt x="3581" y="2478"/>
                  </a:lnTo>
                  <a:lnTo>
                    <a:pt x="3810" y="2433"/>
                  </a:lnTo>
                  <a:lnTo>
                    <a:pt x="3994" y="2341"/>
                  </a:lnTo>
                  <a:lnTo>
                    <a:pt x="4499" y="1836"/>
                  </a:lnTo>
                  <a:lnTo>
                    <a:pt x="4499" y="1836"/>
                  </a:lnTo>
                  <a:lnTo>
                    <a:pt x="4407" y="2157"/>
                  </a:lnTo>
                  <a:lnTo>
                    <a:pt x="4315" y="2433"/>
                  </a:lnTo>
                  <a:lnTo>
                    <a:pt x="4177" y="2662"/>
                  </a:lnTo>
                  <a:lnTo>
                    <a:pt x="3994" y="2891"/>
                  </a:lnTo>
                  <a:lnTo>
                    <a:pt x="3810" y="3121"/>
                  </a:lnTo>
                  <a:lnTo>
                    <a:pt x="3581" y="3259"/>
                  </a:lnTo>
                  <a:lnTo>
                    <a:pt x="3351" y="3442"/>
                  </a:lnTo>
                  <a:lnTo>
                    <a:pt x="3076" y="3534"/>
                  </a:lnTo>
                  <a:lnTo>
                    <a:pt x="2800" y="3626"/>
                  </a:lnTo>
                  <a:lnTo>
                    <a:pt x="2571" y="3672"/>
                  </a:lnTo>
                  <a:lnTo>
                    <a:pt x="2250" y="3718"/>
                  </a:lnTo>
                  <a:lnTo>
                    <a:pt x="1974" y="3672"/>
                  </a:lnTo>
                  <a:lnTo>
                    <a:pt x="1699" y="3626"/>
                  </a:lnTo>
                  <a:lnTo>
                    <a:pt x="1424" y="3534"/>
                  </a:lnTo>
                  <a:lnTo>
                    <a:pt x="1148" y="3396"/>
                  </a:lnTo>
                  <a:lnTo>
                    <a:pt x="919" y="3259"/>
                  </a:lnTo>
                  <a:lnTo>
                    <a:pt x="689" y="3167"/>
                  </a:lnTo>
                  <a:lnTo>
                    <a:pt x="506" y="3121"/>
                  </a:lnTo>
                  <a:lnTo>
                    <a:pt x="276" y="3213"/>
                  </a:lnTo>
                  <a:lnTo>
                    <a:pt x="139" y="3350"/>
                  </a:lnTo>
                  <a:lnTo>
                    <a:pt x="1" y="3580"/>
                  </a:lnTo>
                  <a:lnTo>
                    <a:pt x="1" y="3763"/>
                  </a:lnTo>
                  <a:lnTo>
                    <a:pt x="93" y="3993"/>
                  </a:lnTo>
                  <a:lnTo>
                    <a:pt x="230" y="4131"/>
                  </a:lnTo>
                  <a:lnTo>
                    <a:pt x="643" y="4406"/>
                  </a:lnTo>
                  <a:lnTo>
                    <a:pt x="1011" y="4590"/>
                  </a:lnTo>
                  <a:lnTo>
                    <a:pt x="1424" y="4727"/>
                  </a:lnTo>
                  <a:lnTo>
                    <a:pt x="1883" y="4819"/>
                  </a:lnTo>
                  <a:lnTo>
                    <a:pt x="2709" y="4819"/>
                  </a:lnTo>
                  <a:lnTo>
                    <a:pt x="3122" y="4727"/>
                  </a:lnTo>
                  <a:lnTo>
                    <a:pt x="3489" y="4590"/>
                  </a:lnTo>
                  <a:lnTo>
                    <a:pt x="3902" y="4406"/>
                  </a:lnTo>
                  <a:lnTo>
                    <a:pt x="4223" y="4177"/>
                  </a:lnTo>
                  <a:lnTo>
                    <a:pt x="4545" y="3947"/>
                  </a:lnTo>
                  <a:lnTo>
                    <a:pt x="4866" y="3626"/>
                  </a:lnTo>
                  <a:lnTo>
                    <a:pt x="5095" y="3259"/>
                  </a:lnTo>
                  <a:lnTo>
                    <a:pt x="5325" y="2891"/>
                  </a:lnTo>
                  <a:lnTo>
                    <a:pt x="5508" y="2478"/>
                  </a:lnTo>
                  <a:lnTo>
                    <a:pt x="5600" y="2019"/>
                  </a:lnTo>
                  <a:lnTo>
                    <a:pt x="5830" y="2249"/>
                  </a:lnTo>
                  <a:lnTo>
                    <a:pt x="6013" y="2387"/>
                  </a:lnTo>
                  <a:lnTo>
                    <a:pt x="6243" y="2433"/>
                  </a:lnTo>
                  <a:lnTo>
                    <a:pt x="6426" y="2387"/>
                  </a:lnTo>
                  <a:lnTo>
                    <a:pt x="6610" y="2295"/>
                  </a:lnTo>
                  <a:lnTo>
                    <a:pt x="6748" y="2065"/>
                  </a:lnTo>
                  <a:lnTo>
                    <a:pt x="6793" y="1882"/>
                  </a:lnTo>
                  <a:lnTo>
                    <a:pt x="6748" y="1652"/>
                  </a:lnTo>
                  <a:lnTo>
                    <a:pt x="6610" y="1469"/>
                  </a:lnTo>
                  <a:lnTo>
                    <a:pt x="5371" y="184"/>
                  </a:lnTo>
                  <a:lnTo>
                    <a:pt x="5187" y="46"/>
                  </a:lnTo>
                  <a:lnTo>
                    <a:pt x="49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1"/>
            <p:cNvSpPr/>
            <p:nvPr/>
          </p:nvSpPr>
          <p:spPr>
            <a:xfrm>
              <a:off x="2802771" y="1618026"/>
              <a:ext cx="161552" cy="110860"/>
            </a:xfrm>
            <a:custGeom>
              <a:rect b="b" l="l" r="r" t="t"/>
              <a:pathLst>
                <a:path extrusionOk="0" h="4820" w="7024">
                  <a:moveTo>
                    <a:pt x="4315" y="0"/>
                  </a:moveTo>
                  <a:lnTo>
                    <a:pt x="3856" y="92"/>
                  </a:lnTo>
                  <a:lnTo>
                    <a:pt x="3443" y="184"/>
                  </a:lnTo>
                  <a:lnTo>
                    <a:pt x="3030" y="368"/>
                  </a:lnTo>
                  <a:lnTo>
                    <a:pt x="2663" y="551"/>
                  </a:lnTo>
                  <a:lnTo>
                    <a:pt x="2296" y="827"/>
                  </a:lnTo>
                  <a:lnTo>
                    <a:pt x="1974" y="1148"/>
                  </a:lnTo>
                  <a:lnTo>
                    <a:pt x="1699" y="1469"/>
                  </a:lnTo>
                  <a:lnTo>
                    <a:pt x="1470" y="1882"/>
                  </a:lnTo>
                  <a:lnTo>
                    <a:pt x="1286" y="2341"/>
                  </a:lnTo>
                  <a:lnTo>
                    <a:pt x="1194" y="2800"/>
                  </a:lnTo>
                  <a:lnTo>
                    <a:pt x="965" y="2571"/>
                  </a:lnTo>
                  <a:lnTo>
                    <a:pt x="781" y="2433"/>
                  </a:lnTo>
                  <a:lnTo>
                    <a:pt x="552" y="2387"/>
                  </a:lnTo>
                  <a:lnTo>
                    <a:pt x="322" y="2433"/>
                  </a:lnTo>
                  <a:lnTo>
                    <a:pt x="139" y="2571"/>
                  </a:lnTo>
                  <a:lnTo>
                    <a:pt x="47" y="2754"/>
                  </a:lnTo>
                  <a:lnTo>
                    <a:pt x="1" y="2984"/>
                  </a:lnTo>
                  <a:lnTo>
                    <a:pt x="1" y="3167"/>
                  </a:lnTo>
                  <a:lnTo>
                    <a:pt x="139" y="3351"/>
                  </a:lnTo>
                  <a:lnTo>
                    <a:pt x="1424" y="4636"/>
                  </a:lnTo>
                  <a:lnTo>
                    <a:pt x="1607" y="4774"/>
                  </a:lnTo>
                  <a:lnTo>
                    <a:pt x="1791" y="4820"/>
                  </a:lnTo>
                  <a:lnTo>
                    <a:pt x="2020" y="4774"/>
                  </a:lnTo>
                  <a:lnTo>
                    <a:pt x="2204" y="4636"/>
                  </a:lnTo>
                  <a:lnTo>
                    <a:pt x="3581" y="3305"/>
                  </a:lnTo>
                  <a:lnTo>
                    <a:pt x="3673" y="3121"/>
                  </a:lnTo>
                  <a:lnTo>
                    <a:pt x="3718" y="2938"/>
                  </a:lnTo>
                  <a:lnTo>
                    <a:pt x="3673" y="2708"/>
                  </a:lnTo>
                  <a:lnTo>
                    <a:pt x="3581" y="2525"/>
                  </a:lnTo>
                  <a:lnTo>
                    <a:pt x="3397" y="2387"/>
                  </a:lnTo>
                  <a:lnTo>
                    <a:pt x="3168" y="2341"/>
                  </a:lnTo>
                  <a:lnTo>
                    <a:pt x="2938" y="2387"/>
                  </a:lnTo>
                  <a:lnTo>
                    <a:pt x="2755" y="2525"/>
                  </a:lnTo>
                  <a:lnTo>
                    <a:pt x="2296" y="2984"/>
                  </a:lnTo>
                  <a:lnTo>
                    <a:pt x="2388" y="2662"/>
                  </a:lnTo>
                  <a:lnTo>
                    <a:pt x="2479" y="2387"/>
                  </a:lnTo>
                  <a:lnTo>
                    <a:pt x="2663" y="2112"/>
                  </a:lnTo>
                  <a:lnTo>
                    <a:pt x="2846" y="1882"/>
                  </a:lnTo>
                  <a:lnTo>
                    <a:pt x="3030" y="1699"/>
                  </a:lnTo>
                  <a:lnTo>
                    <a:pt x="3260" y="1515"/>
                  </a:lnTo>
                  <a:lnTo>
                    <a:pt x="3535" y="1377"/>
                  </a:lnTo>
                  <a:lnTo>
                    <a:pt x="3810" y="1286"/>
                  </a:lnTo>
                  <a:lnTo>
                    <a:pt x="4086" y="1194"/>
                  </a:lnTo>
                  <a:lnTo>
                    <a:pt x="4361" y="1148"/>
                  </a:lnTo>
                  <a:lnTo>
                    <a:pt x="4682" y="1148"/>
                  </a:lnTo>
                  <a:lnTo>
                    <a:pt x="4958" y="1194"/>
                  </a:lnTo>
                  <a:lnTo>
                    <a:pt x="5233" y="1286"/>
                  </a:lnTo>
                  <a:lnTo>
                    <a:pt x="5508" y="1377"/>
                  </a:lnTo>
                  <a:lnTo>
                    <a:pt x="5784" y="1561"/>
                  </a:lnTo>
                  <a:lnTo>
                    <a:pt x="6059" y="1745"/>
                  </a:lnTo>
                  <a:lnTo>
                    <a:pt x="6243" y="1882"/>
                  </a:lnTo>
                  <a:lnTo>
                    <a:pt x="6472" y="1928"/>
                  </a:lnTo>
                  <a:lnTo>
                    <a:pt x="6656" y="1882"/>
                  </a:lnTo>
                  <a:lnTo>
                    <a:pt x="6839" y="1745"/>
                  </a:lnTo>
                  <a:lnTo>
                    <a:pt x="6977" y="1561"/>
                  </a:lnTo>
                  <a:lnTo>
                    <a:pt x="7023" y="1331"/>
                  </a:lnTo>
                  <a:lnTo>
                    <a:pt x="6977" y="1102"/>
                  </a:lnTo>
                  <a:lnTo>
                    <a:pt x="6839" y="918"/>
                  </a:lnTo>
                  <a:lnTo>
                    <a:pt x="6472" y="643"/>
                  </a:lnTo>
                  <a:lnTo>
                    <a:pt x="6059" y="368"/>
                  </a:lnTo>
                  <a:lnTo>
                    <a:pt x="5646" y="184"/>
                  </a:lnTo>
                  <a:lnTo>
                    <a:pt x="5187" y="92"/>
                  </a:lnTo>
                  <a:lnTo>
                    <a:pt x="47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61"/>
          <p:cNvGrpSpPr/>
          <p:nvPr/>
        </p:nvGrpSpPr>
        <p:grpSpPr>
          <a:xfrm>
            <a:off x="3394975" y="1295197"/>
            <a:ext cx="439162" cy="221697"/>
            <a:chOff x="3394975" y="1508247"/>
            <a:chExt cx="439162" cy="221697"/>
          </a:xfrm>
        </p:grpSpPr>
        <p:sp>
          <p:nvSpPr>
            <p:cNvPr id="858" name="Google Shape;858;p61"/>
            <p:cNvSpPr/>
            <p:nvPr/>
          </p:nvSpPr>
          <p:spPr>
            <a:xfrm>
              <a:off x="3394975" y="1508247"/>
              <a:ext cx="439162" cy="221697"/>
            </a:xfrm>
            <a:custGeom>
              <a:rect b="b" l="l" r="r" t="t"/>
              <a:pathLst>
                <a:path extrusionOk="0" h="9639" w="19094">
                  <a:moveTo>
                    <a:pt x="17992" y="3901"/>
                  </a:moveTo>
                  <a:lnTo>
                    <a:pt x="17992" y="5691"/>
                  </a:lnTo>
                  <a:lnTo>
                    <a:pt x="16569" y="5691"/>
                  </a:lnTo>
                  <a:lnTo>
                    <a:pt x="16569" y="3901"/>
                  </a:lnTo>
                  <a:close/>
                  <a:moveTo>
                    <a:pt x="3213" y="1102"/>
                  </a:moveTo>
                  <a:lnTo>
                    <a:pt x="3213" y="8445"/>
                  </a:lnTo>
                  <a:lnTo>
                    <a:pt x="1194" y="8445"/>
                  </a:lnTo>
                  <a:lnTo>
                    <a:pt x="1194" y="1102"/>
                  </a:lnTo>
                  <a:close/>
                  <a:moveTo>
                    <a:pt x="12209" y="1102"/>
                  </a:moveTo>
                  <a:lnTo>
                    <a:pt x="12209" y="8445"/>
                  </a:lnTo>
                  <a:lnTo>
                    <a:pt x="4361" y="8445"/>
                  </a:lnTo>
                  <a:lnTo>
                    <a:pt x="4361" y="1102"/>
                  </a:lnTo>
                  <a:close/>
                  <a:moveTo>
                    <a:pt x="15422" y="1102"/>
                  </a:moveTo>
                  <a:lnTo>
                    <a:pt x="15422" y="3351"/>
                  </a:lnTo>
                  <a:lnTo>
                    <a:pt x="15422" y="8445"/>
                  </a:lnTo>
                  <a:lnTo>
                    <a:pt x="13357" y="8445"/>
                  </a:lnTo>
                  <a:lnTo>
                    <a:pt x="13357" y="1102"/>
                  </a:lnTo>
                  <a:close/>
                  <a:moveTo>
                    <a:pt x="597" y="0"/>
                  </a:moveTo>
                  <a:lnTo>
                    <a:pt x="368" y="46"/>
                  </a:lnTo>
                  <a:lnTo>
                    <a:pt x="184" y="184"/>
                  </a:lnTo>
                  <a:lnTo>
                    <a:pt x="47" y="367"/>
                  </a:lnTo>
                  <a:lnTo>
                    <a:pt x="1" y="597"/>
                  </a:lnTo>
                  <a:lnTo>
                    <a:pt x="1" y="9042"/>
                  </a:lnTo>
                  <a:lnTo>
                    <a:pt x="47" y="9271"/>
                  </a:lnTo>
                  <a:lnTo>
                    <a:pt x="184" y="9455"/>
                  </a:lnTo>
                  <a:lnTo>
                    <a:pt x="368" y="9593"/>
                  </a:lnTo>
                  <a:lnTo>
                    <a:pt x="597" y="9638"/>
                  </a:lnTo>
                  <a:lnTo>
                    <a:pt x="15973" y="9638"/>
                  </a:lnTo>
                  <a:lnTo>
                    <a:pt x="16156" y="9593"/>
                  </a:lnTo>
                  <a:lnTo>
                    <a:pt x="16340" y="9455"/>
                  </a:lnTo>
                  <a:lnTo>
                    <a:pt x="16477" y="9271"/>
                  </a:lnTo>
                  <a:lnTo>
                    <a:pt x="16523" y="9042"/>
                  </a:lnTo>
                  <a:lnTo>
                    <a:pt x="16523" y="6839"/>
                  </a:lnTo>
                  <a:lnTo>
                    <a:pt x="18543" y="6839"/>
                  </a:lnTo>
                  <a:lnTo>
                    <a:pt x="18726" y="6793"/>
                  </a:lnTo>
                  <a:lnTo>
                    <a:pt x="18910" y="6655"/>
                  </a:lnTo>
                  <a:lnTo>
                    <a:pt x="19048" y="6472"/>
                  </a:lnTo>
                  <a:lnTo>
                    <a:pt x="19094" y="6242"/>
                  </a:lnTo>
                  <a:lnTo>
                    <a:pt x="19094" y="3351"/>
                  </a:lnTo>
                  <a:lnTo>
                    <a:pt x="19048" y="3121"/>
                  </a:lnTo>
                  <a:lnTo>
                    <a:pt x="18910" y="2938"/>
                  </a:lnTo>
                  <a:lnTo>
                    <a:pt x="18726" y="2800"/>
                  </a:lnTo>
                  <a:lnTo>
                    <a:pt x="18543" y="2754"/>
                  </a:lnTo>
                  <a:lnTo>
                    <a:pt x="16523" y="2754"/>
                  </a:lnTo>
                  <a:lnTo>
                    <a:pt x="16523" y="597"/>
                  </a:lnTo>
                  <a:lnTo>
                    <a:pt x="16477" y="367"/>
                  </a:lnTo>
                  <a:lnTo>
                    <a:pt x="16340" y="184"/>
                  </a:lnTo>
                  <a:lnTo>
                    <a:pt x="16156" y="46"/>
                  </a:lnTo>
                  <a:lnTo>
                    <a:pt x="159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1"/>
            <p:cNvSpPr/>
            <p:nvPr/>
          </p:nvSpPr>
          <p:spPr>
            <a:xfrm>
              <a:off x="3505812" y="1545185"/>
              <a:ext cx="153088" cy="150972"/>
            </a:xfrm>
            <a:custGeom>
              <a:rect b="b" l="l" r="r" t="t"/>
              <a:pathLst>
                <a:path extrusionOk="0" h="6564" w="6656">
                  <a:moveTo>
                    <a:pt x="5279" y="1332"/>
                  </a:moveTo>
                  <a:lnTo>
                    <a:pt x="5003" y="2341"/>
                  </a:lnTo>
                  <a:lnTo>
                    <a:pt x="4728" y="3259"/>
                  </a:lnTo>
                  <a:lnTo>
                    <a:pt x="4407" y="3994"/>
                  </a:lnTo>
                  <a:lnTo>
                    <a:pt x="4269" y="4269"/>
                  </a:lnTo>
                  <a:lnTo>
                    <a:pt x="4131" y="4453"/>
                  </a:lnTo>
                  <a:lnTo>
                    <a:pt x="3948" y="4590"/>
                  </a:lnTo>
                  <a:lnTo>
                    <a:pt x="3764" y="4728"/>
                  </a:lnTo>
                  <a:lnTo>
                    <a:pt x="3581" y="4820"/>
                  </a:lnTo>
                  <a:lnTo>
                    <a:pt x="3397" y="4866"/>
                  </a:lnTo>
                  <a:lnTo>
                    <a:pt x="2984" y="4866"/>
                  </a:lnTo>
                  <a:lnTo>
                    <a:pt x="2800" y="4820"/>
                  </a:lnTo>
                  <a:lnTo>
                    <a:pt x="2617" y="4774"/>
                  </a:lnTo>
                  <a:lnTo>
                    <a:pt x="3902" y="3489"/>
                  </a:lnTo>
                  <a:lnTo>
                    <a:pt x="4040" y="3305"/>
                  </a:lnTo>
                  <a:lnTo>
                    <a:pt x="4040" y="3076"/>
                  </a:lnTo>
                  <a:lnTo>
                    <a:pt x="4040" y="2846"/>
                  </a:lnTo>
                  <a:lnTo>
                    <a:pt x="3902" y="2663"/>
                  </a:lnTo>
                  <a:lnTo>
                    <a:pt x="3718" y="2525"/>
                  </a:lnTo>
                  <a:lnTo>
                    <a:pt x="3489" y="2479"/>
                  </a:lnTo>
                  <a:lnTo>
                    <a:pt x="3259" y="2525"/>
                  </a:lnTo>
                  <a:lnTo>
                    <a:pt x="3076" y="2663"/>
                  </a:lnTo>
                  <a:lnTo>
                    <a:pt x="1837" y="3902"/>
                  </a:lnTo>
                  <a:lnTo>
                    <a:pt x="1791" y="3535"/>
                  </a:lnTo>
                  <a:lnTo>
                    <a:pt x="1791" y="3167"/>
                  </a:lnTo>
                  <a:lnTo>
                    <a:pt x="1928" y="2846"/>
                  </a:lnTo>
                  <a:lnTo>
                    <a:pt x="2066" y="2663"/>
                  </a:lnTo>
                  <a:lnTo>
                    <a:pt x="2158" y="2525"/>
                  </a:lnTo>
                  <a:lnTo>
                    <a:pt x="2342" y="2387"/>
                  </a:lnTo>
                  <a:lnTo>
                    <a:pt x="2617" y="2250"/>
                  </a:lnTo>
                  <a:lnTo>
                    <a:pt x="3397" y="1928"/>
                  </a:lnTo>
                  <a:lnTo>
                    <a:pt x="4315" y="1607"/>
                  </a:lnTo>
                  <a:lnTo>
                    <a:pt x="5279" y="1332"/>
                  </a:lnTo>
                  <a:close/>
                  <a:moveTo>
                    <a:pt x="5967" y="1"/>
                  </a:moveTo>
                  <a:lnTo>
                    <a:pt x="4912" y="276"/>
                  </a:lnTo>
                  <a:lnTo>
                    <a:pt x="3535" y="643"/>
                  </a:lnTo>
                  <a:lnTo>
                    <a:pt x="2892" y="919"/>
                  </a:lnTo>
                  <a:lnTo>
                    <a:pt x="2250" y="1148"/>
                  </a:lnTo>
                  <a:lnTo>
                    <a:pt x="1745" y="1423"/>
                  </a:lnTo>
                  <a:lnTo>
                    <a:pt x="1515" y="1561"/>
                  </a:lnTo>
                  <a:lnTo>
                    <a:pt x="1378" y="1699"/>
                  </a:lnTo>
                  <a:lnTo>
                    <a:pt x="1102" y="2020"/>
                  </a:lnTo>
                  <a:lnTo>
                    <a:pt x="873" y="2387"/>
                  </a:lnTo>
                  <a:lnTo>
                    <a:pt x="735" y="2800"/>
                  </a:lnTo>
                  <a:lnTo>
                    <a:pt x="643" y="3213"/>
                  </a:lnTo>
                  <a:lnTo>
                    <a:pt x="643" y="3581"/>
                  </a:lnTo>
                  <a:lnTo>
                    <a:pt x="689" y="3994"/>
                  </a:lnTo>
                  <a:lnTo>
                    <a:pt x="781" y="4407"/>
                  </a:lnTo>
                  <a:lnTo>
                    <a:pt x="965" y="4774"/>
                  </a:lnTo>
                  <a:lnTo>
                    <a:pt x="138" y="5600"/>
                  </a:lnTo>
                  <a:lnTo>
                    <a:pt x="47" y="5784"/>
                  </a:lnTo>
                  <a:lnTo>
                    <a:pt x="1" y="5967"/>
                  </a:lnTo>
                  <a:lnTo>
                    <a:pt x="1" y="6197"/>
                  </a:lnTo>
                  <a:lnTo>
                    <a:pt x="93" y="6380"/>
                  </a:lnTo>
                  <a:lnTo>
                    <a:pt x="184" y="6426"/>
                  </a:lnTo>
                  <a:lnTo>
                    <a:pt x="322" y="6518"/>
                  </a:lnTo>
                  <a:lnTo>
                    <a:pt x="552" y="6564"/>
                  </a:lnTo>
                  <a:lnTo>
                    <a:pt x="781" y="6518"/>
                  </a:lnTo>
                  <a:lnTo>
                    <a:pt x="965" y="6426"/>
                  </a:lnTo>
                  <a:lnTo>
                    <a:pt x="1745" y="5600"/>
                  </a:lnTo>
                  <a:lnTo>
                    <a:pt x="2158" y="5784"/>
                  </a:lnTo>
                  <a:lnTo>
                    <a:pt x="2571" y="5921"/>
                  </a:lnTo>
                  <a:lnTo>
                    <a:pt x="2984" y="6013"/>
                  </a:lnTo>
                  <a:lnTo>
                    <a:pt x="3397" y="6013"/>
                  </a:lnTo>
                  <a:lnTo>
                    <a:pt x="3810" y="5921"/>
                  </a:lnTo>
                  <a:lnTo>
                    <a:pt x="4223" y="5784"/>
                  </a:lnTo>
                  <a:lnTo>
                    <a:pt x="4590" y="5554"/>
                  </a:lnTo>
                  <a:lnTo>
                    <a:pt x="4912" y="5279"/>
                  </a:lnTo>
                  <a:lnTo>
                    <a:pt x="5095" y="5095"/>
                  </a:lnTo>
                  <a:lnTo>
                    <a:pt x="5233" y="4912"/>
                  </a:lnTo>
                  <a:lnTo>
                    <a:pt x="5508" y="4407"/>
                  </a:lnTo>
                  <a:lnTo>
                    <a:pt x="5738" y="3764"/>
                  </a:lnTo>
                  <a:lnTo>
                    <a:pt x="5967" y="3076"/>
                  </a:lnTo>
                  <a:lnTo>
                    <a:pt x="6380" y="1745"/>
                  </a:lnTo>
                  <a:lnTo>
                    <a:pt x="6610" y="689"/>
                  </a:lnTo>
                  <a:lnTo>
                    <a:pt x="6656" y="551"/>
                  </a:lnTo>
                  <a:lnTo>
                    <a:pt x="6610" y="414"/>
                  </a:lnTo>
                  <a:lnTo>
                    <a:pt x="6564" y="276"/>
                  </a:lnTo>
                  <a:lnTo>
                    <a:pt x="6472" y="184"/>
                  </a:lnTo>
                  <a:lnTo>
                    <a:pt x="6380" y="92"/>
                  </a:lnTo>
                  <a:lnTo>
                    <a:pt x="6243" y="47"/>
                  </a:lnTo>
                  <a:lnTo>
                    <a:pt x="6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61"/>
          <p:cNvGrpSpPr/>
          <p:nvPr/>
        </p:nvGrpSpPr>
        <p:grpSpPr>
          <a:xfrm>
            <a:off x="4012502" y="1193859"/>
            <a:ext cx="438104" cy="424373"/>
            <a:chOff x="4012502" y="1406909"/>
            <a:chExt cx="438104" cy="424373"/>
          </a:xfrm>
        </p:grpSpPr>
        <p:sp>
          <p:nvSpPr>
            <p:cNvPr id="861" name="Google Shape;861;p61"/>
            <p:cNvSpPr/>
            <p:nvPr/>
          </p:nvSpPr>
          <p:spPr>
            <a:xfrm>
              <a:off x="4144476" y="1406909"/>
              <a:ext cx="194235" cy="203757"/>
            </a:xfrm>
            <a:custGeom>
              <a:rect b="b" l="l" r="r" t="t"/>
              <a:pathLst>
                <a:path extrusionOk="0" h="8859" w="8445">
                  <a:moveTo>
                    <a:pt x="3993" y="1102"/>
                  </a:moveTo>
                  <a:lnTo>
                    <a:pt x="4085" y="1148"/>
                  </a:lnTo>
                  <a:lnTo>
                    <a:pt x="4222" y="1194"/>
                  </a:lnTo>
                  <a:lnTo>
                    <a:pt x="4314" y="1239"/>
                  </a:lnTo>
                  <a:lnTo>
                    <a:pt x="4360" y="1331"/>
                  </a:lnTo>
                  <a:lnTo>
                    <a:pt x="6793" y="5554"/>
                  </a:lnTo>
                  <a:lnTo>
                    <a:pt x="7343" y="5232"/>
                  </a:lnTo>
                  <a:lnTo>
                    <a:pt x="7343" y="7344"/>
                  </a:lnTo>
                  <a:lnTo>
                    <a:pt x="5508" y="6288"/>
                  </a:lnTo>
                  <a:lnTo>
                    <a:pt x="6012" y="6013"/>
                  </a:lnTo>
                  <a:lnTo>
                    <a:pt x="4498" y="3305"/>
                  </a:lnTo>
                  <a:lnTo>
                    <a:pt x="4406" y="3167"/>
                  </a:lnTo>
                  <a:lnTo>
                    <a:pt x="4268" y="3075"/>
                  </a:lnTo>
                  <a:lnTo>
                    <a:pt x="4131" y="3029"/>
                  </a:lnTo>
                  <a:lnTo>
                    <a:pt x="3855" y="3029"/>
                  </a:lnTo>
                  <a:lnTo>
                    <a:pt x="3718" y="3075"/>
                  </a:lnTo>
                  <a:lnTo>
                    <a:pt x="3626" y="3167"/>
                  </a:lnTo>
                  <a:lnTo>
                    <a:pt x="3488" y="3305"/>
                  </a:lnTo>
                  <a:lnTo>
                    <a:pt x="1928" y="6013"/>
                  </a:lnTo>
                  <a:lnTo>
                    <a:pt x="1836" y="6150"/>
                  </a:lnTo>
                  <a:lnTo>
                    <a:pt x="1744" y="6196"/>
                  </a:lnTo>
                  <a:lnTo>
                    <a:pt x="1606" y="6242"/>
                  </a:lnTo>
                  <a:lnTo>
                    <a:pt x="1515" y="6242"/>
                  </a:lnTo>
                  <a:lnTo>
                    <a:pt x="1377" y="6196"/>
                  </a:lnTo>
                  <a:lnTo>
                    <a:pt x="1285" y="6150"/>
                  </a:lnTo>
                  <a:lnTo>
                    <a:pt x="1193" y="6059"/>
                  </a:lnTo>
                  <a:lnTo>
                    <a:pt x="1102" y="5921"/>
                  </a:lnTo>
                  <a:lnTo>
                    <a:pt x="1102" y="5737"/>
                  </a:lnTo>
                  <a:lnTo>
                    <a:pt x="1147" y="5554"/>
                  </a:lnTo>
                  <a:lnTo>
                    <a:pt x="3626" y="1331"/>
                  </a:lnTo>
                  <a:lnTo>
                    <a:pt x="3672" y="1239"/>
                  </a:lnTo>
                  <a:lnTo>
                    <a:pt x="3764" y="1194"/>
                  </a:lnTo>
                  <a:lnTo>
                    <a:pt x="3901" y="1148"/>
                  </a:lnTo>
                  <a:lnTo>
                    <a:pt x="3993" y="1102"/>
                  </a:lnTo>
                  <a:close/>
                  <a:moveTo>
                    <a:pt x="3993" y="0"/>
                  </a:moveTo>
                  <a:lnTo>
                    <a:pt x="3580" y="46"/>
                  </a:lnTo>
                  <a:lnTo>
                    <a:pt x="3213" y="184"/>
                  </a:lnTo>
                  <a:lnTo>
                    <a:pt x="3075" y="322"/>
                  </a:lnTo>
                  <a:lnTo>
                    <a:pt x="2891" y="459"/>
                  </a:lnTo>
                  <a:lnTo>
                    <a:pt x="2754" y="597"/>
                  </a:lnTo>
                  <a:lnTo>
                    <a:pt x="2616" y="781"/>
                  </a:lnTo>
                  <a:lnTo>
                    <a:pt x="184" y="5003"/>
                  </a:lnTo>
                  <a:lnTo>
                    <a:pt x="46" y="5278"/>
                  </a:lnTo>
                  <a:lnTo>
                    <a:pt x="0" y="5600"/>
                  </a:lnTo>
                  <a:lnTo>
                    <a:pt x="0" y="5921"/>
                  </a:lnTo>
                  <a:lnTo>
                    <a:pt x="46" y="6196"/>
                  </a:lnTo>
                  <a:lnTo>
                    <a:pt x="138" y="6472"/>
                  </a:lnTo>
                  <a:lnTo>
                    <a:pt x="321" y="6747"/>
                  </a:lnTo>
                  <a:lnTo>
                    <a:pt x="505" y="6976"/>
                  </a:lnTo>
                  <a:lnTo>
                    <a:pt x="780" y="7160"/>
                  </a:lnTo>
                  <a:lnTo>
                    <a:pt x="1056" y="7298"/>
                  </a:lnTo>
                  <a:lnTo>
                    <a:pt x="1377" y="7344"/>
                  </a:lnTo>
                  <a:lnTo>
                    <a:pt x="1652" y="7344"/>
                  </a:lnTo>
                  <a:lnTo>
                    <a:pt x="1974" y="7298"/>
                  </a:lnTo>
                  <a:lnTo>
                    <a:pt x="2249" y="7206"/>
                  </a:lnTo>
                  <a:lnTo>
                    <a:pt x="2478" y="7022"/>
                  </a:lnTo>
                  <a:lnTo>
                    <a:pt x="2708" y="6839"/>
                  </a:lnTo>
                  <a:lnTo>
                    <a:pt x="2891" y="6563"/>
                  </a:lnTo>
                  <a:lnTo>
                    <a:pt x="3993" y="4682"/>
                  </a:lnTo>
                  <a:lnTo>
                    <a:pt x="4498" y="5600"/>
                  </a:lnTo>
                  <a:lnTo>
                    <a:pt x="4131" y="5783"/>
                  </a:lnTo>
                  <a:lnTo>
                    <a:pt x="3993" y="5921"/>
                  </a:lnTo>
                  <a:lnTo>
                    <a:pt x="3901" y="6013"/>
                  </a:lnTo>
                  <a:lnTo>
                    <a:pt x="3855" y="6150"/>
                  </a:lnTo>
                  <a:lnTo>
                    <a:pt x="3855" y="6288"/>
                  </a:lnTo>
                  <a:lnTo>
                    <a:pt x="3855" y="6426"/>
                  </a:lnTo>
                  <a:lnTo>
                    <a:pt x="3901" y="6563"/>
                  </a:lnTo>
                  <a:lnTo>
                    <a:pt x="3993" y="6701"/>
                  </a:lnTo>
                  <a:lnTo>
                    <a:pt x="4131" y="6793"/>
                  </a:lnTo>
                  <a:lnTo>
                    <a:pt x="7298" y="8583"/>
                  </a:lnTo>
                  <a:lnTo>
                    <a:pt x="7711" y="8812"/>
                  </a:lnTo>
                  <a:lnTo>
                    <a:pt x="7894" y="8858"/>
                  </a:lnTo>
                  <a:lnTo>
                    <a:pt x="8078" y="8812"/>
                  </a:lnTo>
                  <a:lnTo>
                    <a:pt x="8261" y="8675"/>
                  </a:lnTo>
                  <a:lnTo>
                    <a:pt x="8399" y="8537"/>
                  </a:lnTo>
                  <a:lnTo>
                    <a:pt x="8445" y="8307"/>
                  </a:lnTo>
                  <a:lnTo>
                    <a:pt x="8445" y="4269"/>
                  </a:lnTo>
                  <a:lnTo>
                    <a:pt x="8399" y="4131"/>
                  </a:lnTo>
                  <a:lnTo>
                    <a:pt x="8353" y="3993"/>
                  </a:lnTo>
                  <a:lnTo>
                    <a:pt x="8261" y="3901"/>
                  </a:lnTo>
                  <a:lnTo>
                    <a:pt x="8170" y="3810"/>
                  </a:lnTo>
                  <a:lnTo>
                    <a:pt x="8032" y="3764"/>
                  </a:lnTo>
                  <a:lnTo>
                    <a:pt x="7894" y="3718"/>
                  </a:lnTo>
                  <a:lnTo>
                    <a:pt x="7756" y="3718"/>
                  </a:lnTo>
                  <a:lnTo>
                    <a:pt x="7619" y="3810"/>
                  </a:lnTo>
                  <a:lnTo>
                    <a:pt x="7206" y="4039"/>
                  </a:lnTo>
                  <a:lnTo>
                    <a:pt x="5370" y="781"/>
                  </a:lnTo>
                  <a:lnTo>
                    <a:pt x="5232" y="597"/>
                  </a:lnTo>
                  <a:lnTo>
                    <a:pt x="5095" y="459"/>
                  </a:lnTo>
                  <a:lnTo>
                    <a:pt x="4911" y="322"/>
                  </a:lnTo>
                  <a:lnTo>
                    <a:pt x="4773" y="184"/>
                  </a:lnTo>
                  <a:lnTo>
                    <a:pt x="4406" y="46"/>
                  </a:lnTo>
                  <a:lnTo>
                    <a:pt x="39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1"/>
            <p:cNvSpPr/>
            <p:nvPr/>
          </p:nvSpPr>
          <p:spPr>
            <a:xfrm>
              <a:off x="4223642" y="1639140"/>
              <a:ext cx="226964" cy="192142"/>
            </a:xfrm>
            <a:custGeom>
              <a:rect b="b" l="l" r="r" t="t"/>
              <a:pathLst>
                <a:path extrusionOk="0" h="8354" w="9868">
                  <a:moveTo>
                    <a:pt x="5967" y="1102"/>
                  </a:moveTo>
                  <a:lnTo>
                    <a:pt x="6104" y="1148"/>
                  </a:lnTo>
                  <a:lnTo>
                    <a:pt x="6196" y="1240"/>
                  </a:lnTo>
                  <a:lnTo>
                    <a:pt x="6242" y="1331"/>
                  </a:lnTo>
                  <a:lnTo>
                    <a:pt x="8721" y="5554"/>
                  </a:lnTo>
                  <a:lnTo>
                    <a:pt x="8766" y="5646"/>
                  </a:lnTo>
                  <a:lnTo>
                    <a:pt x="8766" y="5783"/>
                  </a:lnTo>
                  <a:lnTo>
                    <a:pt x="8721" y="5875"/>
                  </a:lnTo>
                  <a:lnTo>
                    <a:pt x="8721" y="6013"/>
                  </a:lnTo>
                  <a:lnTo>
                    <a:pt x="8629" y="6105"/>
                  </a:lnTo>
                  <a:lnTo>
                    <a:pt x="8537" y="6150"/>
                  </a:lnTo>
                  <a:lnTo>
                    <a:pt x="8445" y="6196"/>
                  </a:lnTo>
                  <a:lnTo>
                    <a:pt x="8307" y="6242"/>
                  </a:lnTo>
                  <a:lnTo>
                    <a:pt x="3488" y="6242"/>
                  </a:lnTo>
                  <a:lnTo>
                    <a:pt x="3488" y="6793"/>
                  </a:lnTo>
                  <a:lnTo>
                    <a:pt x="1653" y="5783"/>
                  </a:lnTo>
                  <a:lnTo>
                    <a:pt x="3488" y="4728"/>
                  </a:lnTo>
                  <a:lnTo>
                    <a:pt x="3488" y="5324"/>
                  </a:lnTo>
                  <a:lnTo>
                    <a:pt x="6701" y="5324"/>
                  </a:lnTo>
                  <a:lnTo>
                    <a:pt x="6839" y="5233"/>
                  </a:lnTo>
                  <a:lnTo>
                    <a:pt x="6976" y="5141"/>
                  </a:lnTo>
                  <a:lnTo>
                    <a:pt x="7068" y="5049"/>
                  </a:lnTo>
                  <a:lnTo>
                    <a:pt x="7114" y="4911"/>
                  </a:lnTo>
                  <a:lnTo>
                    <a:pt x="7114" y="4774"/>
                  </a:lnTo>
                  <a:lnTo>
                    <a:pt x="7114" y="4636"/>
                  </a:lnTo>
                  <a:lnTo>
                    <a:pt x="7068" y="4498"/>
                  </a:lnTo>
                  <a:lnTo>
                    <a:pt x="5508" y="1790"/>
                  </a:lnTo>
                  <a:lnTo>
                    <a:pt x="5462" y="1653"/>
                  </a:lnTo>
                  <a:lnTo>
                    <a:pt x="5416" y="1561"/>
                  </a:lnTo>
                  <a:lnTo>
                    <a:pt x="5462" y="1423"/>
                  </a:lnTo>
                  <a:lnTo>
                    <a:pt x="5508" y="1331"/>
                  </a:lnTo>
                  <a:lnTo>
                    <a:pt x="5554" y="1240"/>
                  </a:lnTo>
                  <a:lnTo>
                    <a:pt x="5645" y="1148"/>
                  </a:lnTo>
                  <a:lnTo>
                    <a:pt x="5737" y="1102"/>
                  </a:lnTo>
                  <a:close/>
                  <a:moveTo>
                    <a:pt x="5554" y="0"/>
                  </a:moveTo>
                  <a:lnTo>
                    <a:pt x="5324" y="92"/>
                  </a:lnTo>
                  <a:lnTo>
                    <a:pt x="5141" y="184"/>
                  </a:lnTo>
                  <a:lnTo>
                    <a:pt x="4957" y="276"/>
                  </a:lnTo>
                  <a:lnTo>
                    <a:pt x="4773" y="413"/>
                  </a:lnTo>
                  <a:lnTo>
                    <a:pt x="4636" y="597"/>
                  </a:lnTo>
                  <a:lnTo>
                    <a:pt x="4498" y="781"/>
                  </a:lnTo>
                  <a:lnTo>
                    <a:pt x="4406" y="964"/>
                  </a:lnTo>
                  <a:lnTo>
                    <a:pt x="4360" y="1194"/>
                  </a:lnTo>
                  <a:lnTo>
                    <a:pt x="4314" y="1423"/>
                  </a:lnTo>
                  <a:lnTo>
                    <a:pt x="4314" y="1653"/>
                  </a:lnTo>
                  <a:lnTo>
                    <a:pt x="4360" y="1882"/>
                  </a:lnTo>
                  <a:lnTo>
                    <a:pt x="4406" y="2112"/>
                  </a:lnTo>
                  <a:lnTo>
                    <a:pt x="4544" y="2341"/>
                  </a:lnTo>
                  <a:lnTo>
                    <a:pt x="5600" y="4223"/>
                  </a:lnTo>
                  <a:lnTo>
                    <a:pt x="4590" y="4223"/>
                  </a:lnTo>
                  <a:lnTo>
                    <a:pt x="4590" y="3764"/>
                  </a:lnTo>
                  <a:lnTo>
                    <a:pt x="4590" y="3626"/>
                  </a:lnTo>
                  <a:lnTo>
                    <a:pt x="4498" y="3489"/>
                  </a:lnTo>
                  <a:lnTo>
                    <a:pt x="4406" y="3351"/>
                  </a:lnTo>
                  <a:lnTo>
                    <a:pt x="4314" y="3305"/>
                  </a:lnTo>
                  <a:lnTo>
                    <a:pt x="4177" y="3213"/>
                  </a:lnTo>
                  <a:lnTo>
                    <a:pt x="3901" y="3213"/>
                  </a:lnTo>
                  <a:lnTo>
                    <a:pt x="3764" y="3259"/>
                  </a:lnTo>
                  <a:lnTo>
                    <a:pt x="276" y="5278"/>
                  </a:lnTo>
                  <a:lnTo>
                    <a:pt x="138" y="5370"/>
                  </a:lnTo>
                  <a:lnTo>
                    <a:pt x="46" y="5508"/>
                  </a:lnTo>
                  <a:lnTo>
                    <a:pt x="0" y="5646"/>
                  </a:lnTo>
                  <a:lnTo>
                    <a:pt x="0" y="5783"/>
                  </a:lnTo>
                  <a:lnTo>
                    <a:pt x="0" y="5921"/>
                  </a:lnTo>
                  <a:lnTo>
                    <a:pt x="46" y="6059"/>
                  </a:lnTo>
                  <a:lnTo>
                    <a:pt x="138" y="6150"/>
                  </a:lnTo>
                  <a:lnTo>
                    <a:pt x="276" y="6242"/>
                  </a:lnTo>
                  <a:lnTo>
                    <a:pt x="3442" y="8078"/>
                  </a:lnTo>
                  <a:lnTo>
                    <a:pt x="3856" y="8308"/>
                  </a:lnTo>
                  <a:lnTo>
                    <a:pt x="4039" y="8353"/>
                  </a:lnTo>
                  <a:lnTo>
                    <a:pt x="4269" y="8308"/>
                  </a:lnTo>
                  <a:lnTo>
                    <a:pt x="4406" y="8170"/>
                  </a:lnTo>
                  <a:lnTo>
                    <a:pt x="4544" y="7986"/>
                  </a:lnTo>
                  <a:lnTo>
                    <a:pt x="4590" y="7757"/>
                  </a:lnTo>
                  <a:lnTo>
                    <a:pt x="4590" y="7344"/>
                  </a:lnTo>
                  <a:lnTo>
                    <a:pt x="8537" y="7344"/>
                  </a:lnTo>
                  <a:lnTo>
                    <a:pt x="8766" y="7298"/>
                  </a:lnTo>
                  <a:lnTo>
                    <a:pt x="8950" y="7206"/>
                  </a:lnTo>
                  <a:lnTo>
                    <a:pt x="9134" y="7114"/>
                  </a:lnTo>
                  <a:lnTo>
                    <a:pt x="9455" y="6885"/>
                  </a:lnTo>
                  <a:lnTo>
                    <a:pt x="9684" y="6564"/>
                  </a:lnTo>
                  <a:lnTo>
                    <a:pt x="9822" y="6196"/>
                  </a:lnTo>
                  <a:lnTo>
                    <a:pt x="9868" y="5783"/>
                  </a:lnTo>
                  <a:lnTo>
                    <a:pt x="9868" y="5600"/>
                  </a:lnTo>
                  <a:lnTo>
                    <a:pt x="9822" y="5370"/>
                  </a:lnTo>
                  <a:lnTo>
                    <a:pt x="9776" y="5187"/>
                  </a:lnTo>
                  <a:lnTo>
                    <a:pt x="9684" y="5003"/>
                  </a:lnTo>
                  <a:lnTo>
                    <a:pt x="7252" y="781"/>
                  </a:lnTo>
                  <a:lnTo>
                    <a:pt x="7068" y="505"/>
                  </a:lnTo>
                  <a:lnTo>
                    <a:pt x="6839" y="322"/>
                  </a:lnTo>
                  <a:lnTo>
                    <a:pt x="6563" y="138"/>
                  </a:lnTo>
                  <a:lnTo>
                    <a:pt x="6288" y="46"/>
                  </a:lnTo>
                  <a:lnTo>
                    <a:pt x="60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1"/>
            <p:cNvSpPr/>
            <p:nvPr/>
          </p:nvSpPr>
          <p:spPr>
            <a:xfrm>
              <a:off x="4012502" y="1607469"/>
              <a:ext cx="184759" cy="203757"/>
            </a:xfrm>
            <a:custGeom>
              <a:rect b="b" l="l" r="r" t="t"/>
              <a:pathLst>
                <a:path extrusionOk="0" h="8859" w="8033">
                  <a:moveTo>
                    <a:pt x="4912" y="1561"/>
                  </a:moveTo>
                  <a:lnTo>
                    <a:pt x="4912" y="3626"/>
                  </a:lnTo>
                  <a:lnTo>
                    <a:pt x="4407" y="3351"/>
                  </a:lnTo>
                  <a:lnTo>
                    <a:pt x="2847" y="6013"/>
                  </a:lnTo>
                  <a:lnTo>
                    <a:pt x="2801" y="6151"/>
                  </a:lnTo>
                  <a:lnTo>
                    <a:pt x="2755" y="6288"/>
                  </a:lnTo>
                  <a:lnTo>
                    <a:pt x="2801" y="6426"/>
                  </a:lnTo>
                  <a:lnTo>
                    <a:pt x="2847" y="6564"/>
                  </a:lnTo>
                  <a:lnTo>
                    <a:pt x="2938" y="6701"/>
                  </a:lnTo>
                  <a:lnTo>
                    <a:pt x="3030" y="6793"/>
                  </a:lnTo>
                  <a:lnTo>
                    <a:pt x="3168" y="6839"/>
                  </a:lnTo>
                  <a:lnTo>
                    <a:pt x="6426" y="6839"/>
                  </a:lnTo>
                  <a:lnTo>
                    <a:pt x="6564" y="6885"/>
                  </a:lnTo>
                  <a:lnTo>
                    <a:pt x="6702" y="6931"/>
                  </a:lnTo>
                  <a:lnTo>
                    <a:pt x="6794" y="7023"/>
                  </a:lnTo>
                  <a:lnTo>
                    <a:pt x="6840" y="7114"/>
                  </a:lnTo>
                  <a:lnTo>
                    <a:pt x="6885" y="7252"/>
                  </a:lnTo>
                  <a:lnTo>
                    <a:pt x="6885" y="7344"/>
                  </a:lnTo>
                  <a:lnTo>
                    <a:pt x="6840" y="7482"/>
                  </a:lnTo>
                  <a:lnTo>
                    <a:pt x="6794" y="7619"/>
                  </a:lnTo>
                  <a:lnTo>
                    <a:pt x="6610" y="7711"/>
                  </a:lnTo>
                  <a:lnTo>
                    <a:pt x="6472" y="7757"/>
                  </a:lnTo>
                  <a:lnTo>
                    <a:pt x="1561" y="7757"/>
                  </a:lnTo>
                  <a:lnTo>
                    <a:pt x="1470" y="7711"/>
                  </a:lnTo>
                  <a:lnTo>
                    <a:pt x="1332" y="7665"/>
                  </a:lnTo>
                  <a:lnTo>
                    <a:pt x="1286" y="7619"/>
                  </a:lnTo>
                  <a:lnTo>
                    <a:pt x="1194" y="7527"/>
                  </a:lnTo>
                  <a:lnTo>
                    <a:pt x="1148" y="7436"/>
                  </a:lnTo>
                  <a:lnTo>
                    <a:pt x="1148" y="7298"/>
                  </a:lnTo>
                  <a:lnTo>
                    <a:pt x="1148" y="7206"/>
                  </a:lnTo>
                  <a:lnTo>
                    <a:pt x="1194" y="7069"/>
                  </a:lnTo>
                  <a:lnTo>
                    <a:pt x="3627" y="2892"/>
                  </a:lnTo>
                  <a:lnTo>
                    <a:pt x="3122" y="2571"/>
                  </a:lnTo>
                  <a:lnTo>
                    <a:pt x="4912" y="1561"/>
                  </a:lnTo>
                  <a:close/>
                  <a:moveTo>
                    <a:pt x="5463" y="1"/>
                  </a:moveTo>
                  <a:lnTo>
                    <a:pt x="5325" y="46"/>
                  </a:lnTo>
                  <a:lnTo>
                    <a:pt x="5187" y="92"/>
                  </a:lnTo>
                  <a:lnTo>
                    <a:pt x="1699" y="2112"/>
                  </a:lnTo>
                  <a:lnTo>
                    <a:pt x="1561" y="2204"/>
                  </a:lnTo>
                  <a:lnTo>
                    <a:pt x="1516" y="2295"/>
                  </a:lnTo>
                  <a:lnTo>
                    <a:pt x="1424" y="2433"/>
                  </a:lnTo>
                  <a:lnTo>
                    <a:pt x="1424" y="2571"/>
                  </a:lnTo>
                  <a:lnTo>
                    <a:pt x="1424" y="2708"/>
                  </a:lnTo>
                  <a:lnTo>
                    <a:pt x="1516" y="2846"/>
                  </a:lnTo>
                  <a:lnTo>
                    <a:pt x="1561" y="2984"/>
                  </a:lnTo>
                  <a:lnTo>
                    <a:pt x="1699" y="3076"/>
                  </a:lnTo>
                  <a:lnTo>
                    <a:pt x="2066" y="3305"/>
                  </a:lnTo>
                  <a:lnTo>
                    <a:pt x="230" y="6518"/>
                  </a:lnTo>
                  <a:lnTo>
                    <a:pt x="139" y="6701"/>
                  </a:lnTo>
                  <a:lnTo>
                    <a:pt x="47" y="6931"/>
                  </a:lnTo>
                  <a:lnTo>
                    <a:pt x="1" y="7114"/>
                  </a:lnTo>
                  <a:lnTo>
                    <a:pt x="1" y="7344"/>
                  </a:lnTo>
                  <a:lnTo>
                    <a:pt x="93" y="7711"/>
                  </a:lnTo>
                  <a:lnTo>
                    <a:pt x="230" y="8078"/>
                  </a:lnTo>
                  <a:lnTo>
                    <a:pt x="460" y="8400"/>
                  </a:lnTo>
                  <a:lnTo>
                    <a:pt x="781" y="8629"/>
                  </a:lnTo>
                  <a:lnTo>
                    <a:pt x="965" y="8721"/>
                  </a:lnTo>
                  <a:lnTo>
                    <a:pt x="1148" y="8813"/>
                  </a:lnTo>
                  <a:lnTo>
                    <a:pt x="1378" y="8858"/>
                  </a:lnTo>
                  <a:lnTo>
                    <a:pt x="6472" y="8858"/>
                  </a:lnTo>
                  <a:lnTo>
                    <a:pt x="6748" y="8813"/>
                  </a:lnTo>
                  <a:lnTo>
                    <a:pt x="7023" y="8767"/>
                  </a:lnTo>
                  <a:lnTo>
                    <a:pt x="7299" y="8629"/>
                  </a:lnTo>
                  <a:lnTo>
                    <a:pt x="7528" y="8445"/>
                  </a:lnTo>
                  <a:lnTo>
                    <a:pt x="7712" y="8216"/>
                  </a:lnTo>
                  <a:lnTo>
                    <a:pt x="7849" y="7986"/>
                  </a:lnTo>
                  <a:lnTo>
                    <a:pt x="7987" y="7665"/>
                  </a:lnTo>
                  <a:lnTo>
                    <a:pt x="8033" y="7390"/>
                  </a:lnTo>
                  <a:lnTo>
                    <a:pt x="7987" y="7069"/>
                  </a:lnTo>
                  <a:lnTo>
                    <a:pt x="7895" y="6747"/>
                  </a:lnTo>
                  <a:lnTo>
                    <a:pt x="7757" y="6472"/>
                  </a:lnTo>
                  <a:lnTo>
                    <a:pt x="7574" y="6242"/>
                  </a:lnTo>
                  <a:lnTo>
                    <a:pt x="7344" y="6013"/>
                  </a:lnTo>
                  <a:lnTo>
                    <a:pt x="7069" y="5875"/>
                  </a:lnTo>
                  <a:lnTo>
                    <a:pt x="6748" y="5783"/>
                  </a:lnTo>
                  <a:lnTo>
                    <a:pt x="6426" y="5738"/>
                  </a:lnTo>
                  <a:lnTo>
                    <a:pt x="4269" y="5738"/>
                  </a:lnTo>
                  <a:lnTo>
                    <a:pt x="4820" y="4866"/>
                  </a:lnTo>
                  <a:lnTo>
                    <a:pt x="5141" y="5049"/>
                  </a:lnTo>
                  <a:lnTo>
                    <a:pt x="5325" y="5141"/>
                  </a:lnTo>
                  <a:lnTo>
                    <a:pt x="5463" y="5141"/>
                  </a:lnTo>
                  <a:lnTo>
                    <a:pt x="5692" y="5095"/>
                  </a:lnTo>
                  <a:lnTo>
                    <a:pt x="5876" y="5003"/>
                  </a:lnTo>
                  <a:lnTo>
                    <a:pt x="5968" y="4820"/>
                  </a:lnTo>
                  <a:lnTo>
                    <a:pt x="6013" y="4590"/>
                  </a:lnTo>
                  <a:lnTo>
                    <a:pt x="6013" y="597"/>
                  </a:lnTo>
                  <a:lnTo>
                    <a:pt x="6013" y="414"/>
                  </a:lnTo>
                  <a:lnTo>
                    <a:pt x="5922" y="276"/>
                  </a:lnTo>
                  <a:lnTo>
                    <a:pt x="5830" y="184"/>
                  </a:lnTo>
                  <a:lnTo>
                    <a:pt x="5738" y="92"/>
                  </a:lnTo>
                  <a:lnTo>
                    <a:pt x="5600" y="46"/>
                  </a:lnTo>
                  <a:lnTo>
                    <a:pt x="54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61"/>
          <p:cNvSpPr/>
          <p:nvPr/>
        </p:nvSpPr>
        <p:spPr>
          <a:xfrm>
            <a:off x="4712392" y="1186476"/>
            <a:ext cx="301921" cy="439139"/>
          </a:xfrm>
          <a:custGeom>
            <a:rect b="b" l="l" r="r" t="t"/>
            <a:pathLst>
              <a:path extrusionOk="0" h="19093" w="13127">
                <a:moveTo>
                  <a:pt x="5232" y="4590"/>
                </a:moveTo>
                <a:lnTo>
                  <a:pt x="5416" y="4636"/>
                </a:lnTo>
                <a:lnTo>
                  <a:pt x="5554" y="4727"/>
                </a:lnTo>
                <a:lnTo>
                  <a:pt x="5691" y="4865"/>
                </a:lnTo>
                <a:lnTo>
                  <a:pt x="5783" y="5003"/>
                </a:lnTo>
                <a:lnTo>
                  <a:pt x="5875" y="5140"/>
                </a:lnTo>
                <a:lnTo>
                  <a:pt x="5921" y="5324"/>
                </a:lnTo>
                <a:lnTo>
                  <a:pt x="5967" y="5508"/>
                </a:lnTo>
                <a:lnTo>
                  <a:pt x="5967" y="5599"/>
                </a:lnTo>
                <a:lnTo>
                  <a:pt x="4544" y="5599"/>
                </a:lnTo>
                <a:lnTo>
                  <a:pt x="4360" y="5553"/>
                </a:lnTo>
                <a:lnTo>
                  <a:pt x="4223" y="5508"/>
                </a:lnTo>
                <a:lnTo>
                  <a:pt x="4039" y="5416"/>
                </a:lnTo>
                <a:lnTo>
                  <a:pt x="3901" y="5324"/>
                </a:lnTo>
                <a:lnTo>
                  <a:pt x="3810" y="5186"/>
                </a:lnTo>
                <a:lnTo>
                  <a:pt x="3718" y="5003"/>
                </a:lnTo>
                <a:lnTo>
                  <a:pt x="3672" y="4865"/>
                </a:lnTo>
                <a:lnTo>
                  <a:pt x="3672" y="4681"/>
                </a:lnTo>
                <a:lnTo>
                  <a:pt x="3672" y="4590"/>
                </a:lnTo>
                <a:close/>
                <a:moveTo>
                  <a:pt x="9409" y="7297"/>
                </a:moveTo>
                <a:lnTo>
                  <a:pt x="9409" y="7389"/>
                </a:lnTo>
                <a:lnTo>
                  <a:pt x="9409" y="7573"/>
                </a:lnTo>
                <a:lnTo>
                  <a:pt x="9363" y="7756"/>
                </a:lnTo>
                <a:lnTo>
                  <a:pt x="9271" y="7894"/>
                </a:lnTo>
                <a:lnTo>
                  <a:pt x="9179" y="8032"/>
                </a:lnTo>
                <a:lnTo>
                  <a:pt x="9042" y="8169"/>
                </a:lnTo>
                <a:lnTo>
                  <a:pt x="8858" y="8215"/>
                </a:lnTo>
                <a:lnTo>
                  <a:pt x="8720" y="8307"/>
                </a:lnTo>
                <a:lnTo>
                  <a:pt x="7114" y="8307"/>
                </a:lnTo>
                <a:lnTo>
                  <a:pt x="7114" y="8215"/>
                </a:lnTo>
                <a:lnTo>
                  <a:pt x="7114" y="8032"/>
                </a:lnTo>
                <a:lnTo>
                  <a:pt x="7206" y="7848"/>
                </a:lnTo>
                <a:lnTo>
                  <a:pt x="7252" y="7711"/>
                </a:lnTo>
                <a:lnTo>
                  <a:pt x="7390" y="7573"/>
                </a:lnTo>
                <a:lnTo>
                  <a:pt x="7527" y="7435"/>
                </a:lnTo>
                <a:lnTo>
                  <a:pt x="7665" y="7389"/>
                </a:lnTo>
                <a:lnTo>
                  <a:pt x="7848" y="7297"/>
                </a:lnTo>
                <a:close/>
                <a:moveTo>
                  <a:pt x="6609" y="1147"/>
                </a:moveTo>
                <a:lnTo>
                  <a:pt x="7114" y="1193"/>
                </a:lnTo>
                <a:lnTo>
                  <a:pt x="7665" y="1285"/>
                </a:lnTo>
                <a:lnTo>
                  <a:pt x="8170" y="1423"/>
                </a:lnTo>
                <a:lnTo>
                  <a:pt x="8675" y="1606"/>
                </a:lnTo>
                <a:lnTo>
                  <a:pt x="9134" y="1836"/>
                </a:lnTo>
                <a:lnTo>
                  <a:pt x="9593" y="2111"/>
                </a:lnTo>
                <a:lnTo>
                  <a:pt x="10006" y="2387"/>
                </a:lnTo>
                <a:lnTo>
                  <a:pt x="10373" y="2754"/>
                </a:lnTo>
                <a:lnTo>
                  <a:pt x="10740" y="3121"/>
                </a:lnTo>
                <a:lnTo>
                  <a:pt x="11015" y="3580"/>
                </a:lnTo>
                <a:lnTo>
                  <a:pt x="11291" y="3993"/>
                </a:lnTo>
                <a:lnTo>
                  <a:pt x="11520" y="4452"/>
                </a:lnTo>
                <a:lnTo>
                  <a:pt x="11704" y="4957"/>
                </a:lnTo>
                <a:lnTo>
                  <a:pt x="11841" y="5462"/>
                </a:lnTo>
                <a:lnTo>
                  <a:pt x="11933" y="6012"/>
                </a:lnTo>
                <a:lnTo>
                  <a:pt x="11933" y="6563"/>
                </a:lnTo>
                <a:lnTo>
                  <a:pt x="11887" y="7297"/>
                </a:lnTo>
                <a:lnTo>
                  <a:pt x="11750" y="7986"/>
                </a:lnTo>
                <a:lnTo>
                  <a:pt x="11520" y="8674"/>
                </a:lnTo>
                <a:lnTo>
                  <a:pt x="11199" y="9317"/>
                </a:lnTo>
                <a:lnTo>
                  <a:pt x="10786" y="9868"/>
                </a:lnTo>
                <a:lnTo>
                  <a:pt x="10327" y="10418"/>
                </a:lnTo>
                <a:lnTo>
                  <a:pt x="9776" y="10877"/>
                </a:lnTo>
                <a:lnTo>
                  <a:pt x="9179" y="11290"/>
                </a:lnTo>
                <a:lnTo>
                  <a:pt x="8858" y="11474"/>
                </a:lnTo>
                <a:lnTo>
                  <a:pt x="8583" y="11703"/>
                </a:lnTo>
                <a:lnTo>
                  <a:pt x="8353" y="11979"/>
                </a:lnTo>
                <a:lnTo>
                  <a:pt x="8124" y="12254"/>
                </a:lnTo>
                <a:lnTo>
                  <a:pt x="7986" y="12576"/>
                </a:lnTo>
                <a:lnTo>
                  <a:pt x="7848" y="12897"/>
                </a:lnTo>
                <a:lnTo>
                  <a:pt x="7757" y="13218"/>
                </a:lnTo>
                <a:lnTo>
                  <a:pt x="7711" y="13585"/>
                </a:lnTo>
                <a:lnTo>
                  <a:pt x="7114" y="13585"/>
                </a:lnTo>
                <a:lnTo>
                  <a:pt x="7114" y="9409"/>
                </a:lnTo>
                <a:lnTo>
                  <a:pt x="8491" y="9409"/>
                </a:lnTo>
                <a:lnTo>
                  <a:pt x="8904" y="9363"/>
                </a:lnTo>
                <a:lnTo>
                  <a:pt x="9317" y="9271"/>
                </a:lnTo>
                <a:lnTo>
                  <a:pt x="9638" y="9087"/>
                </a:lnTo>
                <a:lnTo>
                  <a:pt x="9960" y="8812"/>
                </a:lnTo>
                <a:lnTo>
                  <a:pt x="10189" y="8537"/>
                </a:lnTo>
                <a:lnTo>
                  <a:pt x="10373" y="8169"/>
                </a:lnTo>
                <a:lnTo>
                  <a:pt x="10510" y="7802"/>
                </a:lnTo>
                <a:lnTo>
                  <a:pt x="10556" y="7389"/>
                </a:lnTo>
                <a:lnTo>
                  <a:pt x="10556" y="6747"/>
                </a:lnTo>
                <a:lnTo>
                  <a:pt x="10510" y="6517"/>
                </a:lnTo>
                <a:lnTo>
                  <a:pt x="10373" y="6334"/>
                </a:lnTo>
                <a:lnTo>
                  <a:pt x="10189" y="6242"/>
                </a:lnTo>
                <a:lnTo>
                  <a:pt x="9960" y="6196"/>
                </a:lnTo>
                <a:lnTo>
                  <a:pt x="7803" y="6196"/>
                </a:lnTo>
                <a:lnTo>
                  <a:pt x="7527" y="6242"/>
                </a:lnTo>
                <a:lnTo>
                  <a:pt x="7114" y="6380"/>
                </a:lnTo>
                <a:lnTo>
                  <a:pt x="7114" y="5462"/>
                </a:lnTo>
                <a:lnTo>
                  <a:pt x="7068" y="5049"/>
                </a:lnTo>
                <a:lnTo>
                  <a:pt x="6931" y="4681"/>
                </a:lnTo>
                <a:lnTo>
                  <a:pt x="6747" y="4314"/>
                </a:lnTo>
                <a:lnTo>
                  <a:pt x="6517" y="4039"/>
                </a:lnTo>
                <a:lnTo>
                  <a:pt x="6196" y="3763"/>
                </a:lnTo>
                <a:lnTo>
                  <a:pt x="5875" y="3580"/>
                </a:lnTo>
                <a:lnTo>
                  <a:pt x="5462" y="3442"/>
                </a:lnTo>
                <a:lnTo>
                  <a:pt x="3075" y="3442"/>
                </a:lnTo>
                <a:lnTo>
                  <a:pt x="2892" y="3488"/>
                </a:lnTo>
                <a:lnTo>
                  <a:pt x="2708" y="3580"/>
                </a:lnTo>
                <a:lnTo>
                  <a:pt x="2570" y="3763"/>
                </a:lnTo>
                <a:lnTo>
                  <a:pt x="2525" y="3993"/>
                </a:lnTo>
                <a:lnTo>
                  <a:pt x="2525" y="4681"/>
                </a:lnTo>
                <a:lnTo>
                  <a:pt x="2570" y="5094"/>
                </a:lnTo>
                <a:lnTo>
                  <a:pt x="2708" y="5462"/>
                </a:lnTo>
                <a:lnTo>
                  <a:pt x="2892" y="5783"/>
                </a:lnTo>
                <a:lnTo>
                  <a:pt x="3121" y="6104"/>
                </a:lnTo>
                <a:lnTo>
                  <a:pt x="3442" y="6334"/>
                </a:lnTo>
                <a:lnTo>
                  <a:pt x="3764" y="6563"/>
                </a:lnTo>
                <a:lnTo>
                  <a:pt x="4177" y="6655"/>
                </a:lnTo>
                <a:lnTo>
                  <a:pt x="4590" y="6701"/>
                </a:lnTo>
                <a:lnTo>
                  <a:pt x="5967" y="6701"/>
                </a:lnTo>
                <a:lnTo>
                  <a:pt x="5967" y="13585"/>
                </a:lnTo>
                <a:lnTo>
                  <a:pt x="5370" y="13585"/>
                </a:lnTo>
                <a:lnTo>
                  <a:pt x="5324" y="13218"/>
                </a:lnTo>
                <a:lnTo>
                  <a:pt x="5232" y="12897"/>
                </a:lnTo>
                <a:lnTo>
                  <a:pt x="5095" y="12576"/>
                </a:lnTo>
                <a:lnTo>
                  <a:pt x="4957" y="12254"/>
                </a:lnTo>
                <a:lnTo>
                  <a:pt x="4728" y="11979"/>
                </a:lnTo>
                <a:lnTo>
                  <a:pt x="4498" y="11703"/>
                </a:lnTo>
                <a:lnTo>
                  <a:pt x="4223" y="11474"/>
                </a:lnTo>
                <a:lnTo>
                  <a:pt x="3901" y="11290"/>
                </a:lnTo>
                <a:lnTo>
                  <a:pt x="3305" y="10877"/>
                </a:lnTo>
                <a:lnTo>
                  <a:pt x="2754" y="10418"/>
                </a:lnTo>
                <a:lnTo>
                  <a:pt x="2295" y="9868"/>
                </a:lnTo>
                <a:lnTo>
                  <a:pt x="1882" y="9317"/>
                </a:lnTo>
                <a:lnTo>
                  <a:pt x="1561" y="8674"/>
                </a:lnTo>
                <a:lnTo>
                  <a:pt x="1331" y="7986"/>
                </a:lnTo>
                <a:lnTo>
                  <a:pt x="1194" y="7297"/>
                </a:lnTo>
                <a:lnTo>
                  <a:pt x="1148" y="6563"/>
                </a:lnTo>
                <a:lnTo>
                  <a:pt x="1148" y="6012"/>
                </a:lnTo>
                <a:lnTo>
                  <a:pt x="1239" y="5462"/>
                </a:lnTo>
                <a:lnTo>
                  <a:pt x="1377" y="4957"/>
                </a:lnTo>
                <a:lnTo>
                  <a:pt x="1561" y="4452"/>
                </a:lnTo>
                <a:lnTo>
                  <a:pt x="1790" y="3993"/>
                </a:lnTo>
                <a:lnTo>
                  <a:pt x="2066" y="3534"/>
                </a:lnTo>
                <a:lnTo>
                  <a:pt x="2387" y="3121"/>
                </a:lnTo>
                <a:lnTo>
                  <a:pt x="2754" y="2708"/>
                </a:lnTo>
                <a:lnTo>
                  <a:pt x="3121" y="2387"/>
                </a:lnTo>
                <a:lnTo>
                  <a:pt x="3534" y="2065"/>
                </a:lnTo>
                <a:lnTo>
                  <a:pt x="3993" y="1790"/>
                </a:lnTo>
                <a:lnTo>
                  <a:pt x="4452" y="1560"/>
                </a:lnTo>
                <a:lnTo>
                  <a:pt x="4957" y="1377"/>
                </a:lnTo>
                <a:lnTo>
                  <a:pt x="5508" y="1239"/>
                </a:lnTo>
                <a:lnTo>
                  <a:pt x="6013" y="1193"/>
                </a:lnTo>
                <a:lnTo>
                  <a:pt x="6609" y="1147"/>
                </a:lnTo>
                <a:close/>
                <a:moveTo>
                  <a:pt x="8170" y="14733"/>
                </a:moveTo>
                <a:lnTo>
                  <a:pt x="8170" y="16247"/>
                </a:lnTo>
                <a:lnTo>
                  <a:pt x="4911" y="16247"/>
                </a:lnTo>
                <a:lnTo>
                  <a:pt x="4911" y="14733"/>
                </a:lnTo>
                <a:close/>
                <a:moveTo>
                  <a:pt x="7435" y="17349"/>
                </a:moveTo>
                <a:lnTo>
                  <a:pt x="7435" y="17808"/>
                </a:lnTo>
                <a:lnTo>
                  <a:pt x="7390" y="17899"/>
                </a:lnTo>
                <a:lnTo>
                  <a:pt x="7298" y="17945"/>
                </a:lnTo>
                <a:lnTo>
                  <a:pt x="5829" y="17945"/>
                </a:lnTo>
                <a:lnTo>
                  <a:pt x="5691" y="17899"/>
                </a:lnTo>
                <a:lnTo>
                  <a:pt x="5645" y="17808"/>
                </a:lnTo>
                <a:lnTo>
                  <a:pt x="5645" y="17349"/>
                </a:lnTo>
                <a:close/>
                <a:moveTo>
                  <a:pt x="6609" y="0"/>
                </a:moveTo>
                <a:lnTo>
                  <a:pt x="5921" y="46"/>
                </a:lnTo>
                <a:lnTo>
                  <a:pt x="5278" y="138"/>
                </a:lnTo>
                <a:lnTo>
                  <a:pt x="4636" y="275"/>
                </a:lnTo>
                <a:lnTo>
                  <a:pt x="4039" y="505"/>
                </a:lnTo>
                <a:lnTo>
                  <a:pt x="3488" y="780"/>
                </a:lnTo>
                <a:lnTo>
                  <a:pt x="2938" y="1102"/>
                </a:lnTo>
                <a:lnTo>
                  <a:pt x="2433" y="1469"/>
                </a:lnTo>
                <a:lnTo>
                  <a:pt x="1928" y="1928"/>
                </a:lnTo>
                <a:lnTo>
                  <a:pt x="1515" y="2387"/>
                </a:lnTo>
                <a:lnTo>
                  <a:pt x="1148" y="2891"/>
                </a:lnTo>
                <a:lnTo>
                  <a:pt x="826" y="3442"/>
                </a:lnTo>
                <a:lnTo>
                  <a:pt x="505" y="3993"/>
                </a:lnTo>
                <a:lnTo>
                  <a:pt x="321" y="4590"/>
                </a:lnTo>
                <a:lnTo>
                  <a:pt x="138" y="5232"/>
                </a:lnTo>
                <a:lnTo>
                  <a:pt x="46" y="5875"/>
                </a:lnTo>
                <a:lnTo>
                  <a:pt x="0" y="6563"/>
                </a:lnTo>
                <a:lnTo>
                  <a:pt x="0" y="6976"/>
                </a:lnTo>
                <a:lnTo>
                  <a:pt x="46" y="7435"/>
                </a:lnTo>
                <a:lnTo>
                  <a:pt x="138" y="7848"/>
                </a:lnTo>
                <a:lnTo>
                  <a:pt x="230" y="8261"/>
                </a:lnTo>
                <a:lnTo>
                  <a:pt x="367" y="8674"/>
                </a:lnTo>
                <a:lnTo>
                  <a:pt x="505" y="9087"/>
                </a:lnTo>
                <a:lnTo>
                  <a:pt x="689" y="9500"/>
                </a:lnTo>
                <a:lnTo>
                  <a:pt x="918" y="9868"/>
                </a:lnTo>
                <a:lnTo>
                  <a:pt x="1148" y="10235"/>
                </a:lnTo>
                <a:lnTo>
                  <a:pt x="1377" y="10556"/>
                </a:lnTo>
                <a:lnTo>
                  <a:pt x="1652" y="10877"/>
                </a:lnTo>
                <a:lnTo>
                  <a:pt x="1974" y="11199"/>
                </a:lnTo>
                <a:lnTo>
                  <a:pt x="2295" y="11520"/>
                </a:lnTo>
                <a:lnTo>
                  <a:pt x="2616" y="11795"/>
                </a:lnTo>
                <a:lnTo>
                  <a:pt x="2983" y="12025"/>
                </a:lnTo>
                <a:lnTo>
                  <a:pt x="3351" y="12254"/>
                </a:lnTo>
                <a:lnTo>
                  <a:pt x="3718" y="12530"/>
                </a:lnTo>
                <a:lnTo>
                  <a:pt x="3947" y="12805"/>
                </a:lnTo>
                <a:lnTo>
                  <a:pt x="4177" y="13172"/>
                </a:lnTo>
                <a:lnTo>
                  <a:pt x="4269" y="13585"/>
                </a:lnTo>
                <a:lnTo>
                  <a:pt x="4085" y="13677"/>
                </a:lnTo>
                <a:lnTo>
                  <a:pt x="3947" y="13769"/>
                </a:lnTo>
                <a:lnTo>
                  <a:pt x="3855" y="13952"/>
                </a:lnTo>
                <a:lnTo>
                  <a:pt x="3810" y="14136"/>
                </a:lnTo>
                <a:lnTo>
                  <a:pt x="3810" y="16798"/>
                </a:lnTo>
                <a:lnTo>
                  <a:pt x="3855" y="17027"/>
                </a:lnTo>
                <a:lnTo>
                  <a:pt x="3947" y="17211"/>
                </a:lnTo>
                <a:lnTo>
                  <a:pt x="4131" y="17303"/>
                </a:lnTo>
                <a:lnTo>
                  <a:pt x="4360" y="17349"/>
                </a:lnTo>
                <a:lnTo>
                  <a:pt x="4498" y="17349"/>
                </a:lnTo>
                <a:lnTo>
                  <a:pt x="4498" y="17762"/>
                </a:lnTo>
                <a:lnTo>
                  <a:pt x="4544" y="18037"/>
                </a:lnTo>
                <a:lnTo>
                  <a:pt x="4590" y="18267"/>
                </a:lnTo>
                <a:lnTo>
                  <a:pt x="4728" y="18496"/>
                </a:lnTo>
                <a:lnTo>
                  <a:pt x="4865" y="18680"/>
                </a:lnTo>
                <a:lnTo>
                  <a:pt x="5095" y="18863"/>
                </a:lnTo>
                <a:lnTo>
                  <a:pt x="5278" y="18955"/>
                </a:lnTo>
                <a:lnTo>
                  <a:pt x="5554" y="19047"/>
                </a:lnTo>
                <a:lnTo>
                  <a:pt x="5783" y="19093"/>
                </a:lnTo>
                <a:lnTo>
                  <a:pt x="7252" y="19093"/>
                </a:lnTo>
                <a:lnTo>
                  <a:pt x="7527" y="19047"/>
                </a:lnTo>
                <a:lnTo>
                  <a:pt x="7757" y="18955"/>
                </a:lnTo>
                <a:lnTo>
                  <a:pt x="7986" y="18863"/>
                </a:lnTo>
                <a:lnTo>
                  <a:pt x="8170" y="18680"/>
                </a:lnTo>
                <a:lnTo>
                  <a:pt x="8353" y="18496"/>
                </a:lnTo>
                <a:lnTo>
                  <a:pt x="8445" y="18267"/>
                </a:lnTo>
                <a:lnTo>
                  <a:pt x="8537" y="18037"/>
                </a:lnTo>
                <a:lnTo>
                  <a:pt x="8583" y="17762"/>
                </a:lnTo>
                <a:lnTo>
                  <a:pt x="8583" y="17349"/>
                </a:lnTo>
                <a:lnTo>
                  <a:pt x="8766" y="17349"/>
                </a:lnTo>
                <a:lnTo>
                  <a:pt x="8950" y="17303"/>
                </a:lnTo>
                <a:lnTo>
                  <a:pt x="9134" y="17211"/>
                </a:lnTo>
                <a:lnTo>
                  <a:pt x="9271" y="17027"/>
                </a:lnTo>
                <a:lnTo>
                  <a:pt x="9317" y="16798"/>
                </a:lnTo>
                <a:lnTo>
                  <a:pt x="9317" y="14136"/>
                </a:lnTo>
                <a:lnTo>
                  <a:pt x="9271" y="13952"/>
                </a:lnTo>
                <a:lnTo>
                  <a:pt x="9179" y="13769"/>
                </a:lnTo>
                <a:lnTo>
                  <a:pt x="9042" y="13677"/>
                </a:lnTo>
                <a:lnTo>
                  <a:pt x="8858" y="13585"/>
                </a:lnTo>
                <a:lnTo>
                  <a:pt x="8950" y="13172"/>
                </a:lnTo>
                <a:lnTo>
                  <a:pt x="9134" y="12805"/>
                </a:lnTo>
                <a:lnTo>
                  <a:pt x="9409" y="12530"/>
                </a:lnTo>
                <a:lnTo>
                  <a:pt x="9730" y="12254"/>
                </a:lnTo>
                <a:lnTo>
                  <a:pt x="10143" y="12025"/>
                </a:lnTo>
                <a:lnTo>
                  <a:pt x="10465" y="11795"/>
                </a:lnTo>
                <a:lnTo>
                  <a:pt x="10832" y="11520"/>
                </a:lnTo>
                <a:lnTo>
                  <a:pt x="11153" y="11199"/>
                </a:lnTo>
                <a:lnTo>
                  <a:pt x="11428" y="10923"/>
                </a:lnTo>
                <a:lnTo>
                  <a:pt x="11704" y="10556"/>
                </a:lnTo>
                <a:lnTo>
                  <a:pt x="11979" y="10235"/>
                </a:lnTo>
                <a:lnTo>
                  <a:pt x="12209" y="9868"/>
                </a:lnTo>
                <a:lnTo>
                  <a:pt x="12392" y="9500"/>
                </a:lnTo>
                <a:lnTo>
                  <a:pt x="12576" y="9087"/>
                </a:lnTo>
                <a:lnTo>
                  <a:pt x="12759" y="8674"/>
                </a:lnTo>
                <a:lnTo>
                  <a:pt x="12897" y="8261"/>
                </a:lnTo>
                <a:lnTo>
                  <a:pt x="12989" y="7848"/>
                </a:lnTo>
                <a:lnTo>
                  <a:pt x="13035" y="7435"/>
                </a:lnTo>
                <a:lnTo>
                  <a:pt x="13081" y="6976"/>
                </a:lnTo>
                <a:lnTo>
                  <a:pt x="13127" y="6563"/>
                </a:lnTo>
                <a:lnTo>
                  <a:pt x="13081" y="5875"/>
                </a:lnTo>
                <a:lnTo>
                  <a:pt x="12989" y="5232"/>
                </a:lnTo>
                <a:lnTo>
                  <a:pt x="12805" y="4636"/>
                </a:lnTo>
                <a:lnTo>
                  <a:pt x="12622" y="4039"/>
                </a:lnTo>
                <a:lnTo>
                  <a:pt x="12346" y="3442"/>
                </a:lnTo>
                <a:lnTo>
                  <a:pt x="12025" y="2891"/>
                </a:lnTo>
                <a:lnTo>
                  <a:pt x="11612" y="2387"/>
                </a:lnTo>
                <a:lnTo>
                  <a:pt x="11199" y="1928"/>
                </a:lnTo>
                <a:lnTo>
                  <a:pt x="10740" y="1515"/>
                </a:lnTo>
                <a:lnTo>
                  <a:pt x="10235" y="1147"/>
                </a:lnTo>
                <a:lnTo>
                  <a:pt x="9730" y="826"/>
                </a:lnTo>
                <a:lnTo>
                  <a:pt x="9134" y="551"/>
                </a:lnTo>
                <a:lnTo>
                  <a:pt x="8537" y="321"/>
                </a:lnTo>
                <a:lnTo>
                  <a:pt x="7940" y="138"/>
                </a:lnTo>
                <a:lnTo>
                  <a:pt x="7298" y="46"/>
                </a:lnTo>
                <a:lnTo>
                  <a:pt x="6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1"/>
          <p:cNvSpPr/>
          <p:nvPr/>
        </p:nvSpPr>
        <p:spPr>
          <a:xfrm>
            <a:off x="5359474" y="1186476"/>
            <a:ext cx="419106" cy="439139"/>
          </a:xfrm>
          <a:custGeom>
            <a:rect b="b" l="l" r="r" t="t"/>
            <a:pathLst>
              <a:path extrusionOk="0" h="19093" w="18222">
                <a:moveTo>
                  <a:pt x="10511" y="5003"/>
                </a:moveTo>
                <a:lnTo>
                  <a:pt x="10832" y="5140"/>
                </a:lnTo>
                <a:lnTo>
                  <a:pt x="11199" y="5324"/>
                </a:lnTo>
                <a:lnTo>
                  <a:pt x="11521" y="5462"/>
                </a:lnTo>
                <a:lnTo>
                  <a:pt x="11842" y="5691"/>
                </a:lnTo>
                <a:lnTo>
                  <a:pt x="12117" y="5921"/>
                </a:lnTo>
                <a:lnTo>
                  <a:pt x="12393" y="6150"/>
                </a:lnTo>
                <a:lnTo>
                  <a:pt x="12622" y="6425"/>
                </a:lnTo>
                <a:lnTo>
                  <a:pt x="12897" y="6701"/>
                </a:lnTo>
                <a:lnTo>
                  <a:pt x="13081" y="7022"/>
                </a:lnTo>
                <a:lnTo>
                  <a:pt x="13265" y="7343"/>
                </a:lnTo>
                <a:lnTo>
                  <a:pt x="13448" y="7665"/>
                </a:lnTo>
                <a:lnTo>
                  <a:pt x="13586" y="8032"/>
                </a:lnTo>
                <a:lnTo>
                  <a:pt x="13678" y="8399"/>
                </a:lnTo>
                <a:lnTo>
                  <a:pt x="13769" y="8766"/>
                </a:lnTo>
                <a:lnTo>
                  <a:pt x="13815" y="9133"/>
                </a:lnTo>
                <a:lnTo>
                  <a:pt x="13815" y="9546"/>
                </a:lnTo>
                <a:lnTo>
                  <a:pt x="13769" y="10189"/>
                </a:lnTo>
                <a:lnTo>
                  <a:pt x="13632" y="10831"/>
                </a:lnTo>
                <a:lnTo>
                  <a:pt x="13402" y="11428"/>
                </a:lnTo>
                <a:lnTo>
                  <a:pt x="13127" y="12025"/>
                </a:lnTo>
                <a:lnTo>
                  <a:pt x="12760" y="12530"/>
                </a:lnTo>
                <a:lnTo>
                  <a:pt x="12301" y="12989"/>
                </a:lnTo>
                <a:lnTo>
                  <a:pt x="11842" y="13402"/>
                </a:lnTo>
                <a:lnTo>
                  <a:pt x="11291" y="13723"/>
                </a:lnTo>
                <a:lnTo>
                  <a:pt x="13219" y="9409"/>
                </a:lnTo>
                <a:lnTo>
                  <a:pt x="13311" y="9133"/>
                </a:lnTo>
                <a:lnTo>
                  <a:pt x="13356" y="8858"/>
                </a:lnTo>
                <a:lnTo>
                  <a:pt x="13265" y="8583"/>
                </a:lnTo>
                <a:lnTo>
                  <a:pt x="13173" y="8307"/>
                </a:lnTo>
                <a:lnTo>
                  <a:pt x="12989" y="8124"/>
                </a:lnTo>
                <a:lnTo>
                  <a:pt x="12760" y="7940"/>
                </a:lnTo>
                <a:lnTo>
                  <a:pt x="12484" y="7848"/>
                </a:lnTo>
                <a:lnTo>
                  <a:pt x="12209" y="7802"/>
                </a:lnTo>
                <a:lnTo>
                  <a:pt x="10511" y="7802"/>
                </a:lnTo>
                <a:lnTo>
                  <a:pt x="10511" y="5003"/>
                </a:lnTo>
                <a:close/>
                <a:moveTo>
                  <a:pt x="7023" y="5278"/>
                </a:moveTo>
                <a:lnTo>
                  <a:pt x="4957" y="9546"/>
                </a:lnTo>
                <a:lnTo>
                  <a:pt x="4866" y="9822"/>
                </a:lnTo>
                <a:lnTo>
                  <a:pt x="4866" y="10143"/>
                </a:lnTo>
                <a:lnTo>
                  <a:pt x="4912" y="10418"/>
                </a:lnTo>
                <a:lnTo>
                  <a:pt x="5003" y="10648"/>
                </a:lnTo>
                <a:lnTo>
                  <a:pt x="5187" y="10877"/>
                </a:lnTo>
                <a:lnTo>
                  <a:pt x="5416" y="11061"/>
                </a:lnTo>
                <a:lnTo>
                  <a:pt x="5692" y="11153"/>
                </a:lnTo>
                <a:lnTo>
                  <a:pt x="5967" y="11199"/>
                </a:lnTo>
                <a:lnTo>
                  <a:pt x="7941" y="11199"/>
                </a:lnTo>
                <a:lnTo>
                  <a:pt x="7941" y="14136"/>
                </a:lnTo>
                <a:lnTo>
                  <a:pt x="7528" y="13998"/>
                </a:lnTo>
                <a:lnTo>
                  <a:pt x="7206" y="13861"/>
                </a:lnTo>
                <a:lnTo>
                  <a:pt x="6839" y="13677"/>
                </a:lnTo>
                <a:lnTo>
                  <a:pt x="6518" y="13493"/>
                </a:lnTo>
                <a:lnTo>
                  <a:pt x="6197" y="13264"/>
                </a:lnTo>
                <a:lnTo>
                  <a:pt x="5921" y="13034"/>
                </a:lnTo>
                <a:lnTo>
                  <a:pt x="5646" y="12759"/>
                </a:lnTo>
                <a:lnTo>
                  <a:pt x="5370" y="12484"/>
                </a:lnTo>
                <a:lnTo>
                  <a:pt x="5141" y="12162"/>
                </a:lnTo>
                <a:lnTo>
                  <a:pt x="4957" y="11841"/>
                </a:lnTo>
                <a:lnTo>
                  <a:pt x="4774" y="11474"/>
                </a:lnTo>
                <a:lnTo>
                  <a:pt x="4636" y="11107"/>
                </a:lnTo>
                <a:lnTo>
                  <a:pt x="4498" y="10740"/>
                </a:lnTo>
                <a:lnTo>
                  <a:pt x="4453" y="10373"/>
                </a:lnTo>
                <a:lnTo>
                  <a:pt x="4407" y="9959"/>
                </a:lnTo>
                <a:lnTo>
                  <a:pt x="4361" y="9546"/>
                </a:lnTo>
                <a:lnTo>
                  <a:pt x="4407" y="8858"/>
                </a:lnTo>
                <a:lnTo>
                  <a:pt x="4544" y="8215"/>
                </a:lnTo>
                <a:lnTo>
                  <a:pt x="4774" y="7573"/>
                </a:lnTo>
                <a:lnTo>
                  <a:pt x="5095" y="7022"/>
                </a:lnTo>
                <a:lnTo>
                  <a:pt x="5462" y="6471"/>
                </a:lnTo>
                <a:lnTo>
                  <a:pt x="5921" y="6012"/>
                </a:lnTo>
                <a:lnTo>
                  <a:pt x="6426" y="5645"/>
                </a:lnTo>
                <a:lnTo>
                  <a:pt x="7023" y="5278"/>
                </a:lnTo>
                <a:close/>
                <a:moveTo>
                  <a:pt x="9318" y="3075"/>
                </a:moveTo>
                <a:lnTo>
                  <a:pt x="9318" y="7802"/>
                </a:lnTo>
                <a:lnTo>
                  <a:pt x="9363" y="8032"/>
                </a:lnTo>
                <a:lnTo>
                  <a:pt x="9409" y="8261"/>
                </a:lnTo>
                <a:lnTo>
                  <a:pt x="9547" y="8445"/>
                </a:lnTo>
                <a:lnTo>
                  <a:pt x="9685" y="8628"/>
                </a:lnTo>
                <a:lnTo>
                  <a:pt x="9822" y="8766"/>
                </a:lnTo>
                <a:lnTo>
                  <a:pt x="10052" y="8858"/>
                </a:lnTo>
                <a:lnTo>
                  <a:pt x="10235" y="8950"/>
                </a:lnTo>
                <a:lnTo>
                  <a:pt x="12163" y="8950"/>
                </a:lnTo>
                <a:lnTo>
                  <a:pt x="9088" y="15834"/>
                </a:lnTo>
                <a:lnTo>
                  <a:pt x="9088" y="11199"/>
                </a:lnTo>
                <a:lnTo>
                  <a:pt x="9042" y="10969"/>
                </a:lnTo>
                <a:lnTo>
                  <a:pt x="8996" y="10740"/>
                </a:lnTo>
                <a:lnTo>
                  <a:pt x="8859" y="10556"/>
                </a:lnTo>
                <a:lnTo>
                  <a:pt x="8721" y="10373"/>
                </a:lnTo>
                <a:lnTo>
                  <a:pt x="8537" y="10235"/>
                </a:lnTo>
                <a:lnTo>
                  <a:pt x="8354" y="10143"/>
                </a:lnTo>
                <a:lnTo>
                  <a:pt x="8170" y="10051"/>
                </a:lnTo>
                <a:lnTo>
                  <a:pt x="5967" y="10051"/>
                </a:lnTo>
                <a:lnTo>
                  <a:pt x="9318" y="3075"/>
                </a:lnTo>
                <a:close/>
                <a:moveTo>
                  <a:pt x="9868" y="0"/>
                </a:moveTo>
                <a:lnTo>
                  <a:pt x="9685" y="46"/>
                </a:lnTo>
                <a:lnTo>
                  <a:pt x="9501" y="184"/>
                </a:lnTo>
                <a:lnTo>
                  <a:pt x="9409" y="321"/>
                </a:lnTo>
                <a:lnTo>
                  <a:pt x="9363" y="413"/>
                </a:lnTo>
                <a:lnTo>
                  <a:pt x="8629" y="413"/>
                </a:lnTo>
                <a:lnTo>
                  <a:pt x="7941" y="505"/>
                </a:lnTo>
                <a:lnTo>
                  <a:pt x="7252" y="597"/>
                </a:lnTo>
                <a:lnTo>
                  <a:pt x="6610" y="734"/>
                </a:lnTo>
                <a:lnTo>
                  <a:pt x="5967" y="964"/>
                </a:lnTo>
                <a:lnTo>
                  <a:pt x="5370" y="1193"/>
                </a:lnTo>
                <a:lnTo>
                  <a:pt x="4774" y="1515"/>
                </a:lnTo>
                <a:lnTo>
                  <a:pt x="4177" y="1836"/>
                </a:lnTo>
                <a:lnTo>
                  <a:pt x="3672" y="2203"/>
                </a:lnTo>
                <a:lnTo>
                  <a:pt x="3122" y="2662"/>
                </a:lnTo>
                <a:lnTo>
                  <a:pt x="2663" y="3121"/>
                </a:lnTo>
                <a:lnTo>
                  <a:pt x="2204" y="3580"/>
                </a:lnTo>
                <a:lnTo>
                  <a:pt x="1791" y="4131"/>
                </a:lnTo>
                <a:lnTo>
                  <a:pt x="1423" y="4681"/>
                </a:lnTo>
                <a:lnTo>
                  <a:pt x="1102" y="5278"/>
                </a:lnTo>
                <a:lnTo>
                  <a:pt x="781" y="5875"/>
                </a:lnTo>
                <a:lnTo>
                  <a:pt x="551" y="6471"/>
                </a:lnTo>
                <a:lnTo>
                  <a:pt x="368" y="7068"/>
                </a:lnTo>
                <a:lnTo>
                  <a:pt x="184" y="7665"/>
                </a:lnTo>
                <a:lnTo>
                  <a:pt x="92" y="8261"/>
                </a:lnTo>
                <a:lnTo>
                  <a:pt x="1" y="8858"/>
                </a:lnTo>
                <a:lnTo>
                  <a:pt x="1" y="9455"/>
                </a:lnTo>
                <a:lnTo>
                  <a:pt x="1" y="10097"/>
                </a:lnTo>
                <a:lnTo>
                  <a:pt x="47" y="10694"/>
                </a:lnTo>
                <a:lnTo>
                  <a:pt x="138" y="11290"/>
                </a:lnTo>
                <a:lnTo>
                  <a:pt x="276" y="11887"/>
                </a:lnTo>
                <a:lnTo>
                  <a:pt x="460" y="12484"/>
                </a:lnTo>
                <a:lnTo>
                  <a:pt x="689" y="13080"/>
                </a:lnTo>
                <a:lnTo>
                  <a:pt x="964" y="13631"/>
                </a:lnTo>
                <a:lnTo>
                  <a:pt x="1240" y="14182"/>
                </a:lnTo>
                <a:lnTo>
                  <a:pt x="1607" y="14733"/>
                </a:lnTo>
                <a:lnTo>
                  <a:pt x="2020" y="15237"/>
                </a:lnTo>
                <a:lnTo>
                  <a:pt x="1194" y="15237"/>
                </a:lnTo>
                <a:lnTo>
                  <a:pt x="964" y="15283"/>
                </a:lnTo>
                <a:lnTo>
                  <a:pt x="827" y="15375"/>
                </a:lnTo>
                <a:lnTo>
                  <a:pt x="689" y="15559"/>
                </a:lnTo>
                <a:lnTo>
                  <a:pt x="597" y="15742"/>
                </a:lnTo>
                <a:lnTo>
                  <a:pt x="597" y="15880"/>
                </a:lnTo>
                <a:lnTo>
                  <a:pt x="643" y="15972"/>
                </a:lnTo>
                <a:lnTo>
                  <a:pt x="735" y="16201"/>
                </a:lnTo>
                <a:lnTo>
                  <a:pt x="919" y="16339"/>
                </a:lnTo>
                <a:lnTo>
                  <a:pt x="1056" y="16385"/>
                </a:lnTo>
                <a:lnTo>
                  <a:pt x="3443" y="16385"/>
                </a:lnTo>
                <a:lnTo>
                  <a:pt x="3581" y="16339"/>
                </a:lnTo>
                <a:lnTo>
                  <a:pt x="3764" y="16201"/>
                </a:lnTo>
                <a:lnTo>
                  <a:pt x="3856" y="16110"/>
                </a:lnTo>
                <a:lnTo>
                  <a:pt x="3902" y="15972"/>
                </a:lnTo>
                <a:lnTo>
                  <a:pt x="3902" y="15834"/>
                </a:lnTo>
                <a:lnTo>
                  <a:pt x="3902" y="15696"/>
                </a:lnTo>
                <a:lnTo>
                  <a:pt x="3902" y="13723"/>
                </a:lnTo>
                <a:lnTo>
                  <a:pt x="3856" y="13493"/>
                </a:lnTo>
                <a:lnTo>
                  <a:pt x="3764" y="13310"/>
                </a:lnTo>
                <a:lnTo>
                  <a:pt x="3626" y="13218"/>
                </a:lnTo>
                <a:lnTo>
                  <a:pt x="3443" y="13126"/>
                </a:lnTo>
                <a:lnTo>
                  <a:pt x="3167" y="13126"/>
                </a:lnTo>
                <a:lnTo>
                  <a:pt x="2938" y="13264"/>
                </a:lnTo>
                <a:lnTo>
                  <a:pt x="2800" y="13448"/>
                </a:lnTo>
                <a:lnTo>
                  <a:pt x="2754" y="13585"/>
                </a:lnTo>
                <a:lnTo>
                  <a:pt x="2754" y="13677"/>
                </a:lnTo>
                <a:lnTo>
                  <a:pt x="2754" y="14411"/>
                </a:lnTo>
                <a:lnTo>
                  <a:pt x="2387" y="13907"/>
                </a:lnTo>
                <a:lnTo>
                  <a:pt x="2066" y="13356"/>
                </a:lnTo>
                <a:lnTo>
                  <a:pt x="1791" y="12851"/>
                </a:lnTo>
                <a:lnTo>
                  <a:pt x="1561" y="12300"/>
                </a:lnTo>
                <a:lnTo>
                  <a:pt x="1377" y="11795"/>
                </a:lnTo>
                <a:lnTo>
                  <a:pt x="1286" y="11245"/>
                </a:lnTo>
                <a:lnTo>
                  <a:pt x="1194" y="10740"/>
                </a:lnTo>
                <a:lnTo>
                  <a:pt x="1102" y="10189"/>
                </a:lnTo>
                <a:lnTo>
                  <a:pt x="1102" y="9684"/>
                </a:lnTo>
                <a:lnTo>
                  <a:pt x="1102" y="9179"/>
                </a:lnTo>
                <a:lnTo>
                  <a:pt x="1148" y="8674"/>
                </a:lnTo>
                <a:lnTo>
                  <a:pt x="1240" y="8169"/>
                </a:lnTo>
                <a:lnTo>
                  <a:pt x="1332" y="7711"/>
                </a:lnTo>
                <a:lnTo>
                  <a:pt x="1469" y="7206"/>
                </a:lnTo>
                <a:lnTo>
                  <a:pt x="1791" y="6334"/>
                </a:lnTo>
                <a:lnTo>
                  <a:pt x="2066" y="5829"/>
                </a:lnTo>
                <a:lnTo>
                  <a:pt x="2341" y="5324"/>
                </a:lnTo>
                <a:lnTo>
                  <a:pt x="2663" y="4819"/>
                </a:lnTo>
                <a:lnTo>
                  <a:pt x="3030" y="4406"/>
                </a:lnTo>
                <a:lnTo>
                  <a:pt x="3397" y="3947"/>
                </a:lnTo>
                <a:lnTo>
                  <a:pt x="3810" y="3580"/>
                </a:lnTo>
                <a:lnTo>
                  <a:pt x="4223" y="3213"/>
                </a:lnTo>
                <a:lnTo>
                  <a:pt x="4636" y="2891"/>
                </a:lnTo>
                <a:lnTo>
                  <a:pt x="5141" y="2616"/>
                </a:lnTo>
                <a:lnTo>
                  <a:pt x="5600" y="2341"/>
                </a:lnTo>
                <a:lnTo>
                  <a:pt x="6105" y="2111"/>
                </a:lnTo>
                <a:lnTo>
                  <a:pt x="6610" y="1928"/>
                </a:lnTo>
                <a:lnTo>
                  <a:pt x="7160" y="1790"/>
                </a:lnTo>
                <a:lnTo>
                  <a:pt x="7711" y="1652"/>
                </a:lnTo>
                <a:lnTo>
                  <a:pt x="8262" y="1606"/>
                </a:lnTo>
                <a:lnTo>
                  <a:pt x="8813" y="1560"/>
                </a:lnTo>
                <a:lnTo>
                  <a:pt x="7711" y="3809"/>
                </a:lnTo>
                <a:lnTo>
                  <a:pt x="7252" y="3947"/>
                </a:lnTo>
                <a:lnTo>
                  <a:pt x="6793" y="4131"/>
                </a:lnTo>
                <a:lnTo>
                  <a:pt x="6334" y="4360"/>
                </a:lnTo>
                <a:lnTo>
                  <a:pt x="5921" y="4590"/>
                </a:lnTo>
                <a:lnTo>
                  <a:pt x="5508" y="4865"/>
                </a:lnTo>
                <a:lnTo>
                  <a:pt x="5141" y="5186"/>
                </a:lnTo>
                <a:lnTo>
                  <a:pt x="4820" y="5508"/>
                </a:lnTo>
                <a:lnTo>
                  <a:pt x="4498" y="5875"/>
                </a:lnTo>
                <a:lnTo>
                  <a:pt x="4223" y="6288"/>
                </a:lnTo>
                <a:lnTo>
                  <a:pt x="3948" y="6701"/>
                </a:lnTo>
                <a:lnTo>
                  <a:pt x="3718" y="7114"/>
                </a:lnTo>
                <a:lnTo>
                  <a:pt x="3535" y="7573"/>
                </a:lnTo>
                <a:lnTo>
                  <a:pt x="3397" y="8032"/>
                </a:lnTo>
                <a:lnTo>
                  <a:pt x="3305" y="8537"/>
                </a:lnTo>
                <a:lnTo>
                  <a:pt x="3213" y="9042"/>
                </a:lnTo>
                <a:lnTo>
                  <a:pt x="3213" y="9546"/>
                </a:lnTo>
                <a:lnTo>
                  <a:pt x="3213" y="10051"/>
                </a:lnTo>
                <a:lnTo>
                  <a:pt x="3305" y="10602"/>
                </a:lnTo>
                <a:lnTo>
                  <a:pt x="3397" y="11061"/>
                </a:lnTo>
                <a:lnTo>
                  <a:pt x="3581" y="11566"/>
                </a:lnTo>
                <a:lnTo>
                  <a:pt x="3764" y="12025"/>
                </a:lnTo>
                <a:lnTo>
                  <a:pt x="3994" y="12484"/>
                </a:lnTo>
                <a:lnTo>
                  <a:pt x="4269" y="12897"/>
                </a:lnTo>
                <a:lnTo>
                  <a:pt x="4544" y="13264"/>
                </a:lnTo>
                <a:lnTo>
                  <a:pt x="4866" y="13631"/>
                </a:lnTo>
                <a:lnTo>
                  <a:pt x="5233" y="13998"/>
                </a:lnTo>
                <a:lnTo>
                  <a:pt x="5646" y="14274"/>
                </a:lnTo>
                <a:lnTo>
                  <a:pt x="6059" y="14549"/>
                </a:lnTo>
                <a:lnTo>
                  <a:pt x="6472" y="14824"/>
                </a:lnTo>
                <a:lnTo>
                  <a:pt x="6931" y="15008"/>
                </a:lnTo>
                <a:lnTo>
                  <a:pt x="7436" y="15192"/>
                </a:lnTo>
                <a:lnTo>
                  <a:pt x="7941" y="15283"/>
                </a:lnTo>
                <a:lnTo>
                  <a:pt x="7941" y="18496"/>
                </a:lnTo>
                <a:lnTo>
                  <a:pt x="7987" y="18726"/>
                </a:lnTo>
                <a:lnTo>
                  <a:pt x="8078" y="18909"/>
                </a:lnTo>
                <a:lnTo>
                  <a:pt x="8262" y="19047"/>
                </a:lnTo>
                <a:lnTo>
                  <a:pt x="8491" y="19093"/>
                </a:lnTo>
                <a:lnTo>
                  <a:pt x="8629" y="19047"/>
                </a:lnTo>
                <a:lnTo>
                  <a:pt x="8767" y="19001"/>
                </a:lnTo>
                <a:lnTo>
                  <a:pt x="8950" y="18863"/>
                </a:lnTo>
                <a:lnTo>
                  <a:pt x="9042" y="18726"/>
                </a:lnTo>
                <a:lnTo>
                  <a:pt x="9042" y="18634"/>
                </a:lnTo>
                <a:lnTo>
                  <a:pt x="10006" y="18588"/>
                </a:lnTo>
                <a:lnTo>
                  <a:pt x="10878" y="18496"/>
                </a:lnTo>
                <a:lnTo>
                  <a:pt x="11750" y="18267"/>
                </a:lnTo>
                <a:lnTo>
                  <a:pt x="12622" y="17945"/>
                </a:lnTo>
                <a:lnTo>
                  <a:pt x="13402" y="17578"/>
                </a:lnTo>
                <a:lnTo>
                  <a:pt x="14183" y="17119"/>
                </a:lnTo>
                <a:lnTo>
                  <a:pt x="14871" y="16568"/>
                </a:lnTo>
                <a:lnTo>
                  <a:pt x="15514" y="16018"/>
                </a:lnTo>
                <a:lnTo>
                  <a:pt x="16110" y="15329"/>
                </a:lnTo>
                <a:lnTo>
                  <a:pt x="16661" y="14641"/>
                </a:lnTo>
                <a:lnTo>
                  <a:pt x="17120" y="13907"/>
                </a:lnTo>
                <a:lnTo>
                  <a:pt x="17487" y="13080"/>
                </a:lnTo>
                <a:lnTo>
                  <a:pt x="17808" y="12254"/>
                </a:lnTo>
                <a:lnTo>
                  <a:pt x="18038" y="11382"/>
                </a:lnTo>
                <a:lnTo>
                  <a:pt x="18176" y="10464"/>
                </a:lnTo>
                <a:lnTo>
                  <a:pt x="18221" y="9546"/>
                </a:lnTo>
                <a:lnTo>
                  <a:pt x="18176" y="9133"/>
                </a:lnTo>
                <a:lnTo>
                  <a:pt x="18130" y="8674"/>
                </a:lnTo>
                <a:lnTo>
                  <a:pt x="17900" y="7756"/>
                </a:lnTo>
                <a:lnTo>
                  <a:pt x="17579" y="6839"/>
                </a:lnTo>
                <a:lnTo>
                  <a:pt x="17212" y="5921"/>
                </a:lnTo>
                <a:lnTo>
                  <a:pt x="16845" y="5094"/>
                </a:lnTo>
                <a:lnTo>
                  <a:pt x="16523" y="4452"/>
                </a:lnTo>
                <a:lnTo>
                  <a:pt x="16202" y="3855"/>
                </a:lnTo>
                <a:lnTo>
                  <a:pt x="17028" y="3855"/>
                </a:lnTo>
                <a:lnTo>
                  <a:pt x="17258" y="3809"/>
                </a:lnTo>
                <a:lnTo>
                  <a:pt x="17441" y="3718"/>
                </a:lnTo>
                <a:lnTo>
                  <a:pt x="17533" y="3580"/>
                </a:lnTo>
                <a:lnTo>
                  <a:pt x="17625" y="3396"/>
                </a:lnTo>
                <a:lnTo>
                  <a:pt x="17625" y="3259"/>
                </a:lnTo>
                <a:lnTo>
                  <a:pt x="17625" y="3121"/>
                </a:lnTo>
                <a:lnTo>
                  <a:pt x="17487" y="2891"/>
                </a:lnTo>
                <a:lnTo>
                  <a:pt x="17303" y="2754"/>
                </a:lnTo>
                <a:lnTo>
                  <a:pt x="17166" y="2708"/>
                </a:lnTo>
                <a:lnTo>
                  <a:pt x="14917" y="2708"/>
                </a:lnTo>
                <a:lnTo>
                  <a:pt x="14687" y="2754"/>
                </a:lnTo>
                <a:lnTo>
                  <a:pt x="14504" y="2891"/>
                </a:lnTo>
                <a:lnTo>
                  <a:pt x="14366" y="3075"/>
                </a:lnTo>
                <a:lnTo>
                  <a:pt x="14320" y="3259"/>
                </a:lnTo>
                <a:lnTo>
                  <a:pt x="14320" y="5416"/>
                </a:lnTo>
                <a:lnTo>
                  <a:pt x="14366" y="5599"/>
                </a:lnTo>
                <a:lnTo>
                  <a:pt x="14458" y="5783"/>
                </a:lnTo>
                <a:lnTo>
                  <a:pt x="14596" y="5921"/>
                </a:lnTo>
                <a:lnTo>
                  <a:pt x="14825" y="5966"/>
                </a:lnTo>
                <a:lnTo>
                  <a:pt x="15055" y="5966"/>
                </a:lnTo>
                <a:lnTo>
                  <a:pt x="15284" y="5875"/>
                </a:lnTo>
                <a:lnTo>
                  <a:pt x="15422" y="5645"/>
                </a:lnTo>
                <a:lnTo>
                  <a:pt x="15468" y="5553"/>
                </a:lnTo>
                <a:lnTo>
                  <a:pt x="15468" y="5416"/>
                </a:lnTo>
                <a:lnTo>
                  <a:pt x="15468" y="4773"/>
                </a:lnTo>
                <a:lnTo>
                  <a:pt x="15835" y="5324"/>
                </a:lnTo>
                <a:lnTo>
                  <a:pt x="16156" y="5875"/>
                </a:lnTo>
                <a:lnTo>
                  <a:pt x="16431" y="6425"/>
                </a:lnTo>
                <a:lnTo>
                  <a:pt x="16661" y="7022"/>
                </a:lnTo>
                <a:lnTo>
                  <a:pt x="16845" y="7619"/>
                </a:lnTo>
                <a:lnTo>
                  <a:pt x="16936" y="8261"/>
                </a:lnTo>
                <a:lnTo>
                  <a:pt x="17028" y="8904"/>
                </a:lnTo>
                <a:lnTo>
                  <a:pt x="17074" y="9546"/>
                </a:lnTo>
                <a:lnTo>
                  <a:pt x="17028" y="10327"/>
                </a:lnTo>
                <a:lnTo>
                  <a:pt x="16890" y="11107"/>
                </a:lnTo>
                <a:lnTo>
                  <a:pt x="16707" y="11841"/>
                </a:lnTo>
                <a:lnTo>
                  <a:pt x="16477" y="12576"/>
                </a:lnTo>
                <a:lnTo>
                  <a:pt x="16156" y="13264"/>
                </a:lnTo>
                <a:lnTo>
                  <a:pt x="15789" y="13861"/>
                </a:lnTo>
                <a:lnTo>
                  <a:pt x="15330" y="14503"/>
                </a:lnTo>
                <a:lnTo>
                  <a:pt x="14871" y="15054"/>
                </a:lnTo>
                <a:lnTo>
                  <a:pt x="14320" y="15559"/>
                </a:lnTo>
                <a:lnTo>
                  <a:pt x="13769" y="16018"/>
                </a:lnTo>
                <a:lnTo>
                  <a:pt x="13127" y="16385"/>
                </a:lnTo>
                <a:lnTo>
                  <a:pt x="12484" y="16752"/>
                </a:lnTo>
                <a:lnTo>
                  <a:pt x="11796" y="17027"/>
                </a:lnTo>
                <a:lnTo>
                  <a:pt x="11062" y="17257"/>
                </a:lnTo>
                <a:lnTo>
                  <a:pt x="10327" y="17395"/>
                </a:lnTo>
                <a:lnTo>
                  <a:pt x="9593" y="17486"/>
                </a:lnTo>
                <a:lnTo>
                  <a:pt x="10603" y="15192"/>
                </a:lnTo>
                <a:lnTo>
                  <a:pt x="11062" y="15054"/>
                </a:lnTo>
                <a:lnTo>
                  <a:pt x="11521" y="14870"/>
                </a:lnTo>
                <a:lnTo>
                  <a:pt x="11934" y="14687"/>
                </a:lnTo>
                <a:lnTo>
                  <a:pt x="12347" y="14411"/>
                </a:lnTo>
                <a:lnTo>
                  <a:pt x="12714" y="14136"/>
                </a:lnTo>
                <a:lnTo>
                  <a:pt x="13081" y="13815"/>
                </a:lnTo>
                <a:lnTo>
                  <a:pt x="13402" y="13493"/>
                </a:lnTo>
                <a:lnTo>
                  <a:pt x="13724" y="13126"/>
                </a:lnTo>
                <a:lnTo>
                  <a:pt x="13999" y="12759"/>
                </a:lnTo>
                <a:lnTo>
                  <a:pt x="14228" y="12346"/>
                </a:lnTo>
                <a:lnTo>
                  <a:pt x="14458" y="11933"/>
                </a:lnTo>
                <a:lnTo>
                  <a:pt x="14642" y="11474"/>
                </a:lnTo>
                <a:lnTo>
                  <a:pt x="14779" y="11015"/>
                </a:lnTo>
                <a:lnTo>
                  <a:pt x="14871" y="10510"/>
                </a:lnTo>
                <a:lnTo>
                  <a:pt x="14963" y="10051"/>
                </a:lnTo>
                <a:lnTo>
                  <a:pt x="14963" y="9546"/>
                </a:lnTo>
                <a:lnTo>
                  <a:pt x="14917" y="9042"/>
                </a:lnTo>
                <a:lnTo>
                  <a:pt x="14871" y="8537"/>
                </a:lnTo>
                <a:lnTo>
                  <a:pt x="14779" y="8032"/>
                </a:lnTo>
                <a:lnTo>
                  <a:pt x="14642" y="7573"/>
                </a:lnTo>
                <a:lnTo>
                  <a:pt x="14458" y="7114"/>
                </a:lnTo>
                <a:lnTo>
                  <a:pt x="14228" y="6701"/>
                </a:lnTo>
                <a:lnTo>
                  <a:pt x="13953" y="6288"/>
                </a:lnTo>
                <a:lnTo>
                  <a:pt x="13678" y="5875"/>
                </a:lnTo>
                <a:lnTo>
                  <a:pt x="13356" y="5508"/>
                </a:lnTo>
                <a:lnTo>
                  <a:pt x="13035" y="5186"/>
                </a:lnTo>
                <a:lnTo>
                  <a:pt x="12668" y="4865"/>
                </a:lnTo>
                <a:lnTo>
                  <a:pt x="12255" y="4590"/>
                </a:lnTo>
                <a:lnTo>
                  <a:pt x="11842" y="4360"/>
                </a:lnTo>
                <a:lnTo>
                  <a:pt x="11429" y="4131"/>
                </a:lnTo>
                <a:lnTo>
                  <a:pt x="10970" y="3947"/>
                </a:lnTo>
                <a:lnTo>
                  <a:pt x="10511" y="3809"/>
                </a:lnTo>
                <a:lnTo>
                  <a:pt x="10511" y="597"/>
                </a:lnTo>
                <a:lnTo>
                  <a:pt x="10465" y="367"/>
                </a:lnTo>
                <a:lnTo>
                  <a:pt x="10373" y="229"/>
                </a:lnTo>
                <a:lnTo>
                  <a:pt x="10235" y="92"/>
                </a:lnTo>
                <a:lnTo>
                  <a:pt x="100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1"/>
          <p:cNvSpPr/>
          <p:nvPr/>
        </p:nvSpPr>
        <p:spPr>
          <a:xfrm>
            <a:off x="6180735" y="1186476"/>
            <a:ext cx="259716" cy="439139"/>
          </a:xfrm>
          <a:custGeom>
            <a:rect b="b" l="l" r="r" t="t"/>
            <a:pathLst>
              <a:path extrusionOk="0" h="19093" w="11292">
                <a:moveTo>
                  <a:pt x="6243" y="4498"/>
                </a:moveTo>
                <a:lnTo>
                  <a:pt x="7620" y="6884"/>
                </a:lnTo>
                <a:lnTo>
                  <a:pt x="6243" y="8261"/>
                </a:lnTo>
                <a:lnTo>
                  <a:pt x="6243" y="4498"/>
                </a:lnTo>
                <a:close/>
                <a:moveTo>
                  <a:pt x="8170" y="7894"/>
                </a:moveTo>
                <a:lnTo>
                  <a:pt x="8767" y="9087"/>
                </a:lnTo>
                <a:lnTo>
                  <a:pt x="9318" y="10281"/>
                </a:lnTo>
                <a:lnTo>
                  <a:pt x="6243" y="13356"/>
                </a:lnTo>
                <a:lnTo>
                  <a:pt x="6243" y="9822"/>
                </a:lnTo>
                <a:lnTo>
                  <a:pt x="8170" y="7894"/>
                </a:lnTo>
                <a:close/>
                <a:moveTo>
                  <a:pt x="5095" y="2570"/>
                </a:moveTo>
                <a:lnTo>
                  <a:pt x="5095" y="16018"/>
                </a:lnTo>
                <a:lnTo>
                  <a:pt x="4682" y="15926"/>
                </a:lnTo>
                <a:lnTo>
                  <a:pt x="4269" y="15834"/>
                </a:lnTo>
                <a:lnTo>
                  <a:pt x="3856" y="15651"/>
                </a:lnTo>
                <a:lnTo>
                  <a:pt x="3489" y="15513"/>
                </a:lnTo>
                <a:lnTo>
                  <a:pt x="3168" y="15283"/>
                </a:lnTo>
                <a:lnTo>
                  <a:pt x="2801" y="15054"/>
                </a:lnTo>
                <a:lnTo>
                  <a:pt x="2525" y="14779"/>
                </a:lnTo>
                <a:lnTo>
                  <a:pt x="2204" y="14503"/>
                </a:lnTo>
                <a:lnTo>
                  <a:pt x="1974" y="14182"/>
                </a:lnTo>
                <a:lnTo>
                  <a:pt x="1745" y="13861"/>
                </a:lnTo>
                <a:lnTo>
                  <a:pt x="1561" y="13493"/>
                </a:lnTo>
                <a:lnTo>
                  <a:pt x="1378" y="13126"/>
                </a:lnTo>
                <a:lnTo>
                  <a:pt x="1240" y="12713"/>
                </a:lnTo>
                <a:lnTo>
                  <a:pt x="1148" y="12300"/>
                </a:lnTo>
                <a:lnTo>
                  <a:pt x="1102" y="11887"/>
                </a:lnTo>
                <a:lnTo>
                  <a:pt x="1056" y="11428"/>
                </a:lnTo>
                <a:lnTo>
                  <a:pt x="1102" y="11107"/>
                </a:lnTo>
                <a:lnTo>
                  <a:pt x="1148" y="10694"/>
                </a:lnTo>
                <a:lnTo>
                  <a:pt x="1286" y="10189"/>
                </a:lnTo>
                <a:lnTo>
                  <a:pt x="1470" y="9684"/>
                </a:lnTo>
                <a:lnTo>
                  <a:pt x="1883" y="8583"/>
                </a:lnTo>
                <a:lnTo>
                  <a:pt x="2433" y="7389"/>
                </a:lnTo>
                <a:lnTo>
                  <a:pt x="3076" y="6104"/>
                </a:lnTo>
                <a:lnTo>
                  <a:pt x="3764" y="4865"/>
                </a:lnTo>
                <a:lnTo>
                  <a:pt x="5095" y="2570"/>
                </a:lnTo>
                <a:close/>
                <a:moveTo>
                  <a:pt x="9777" y="11382"/>
                </a:moveTo>
                <a:lnTo>
                  <a:pt x="9960" y="11979"/>
                </a:lnTo>
                <a:lnTo>
                  <a:pt x="10144" y="12484"/>
                </a:lnTo>
                <a:lnTo>
                  <a:pt x="10236" y="12989"/>
                </a:lnTo>
                <a:lnTo>
                  <a:pt x="10236" y="13356"/>
                </a:lnTo>
                <a:lnTo>
                  <a:pt x="10236" y="13815"/>
                </a:lnTo>
                <a:lnTo>
                  <a:pt x="10190" y="14228"/>
                </a:lnTo>
                <a:lnTo>
                  <a:pt x="10098" y="14641"/>
                </a:lnTo>
                <a:lnTo>
                  <a:pt x="9960" y="15008"/>
                </a:lnTo>
                <a:lnTo>
                  <a:pt x="9777" y="15421"/>
                </a:lnTo>
                <a:lnTo>
                  <a:pt x="9593" y="15742"/>
                </a:lnTo>
                <a:lnTo>
                  <a:pt x="9364" y="16110"/>
                </a:lnTo>
                <a:lnTo>
                  <a:pt x="9088" y="16431"/>
                </a:lnTo>
                <a:lnTo>
                  <a:pt x="8813" y="16706"/>
                </a:lnTo>
                <a:lnTo>
                  <a:pt x="8492" y="16982"/>
                </a:lnTo>
                <a:lnTo>
                  <a:pt x="8170" y="17211"/>
                </a:lnTo>
                <a:lnTo>
                  <a:pt x="7803" y="17395"/>
                </a:lnTo>
                <a:lnTo>
                  <a:pt x="7436" y="17578"/>
                </a:lnTo>
                <a:lnTo>
                  <a:pt x="7069" y="17716"/>
                </a:lnTo>
                <a:lnTo>
                  <a:pt x="6656" y="17854"/>
                </a:lnTo>
                <a:lnTo>
                  <a:pt x="6243" y="17899"/>
                </a:lnTo>
                <a:lnTo>
                  <a:pt x="6243" y="14962"/>
                </a:lnTo>
                <a:lnTo>
                  <a:pt x="9777" y="11382"/>
                </a:lnTo>
                <a:close/>
                <a:moveTo>
                  <a:pt x="5646" y="0"/>
                </a:moveTo>
                <a:lnTo>
                  <a:pt x="5463" y="46"/>
                </a:lnTo>
                <a:lnTo>
                  <a:pt x="5279" y="138"/>
                </a:lnTo>
                <a:lnTo>
                  <a:pt x="5187" y="275"/>
                </a:lnTo>
                <a:lnTo>
                  <a:pt x="4545" y="1239"/>
                </a:lnTo>
                <a:lnTo>
                  <a:pt x="3764" y="2524"/>
                </a:lnTo>
                <a:lnTo>
                  <a:pt x="2938" y="4039"/>
                </a:lnTo>
                <a:lnTo>
                  <a:pt x="2066" y="5691"/>
                </a:lnTo>
                <a:lnTo>
                  <a:pt x="1286" y="7343"/>
                </a:lnTo>
                <a:lnTo>
                  <a:pt x="919" y="8124"/>
                </a:lnTo>
                <a:lnTo>
                  <a:pt x="598" y="8904"/>
                </a:lnTo>
                <a:lnTo>
                  <a:pt x="322" y="9638"/>
                </a:lnTo>
                <a:lnTo>
                  <a:pt x="139" y="10327"/>
                </a:lnTo>
                <a:lnTo>
                  <a:pt x="1" y="10923"/>
                </a:lnTo>
                <a:lnTo>
                  <a:pt x="1" y="11428"/>
                </a:lnTo>
                <a:lnTo>
                  <a:pt x="1" y="11979"/>
                </a:lnTo>
                <a:lnTo>
                  <a:pt x="93" y="12530"/>
                </a:lnTo>
                <a:lnTo>
                  <a:pt x="184" y="13034"/>
                </a:lnTo>
                <a:lnTo>
                  <a:pt x="368" y="13539"/>
                </a:lnTo>
                <a:lnTo>
                  <a:pt x="598" y="13998"/>
                </a:lnTo>
                <a:lnTo>
                  <a:pt x="827" y="14457"/>
                </a:lnTo>
                <a:lnTo>
                  <a:pt x="1148" y="14916"/>
                </a:lnTo>
                <a:lnTo>
                  <a:pt x="1470" y="15283"/>
                </a:lnTo>
                <a:lnTo>
                  <a:pt x="1837" y="15651"/>
                </a:lnTo>
                <a:lnTo>
                  <a:pt x="2204" y="15972"/>
                </a:lnTo>
                <a:lnTo>
                  <a:pt x="2617" y="16293"/>
                </a:lnTo>
                <a:lnTo>
                  <a:pt x="3076" y="16523"/>
                </a:lnTo>
                <a:lnTo>
                  <a:pt x="3535" y="16752"/>
                </a:lnTo>
                <a:lnTo>
                  <a:pt x="4040" y="16936"/>
                </a:lnTo>
                <a:lnTo>
                  <a:pt x="4545" y="17073"/>
                </a:lnTo>
                <a:lnTo>
                  <a:pt x="5095" y="17119"/>
                </a:lnTo>
                <a:lnTo>
                  <a:pt x="5095" y="18496"/>
                </a:lnTo>
                <a:lnTo>
                  <a:pt x="5141" y="18726"/>
                </a:lnTo>
                <a:lnTo>
                  <a:pt x="5233" y="18909"/>
                </a:lnTo>
                <a:lnTo>
                  <a:pt x="5417" y="19047"/>
                </a:lnTo>
                <a:lnTo>
                  <a:pt x="5646" y="19093"/>
                </a:lnTo>
                <a:lnTo>
                  <a:pt x="6243" y="19047"/>
                </a:lnTo>
                <a:lnTo>
                  <a:pt x="6794" y="18955"/>
                </a:lnTo>
                <a:lnTo>
                  <a:pt x="7344" y="18817"/>
                </a:lnTo>
                <a:lnTo>
                  <a:pt x="7849" y="18634"/>
                </a:lnTo>
                <a:lnTo>
                  <a:pt x="8354" y="18404"/>
                </a:lnTo>
                <a:lnTo>
                  <a:pt x="8813" y="18083"/>
                </a:lnTo>
                <a:lnTo>
                  <a:pt x="9226" y="17762"/>
                </a:lnTo>
                <a:lnTo>
                  <a:pt x="9639" y="17395"/>
                </a:lnTo>
                <a:lnTo>
                  <a:pt x="10006" y="16982"/>
                </a:lnTo>
                <a:lnTo>
                  <a:pt x="10328" y="16568"/>
                </a:lnTo>
                <a:lnTo>
                  <a:pt x="10603" y="16110"/>
                </a:lnTo>
                <a:lnTo>
                  <a:pt x="10878" y="15605"/>
                </a:lnTo>
                <a:lnTo>
                  <a:pt x="11062" y="15054"/>
                </a:lnTo>
                <a:lnTo>
                  <a:pt x="11200" y="14503"/>
                </a:lnTo>
                <a:lnTo>
                  <a:pt x="11291" y="13952"/>
                </a:lnTo>
                <a:lnTo>
                  <a:pt x="11291" y="13356"/>
                </a:lnTo>
                <a:lnTo>
                  <a:pt x="11245" y="12851"/>
                </a:lnTo>
                <a:lnTo>
                  <a:pt x="11154" y="12254"/>
                </a:lnTo>
                <a:lnTo>
                  <a:pt x="10970" y="11566"/>
                </a:lnTo>
                <a:lnTo>
                  <a:pt x="10695" y="10877"/>
                </a:lnTo>
                <a:lnTo>
                  <a:pt x="10373" y="10097"/>
                </a:lnTo>
                <a:lnTo>
                  <a:pt x="10052" y="9317"/>
                </a:lnTo>
                <a:lnTo>
                  <a:pt x="9272" y="7711"/>
                </a:lnTo>
                <a:lnTo>
                  <a:pt x="8400" y="6104"/>
                </a:lnTo>
                <a:lnTo>
                  <a:pt x="7574" y="4590"/>
                </a:lnTo>
                <a:lnTo>
                  <a:pt x="6197" y="2341"/>
                </a:lnTo>
                <a:lnTo>
                  <a:pt x="6197" y="551"/>
                </a:lnTo>
                <a:lnTo>
                  <a:pt x="6151" y="367"/>
                </a:lnTo>
                <a:lnTo>
                  <a:pt x="6059" y="229"/>
                </a:lnTo>
                <a:lnTo>
                  <a:pt x="5967" y="92"/>
                </a:lnTo>
                <a:lnTo>
                  <a:pt x="5784" y="46"/>
                </a:lnTo>
                <a:lnTo>
                  <a:pt x="56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61"/>
          <p:cNvGrpSpPr/>
          <p:nvPr/>
        </p:nvGrpSpPr>
        <p:grpSpPr>
          <a:xfrm>
            <a:off x="6742326" y="1186476"/>
            <a:ext cx="409607" cy="438081"/>
            <a:chOff x="6742326" y="1399526"/>
            <a:chExt cx="409607" cy="438081"/>
          </a:xfrm>
        </p:grpSpPr>
        <p:sp>
          <p:nvSpPr>
            <p:cNvPr id="868" name="Google Shape;868;p61"/>
            <p:cNvSpPr/>
            <p:nvPr/>
          </p:nvSpPr>
          <p:spPr>
            <a:xfrm>
              <a:off x="6742326" y="1399526"/>
              <a:ext cx="207989" cy="438081"/>
            </a:xfrm>
            <a:custGeom>
              <a:rect b="b" l="l" r="r" t="t"/>
              <a:pathLst>
                <a:path extrusionOk="0" h="19047" w="9043">
                  <a:moveTo>
                    <a:pt x="4590" y="1193"/>
                  </a:moveTo>
                  <a:lnTo>
                    <a:pt x="4912" y="1239"/>
                  </a:lnTo>
                  <a:lnTo>
                    <a:pt x="5187" y="1331"/>
                  </a:lnTo>
                  <a:lnTo>
                    <a:pt x="5462" y="1469"/>
                  </a:lnTo>
                  <a:lnTo>
                    <a:pt x="5692" y="1698"/>
                  </a:lnTo>
                  <a:lnTo>
                    <a:pt x="5875" y="1928"/>
                  </a:lnTo>
                  <a:lnTo>
                    <a:pt x="6013" y="2203"/>
                  </a:lnTo>
                  <a:lnTo>
                    <a:pt x="6105" y="2478"/>
                  </a:lnTo>
                  <a:lnTo>
                    <a:pt x="6151" y="2800"/>
                  </a:lnTo>
                  <a:lnTo>
                    <a:pt x="6151" y="11290"/>
                  </a:lnTo>
                  <a:lnTo>
                    <a:pt x="6151" y="11428"/>
                  </a:lnTo>
                  <a:lnTo>
                    <a:pt x="6197" y="11566"/>
                  </a:lnTo>
                  <a:lnTo>
                    <a:pt x="6288" y="11658"/>
                  </a:lnTo>
                  <a:lnTo>
                    <a:pt x="6380" y="11749"/>
                  </a:lnTo>
                  <a:lnTo>
                    <a:pt x="6702" y="12025"/>
                  </a:lnTo>
                  <a:lnTo>
                    <a:pt x="7023" y="12300"/>
                  </a:lnTo>
                  <a:lnTo>
                    <a:pt x="7252" y="12621"/>
                  </a:lnTo>
                  <a:lnTo>
                    <a:pt x="7482" y="12943"/>
                  </a:lnTo>
                  <a:lnTo>
                    <a:pt x="7619" y="13356"/>
                  </a:lnTo>
                  <a:lnTo>
                    <a:pt x="7757" y="13723"/>
                  </a:lnTo>
                  <a:lnTo>
                    <a:pt x="7849" y="14136"/>
                  </a:lnTo>
                  <a:lnTo>
                    <a:pt x="7849" y="14549"/>
                  </a:lnTo>
                  <a:lnTo>
                    <a:pt x="7849" y="14870"/>
                  </a:lnTo>
                  <a:lnTo>
                    <a:pt x="7803" y="15237"/>
                  </a:lnTo>
                  <a:lnTo>
                    <a:pt x="7711" y="15559"/>
                  </a:lnTo>
                  <a:lnTo>
                    <a:pt x="7619" y="15834"/>
                  </a:lnTo>
                  <a:lnTo>
                    <a:pt x="7482" y="16155"/>
                  </a:lnTo>
                  <a:lnTo>
                    <a:pt x="7298" y="16431"/>
                  </a:lnTo>
                  <a:lnTo>
                    <a:pt x="7115" y="16660"/>
                  </a:lnTo>
                  <a:lnTo>
                    <a:pt x="6885" y="16936"/>
                  </a:lnTo>
                  <a:lnTo>
                    <a:pt x="6656" y="17119"/>
                  </a:lnTo>
                  <a:lnTo>
                    <a:pt x="6380" y="17349"/>
                  </a:lnTo>
                  <a:lnTo>
                    <a:pt x="6105" y="17486"/>
                  </a:lnTo>
                  <a:lnTo>
                    <a:pt x="5830" y="17624"/>
                  </a:lnTo>
                  <a:lnTo>
                    <a:pt x="5508" y="17762"/>
                  </a:lnTo>
                  <a:lnTo>
                    <a:pt x="5187" y="17854"/>
                  </a:lnTo>
                  <a:lnTo>
                    <a:pt x="4866" y="17899"/>
                  </a:lnTo>
                  <a:lnTo>
                    <a:pt x="4177" y="17899"/>
                  </a:lnTo>
                  <a:lnTo>
                    <a:pt x="3810" y="17854"/>
                  </a:lnTo>
                  <a:lnTo>
                    <a:pt x="3489" y="17762"/>
                  </a:lnTo>
                  <a:lnTo>
                    <a:pt x="3213" y="17624"/>
                  </a:lnTo>
                  <a:lnTo>
                    <a:pt x="2892" y="17486"/>
                  </a:lnTo>
                  <a:lnTo>
                    <a:pt x="2617" y="17349"/>
                  </a:lnTo>
                  <a:lnTo>
                    <a:pt x="2341" y="17119"/>
                  </a:lnTo>
                  <a:lnTo>
                    <a:pt x="2112" y="16936"/>
                  </a:lnTo>
                  <a:lnTo>
                    <a:pt x="1928" y="16660"/>
                  </a:lnTo>
                  <a:lnTo>
                    <a:pt x="1699" y="16431"/>
                  </a:lnTo>
                  <a:lnTo>
                    <a:pt x="1561" y="16155"/>
                  </a:lnTo>
                  <a:lnTo>
                    <a:pt x="1423" y="15834"/>
                  </a:lnTo>
                  <a:lnTo>
                    <a:pt x="1286" y="15559"/>
                  </a:lnTo>
                  <a:lnTo>
                    <a:pt x="1194" y="15237"/>
                  </a:lnTo>
                  <a:lnTo>
                    <a:pt x="1148" y="14870"/>
                  </a:lnTo>
                  <a:lnTo>
                    <a:pt x="1148" y="14549"/>
                  </a:lnTo>
                  <a:lnTo>
                    <a:pt x="1148" y="14136"/>
                  </a:lnTo>
                  <a:lnTo>
                    <a:pt x="1240" y="13723"/>
                  </a:lnTo>
                  <a:lnTo>
                    <a:pt x="1378" y="13356"/>
                  </a:lnTo>
                  <a:lnTo>
                    <a:pt x="1515" y="12943"/>
                  </a:lnTo>
                  <a:lnTo>
                    <a:pt x="1745" y="12621"/>
                  </a:lnTo>
                  <a:lnTo>
                    <a:pt x="1974" y="12300"/>
                  </a:lnTo>
                  <a:lnTo>
                    <a:pt x="2295" y="12025"/>
                  </a:lnTo>
                  <a:lnTo>
                    <a:pt x="2617" y="11749"/>
                  </a:lnTo>
                  <a:lnTo>
                    <a:pt x="2709" y="11658"/>
                  </a:lnTo>
                  <a:lnTo>
                    <a:pt x="2800" y="11566"/>
                  </a:lnTo>
                  <a:lnTo>
                    <a:pt x="2846" y="11428"/>
                  </a:lnTo>
                  <a:lnTo>
                    <a:pt x="2846" y="11290"/>
                  </a:lnTo>
                  <a:lnTo>
                    <a:pt x="2846" y="2846"/>
                  </a:lnTo>
                  <a:lnTo>
                    <a:pt x="2892" y="2478"/>
                  </a:lnTo>
                  <a:lnTo>
                    <a:pt x="2984" y="2157"/>
                  </a:lnTo>
                  <a:lnTo>
                    <a:pt x="3168" y="1882"/>
                  </a:lnTo>
                  <a:lnTo>
                    <a:pt x="3351" y="1652"/>
                  </a:lnTo>
                  <a:lnTo>
                    <a:pt x="3626" y="1423"/>
                  </a:lnTo>
                  <a:lnTo>
                    <a:pt x="3902" y="1285"/>
                  </a:lnTo>
                  <a:lnTo>
                    <a:pt x="4269" y="1193"/>
                  </a:lnTo>
                  <a:close/>
                  <a:moveTo>
                    <a:pt x="4269" y="0"/>
                  </a:moveTo>
                  <a:lnTo>
                    <a:pt x="3994" y="46"/>
                  </a:lnTo>
                  <a:lnTo>
                    <a:pt x="3718" y="138"/>
                  </a:lnTo>
                  <a:lnTo>
                    <a:pt x="3489" y="229"/>
                  </a:lnTo>
                  <a:lnTo>
                    <a:pt x="2984" y="459"/>
                  </a:lnTo>
                  <a:lnTo>
                    <a:pt x="2571" y="826"/>
                  </a:lnTo>
                  <a:lnTo>
                    <a:pt x="2250" y="1239"/>
                  </a:lnTo>
                  <a:lnTo>
                    <a:pt x="1974" y="1744"/>
                  </a:lnTo>
                  <a:lnTo>
                    <a:pt x="1882" y="1974"/>
                  </a:lnTo>
                  <a:lnTo>
                    <a:pt x="1791" y="2249"/>
                  </a:lnTo>
                  <a:lnTo>
                    <a:pt x="1745" y="2524"/>
                  </a:lnTo>
                  <a:lnTo>
                    <a:pt x="1745" y="2846"/>
                  </a:lnTo>
                  <a:lnTo>
                    <a:pt x="1745" y="11015"/>
                  </a:lnTo>
                  <a:lnTo>
                    <a:pt x="1378" y="11336"/>
                  </a:lnTo>
                  <a:lnTo>
                    <a:pt x="1010" y="11749"/>
                  </a:lnTo>
                  <a:lnTo>
                    <a:pt x="735" y="12162"/>
                  </a:lnTo>
                  <a:lnTo>
                    <a:pt x="460" y="12576"/>
                  </a:lnTo>
                  <a:lnTo>
                    <a:pt x="276" y="13034"/>
                  </a:lnTo>
                  <a:lnTo>
                    <a:pt x="138" y="13539"/>
                  </a:lnTo>
                  <a:lnTo>
                    <a:pt x="47" y="14044"/>
                  </a:lnTo>
                  <a:lnTo>
                    <a:pt x="1" y="14549"/>
                  </a:lnTo>
                  <a:lnTo>
                    <a:pt x="47" y="15008"/>
                  </a:lnTo>
                  <a:lnTo>
                    <a:pt x="92" y="15467"/>
                  </a:lnTo>
                  <a:lnTo>
                    <a:pt x="230" y="15880"/>
                  </a:lnTo>
                  <a:lnTo>
                    <a:pt x="368" y="16293"/>
                  </a:lnTo>
                  <a:lnTo>
                    <a:pt x="551" y="16706"/>
                  </a:lnTo>
                  <a:lnTo>
                    <a:pt x="781" y="17073"/>
                  </a:lnTo>
                  <a:lnTo>
                    <a:pt x="1056" y="17441"/>
                  </a:lnTo>
                  <a:lnTo>
                    <a:pt x="1332" y="17762"/>
                  </a:lnTo>
                  <a:lnTo>
                    <a:pt x="1653" y="18037"/>
                  </a:lnTo>
                  <a:lnTo>
                    <a:pt x="2020" y="18313"/>
                  </a:lnTo>
                  <a:lnTo>
                    <a:pt x="2387" y="18542"/>
                  </a:lnTo>
                  <a:lnTo>
                    <a:pt x="2754" y="18726"/>
                  </a:lnTo>
                  <a:lnTo>
                    <a:pt x="3168" y="18863"/>
                  </a:lnTo>
                  <a:lnTo>
                    <a:pt x="3626" y="18955"/>
                  </a:lnTo>
                  <a:lnTo>
                    <a:pt x="4040" y="19047"/>
                  </a:lnTo>
                  <a:lnTo>
                    <a:pt x="5003" y="19047"/>
                  </a:lnTo>
                  <a:lnTo>
                    <a:pt x="5416" y="18955"/>
                  </a:lnTo>
                  <a:lnTo>
                    <a:pt x="5875" y="18863"/>
                  </a:lnTo>
                  <a:lnTo>
                    <a:pt x="6288" y="18726"/>
                  </a:lnTo>
                  <a:lnTo>
                    <a:pt x="6656" y="18542"/>
                  </a:lnTo>
                  <a:lnTo>
                    <a:pt x="7023" y="18313"/>
                  </a:lnTo>
                  <a:lnTo>
                    <a:pt x="7390" y="18037"/>
                  </a:lnTo>
                  <a:lnTo>
                    <a:pt x="7711" y="17762"/>
                  </a:lnTo>
                  <a:lnTo>
                    <a:pt x="7987" y="17441"/>
                  </a:lnTo>
                  <a:lnTo>
                    <a:pt x="8262" y="17073"/>
                  </a:lnTo>
                  <a:lnTo>
                    <a:pt x="8491" y="16706"/>
                  </a:lnTo>
                  <a:lnTo>
                    <a:pt x="8675" y="16293"/>
                  </a:lnTo>
                  <a:lnTo>
                    <a:pt x="8813" y="15880"/>
                  </a:lnTo>
                  <a:lnTo>
                    <a:pt x="8950" y="15467"/>
                  </a:lnTo>
                  <a:lnTo>
                    <a:pt x="8996" y="15008"/>
                  </a:lnTo>
                  <a:lnTo>
                    <a:pt x="9042" y="14549"/>
                  </a:lnTo>
                  <a:lnTo>
                    <a:pt x="8996" y="14044"/>
                  </a:lnTo>
                  <a:lnTo>
                    <a:pt x="8905" y="13539"/>
                  </a:lnTo>
                  <a:lnTo>
                    <a:pt x="8767" y="13034"/>
                  </a:lnTo>
                  <a:lnTo>
                    <a:pt x="8583" y="12576"/>
                  </a:lnTo>
                  <a:lnTo>
                    <a:pt x="8308" y="12162"/>
                  </a:lnTo>
                  <a:lnTo>
                    <a:pt x="8033" y="11749"/>
                  </a:lnTo>
                  <a:lnTo>
                    <a:pt x="7665" y="11336"/>
                  </a:lnTo>
                  <a:lnTo>
                    <a:pt x="7298" y="11015"/>
                  </a:lnTo>
                  <a:lnTo>
                    <a:pt x="7298" y="2800"/>
                  </a:lnTo>
                  <a:lnTo>
                    <a:pt x="7298" y="2524"/>
                  </a:lnTo>
                  <a:lnTo>
                    <a:pt x="7252" y="2249"/>
                  </a:lnTo>
                  <a:lnTo>
                    <a:pt x="7069" y="1698"/>
                  </a:lnTo>
                  <a:lnTo>
                    <a:pt x="6839" y="1239"/>
                  </a:lnTo>
                  <a:lnTo>
                    <a:pt x="6518" y="826"/>
                  </a:lnTo>
                  <a:lnTo>
                    <a:pt x="6105" y="505"/>
                  </a:lnTo>
                  <a:lnTo>
                    <a:pt x="5646" y="229"/>
                  </a:lnTo>
                  <a:lnTo>
                    <a:pt x="5141" y="92"/>
                  </a:lnTo>
                  <a:lnTo>
                    <a:pt x="4866" y="46"/>
                  </a:lnTo>
                  <a:lnTo>
                    <a:pt x="45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1"/>
            <p:cNvSpPr/>
            <p:nvPr/>
          </p:nvSpPr>
          <p:spPr>
            <a:xfrm>
              <a:off x="6791937" y="1474460"/>
              <a:ext cx="107709" cy="314594"/>
            </a:xfrm>
            <a:custGeom>
              <a:rect b="b" l="l" r="r" t="t"/>
              <a:pathLst>
                <a:path extrusionOk="0" h="13678" w="4683">
                  <a:moveTo>
                    <a:pt x="2342" y="10052"/>
                  </a:moveTo>
                  <a:lnTo>
                    <a:pt x="2617" y="10098"/>
                  </a:lnTo>
                  <a:lnTo>
                    <a:pt x="2846" y="10144"/>
                  </a:lnTo>
                  <a:lnTo>
                    <a:pt x="3076" y="10281"/>
                  </a:lnTo>
                  <a:lnTo>
                    <a:pt x="3259" y="10419"/>
                  </a:lnTo>
                  <a:lnTo>
                    <a:pt x="3397" y="10603"/>
                  </a:lnTo>
                  <a:lnTo>
                    <a:pt x="3489" y="10832"/>
                  </a:lnTo>
                  <a:lnTo>
                    <a:pt x="3581" y="11062"/>
                  </a:lnTo>
                  <a:lnTo>
                    <a:pt x="3627" y="11291"/>
                  </a:lnTo>
                  <a:lnTo>
                    <a:pt x="3581" y="11566"/>
                  </a:lnTo>
                  <a:lnTo>
                    <a:pt x="3489" y="11796"/>
                  </a:lnTo>
                  <a:lnTo>
                    <a:pt x="3397" y="12025"/>
                  </a:lnTo>
                  <a:lnTo>
                    <a:pt x="3259" y="12209"/>
                  </a:lnTo>
                  <a:lnTo>
                    <a:pt x="3076" y="12347"/>
                  </a:lnTo>
                  <a:lnTo>
                    <a:pt x="2846" y="12484"/>
                  </a:lnTo>
                  <a:lnTo>
                    <a:pt x="2617" y="12530"/>
                  </a:lnTo>
                  <a:lnTo>
                    <a:pt x="2342" y="12576"/>
                  </a:lnTo>
                  <a:lnTo>
                    <a:pt x="2112" y="12530"/>
                  </a:lnTo>
                  <a:lnTo>
                    <a:pt x="1883" y="12484"/>
                  </a:lnTo>
                  <a:lnTo>
                    <a:pt x="1653" y="12347"/>
                  </a:lnTo>
                  <a:lnTo>
                    <a:pt x="1469" y="12209"/>
                  </a:lnTo>
                  <a:lnTo>
                    <a:pt x="1332" y="12025"/>
                  </a:lnTo>
                  <a:lnTo>
                    <a:pt x="1194" y="11796"/>
                  </a:lnTo>
                  <a:lnTo>
                    <a:pt x="1102" y="11566"/>
                  </a:lnTo>
                  <a:lnTo>
                    <a:pt x="1102" y="11291"/>
                  </a:lnTo>
                  <a:lnTo>
                    <a:pt x="1102" y="11062"/>
                  </a:lnTo>
                  <a:lnTo>
                    <a:pt x="1194" y="10832"/>
                  </a:lnTo>
                  <a:lnTo>
                    <a:pt x="1332" y="10603"/>
                  </a:lnTo>
                  <a:lnTo>
                    <a:pt x="1469" y="10419"/>
                  </a:lnTo>
                  <a:lnTo>
                    <a:pt x="1653" y="10281"/>
                  </a:lnTo>
                  <a:lnTo>
                    <a:pt x="1883" y="10144"/>
                  </a:lnTo>
                  <a:lnTo>
                    <a:pt x="2112" y="10098"/>
                  </a:lnTo>
                  <a:lnTo>
                    <a:pt x="2342" y="10052"/>
                  </a:lnTo>
                  <a:close/>
                  <a:moveTo>
                    <a:pt x="2387" y="1"/>
                  </a:moveTo>
                  <a:lnTo>
                    <a:pt x="2158" y="47"/>
                  </a:lnTo>
                  <a:lnTo>
                    <a:pt x="1974" y="138"/>
                  </a:lnTo>
                  <a:lnTo>
                    <a:pt x="1837" y="322"/>
                  </a:lnTo>
                  <a:lnTo>
                    <a:pt x="1791" y="551"/>
                  </a:lnTo>
                  <a:lnTo>
                    <a:pt x="1791" y="8996"/>
                  </a:lnTo>
                  <a:lnTo>
                    <a:pt x="1378" y="9134"/>
                  </a:lnTo>
                  <a:lnTo>
                    <a:pt x="1056" y="9318"/>
                  </a:lnTo>
                  <a:lnTo>
                    <a:pt x="735" y="9547"/>
                  </a:lnTo>
                  <a:lnTo>
                    <a:pt x="460" y="9868"/>
                  </a:lnTo>
                  <a:lnTo>
                    <a:pt x="230" y="10235"/>
                  </a:lnTo>
                  <a:lnTo>
                    <a:pt x="93" y="10603"/>
                  </a:lnTo>
                  <a:lnTo>
                    <a:pt x="1" y="11016"/>
                  </a:lnTo>
                  <a:lnTo>
                    <a:pt x="1" y="11429"/>
                  </a:lnTo>
                  <a:lnTo>
                    <a:pt x="47" y="11888"/>
                  </a:lnTo>
                  <a:lnTo>
                    <a:pt x="184" y="12301"/>
                  </a:lnTo>
                  <a:lnTo>
                    <a:pt x="414" y="12668"/>
                  </a:lnTo>
                  <a:lnTo>
                    <a:pt x="689" y="12989"/>
                  </a:lnTo>
                  <a:lnTo>
                    <a:pt x="1011" y="13265"/>
                  </a:lnTo>
                  <a:lnTo>
                    <a:pt x="1378" y="13494"/>
                  </a:lnTo>
                  <a:lnTo>
                    <a:pt x="1791" y="13632"/>
                  </a:lnTo>
                  <a:lnTo>
                    <a:pt x="2250" y="13678"/>
                  </a:lnTo>
                  <a:lnTo>
                    <a:pt x="2709" y="13678"/>
                  </a:lnTo>
                  <a:lnTo>
                    <a:pt x="3168" y="13540"/>
                  </a:lnTo>
                  <a:lnTo>
                    <a:pt x="3627" y="13310"/>
                  </a:lnTo>
                  <a:lnTo>
                    <a:pt x="3994" y="13035"/>
                  </a:lnTo>
                  <a:lnTo>
                    <a:pt x="4269" y="12668"/>
                  </a:lnTo>
                  <a:lnTo>
                    <a:pt x="4499" y="12255"/>
                  </a:lnTo>
                  <a:lnTo>
                    <a:pt x="4636" y="11796"/>
                  </a:lnTo>
                  <a:lnTo>
                    <a:pt x="4682" y="11291"/>
                  </a:lnTo>
                  <a:lnTo>
                    <a:pt x="4682" y="10878"/>
                  </a:lnTo>
                  <a:lnTo>
                    <a:pt x="4590" y="10511"/>
                  </a:lnTo>
                  <a:lnTo>
                    <a:pt x="4407" y="10144"/>
                  </a:lnTo>
                  <a:lnTo>
                    <a:pt x="4177" y="9822"/>
                  </a:lnTo>
                  <a:lnTo>
                    <a:pt x="3948" y="9547"/>
                  </a:lnTo>
                  <a:lnTo>
                    <a:pt x="3627" y="9318"/>
                  </a:lnTo>
                  <a:lnTo>
                    <a:pt x="3259" y="9134"/>
                  </a:lnTo>
                  <a:lnTo>
                    <a:pt x="2892" y="8996"/>
                  </a:lnTo>
                  <a:lnTo>
                    <a:pt x="2892" y="551"/>
                  </a:lnTo>
                  <a:lnTo>
                    <a:pt x="2846" y="368"/>
                  </a:lnTo>
                  <a:lnTo>
                    <a:pt x="2755" y="184"/>
                  </a:lnTo>
                  <a:lnTo>
                    <a:pt x="2571" y="47"/>
                  </a:lnTo>
                  <a:lnTo>
                    <a:pt x="23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1"/>
            <p:cNvSpPr/>
            <p:nvPr/>
          </p:nvSpPr>
          <p:spPr>
            <a:xfrm>
              <a:off x="6920737" y="1402677"/>
              <a:ext cx="231196" cy="211140"/>
            </a:xfrm>
            <a:custGeom>
              <a:rect b="b" l="l" r="r" t="t"/>
              <a:pathLst>
                <a:path extrusionOk="0" h="9180" w="10052">
                  <a:moveTo>
                    <a:pt x="5003" y="1240"/>
                  </a:moveTo>
                  <a:lnTo>
                    <a:pt x="8858" y="8032"/>
                  </a:lnTo>
                  <a:lnTo>
                    <a:pt x="1193" y="8032"/>
                  </a:lnTo>
                  <a:lnTo>
                    <a:pt x="5003" y="1240"/>
                  </a:lnTo>
                  <a:close/>
                  <a:moveTo>
                    <a:pt x="5003" y="1"/>
                  </a:moveTo>
                  <a:lnTo>
                    <a:pt x="4773" y="47"/>
                  </a:lnTo>
                  <a:lnTo>
                    <a:pt x="4498" y="138"/>
                  </a:lnTo>
                  <a:lnTo>
                    <a:pt x="4314" y="276"/>
                  </a:lnTo>
                  <a:lnTo>
                    <a:pt x="4131" y="506"/>
                  </a:lnTo>
                  <a:lnTo>
                    <a:pt x="138" y="7665"/>
                  </a:lnTo>
                  <a:lnTo>
                    <a:pt x="46" y="7895"/>
                  </a:lnTo>
                  <a:lnTo>
                    <a:pt x="0" y="8170"/>
                  </a:lnTo>
                  <a:lnTo>
                    <a:pt x="46" y="8446"/>
                  </a:lnTo>
                  <a:lnTo>
                    <a:pt x="138" y="8675"/>
                  </a:lnTo>
                  <a:lnTo>
                    <a:pt x="276" y="8859"/>
                  </a:lnTo>
                  <a:lnTo>
                    <a:pt x="505" y="9042"/>
                  </a:lnTo>
                  <a:lnTo>
                    <a:pt x="734" y="9134"/>
                  </a:lnTo>
                  <a:lnTo>
                    <a:pt x="1010" y="9180"/>
                  </a:lnTo>
                  <a:lnTo>
                    <a:pt x="9042" y="9180"/>
                  </a:lnTo>
                  <a:lnTo>
                    <a:pt x="9317" y="9134"/>
                  </a:lnTo>
                  <a:lnTo>
                    <a:pt x="9547" y="9042"/>
                  </a:lnTo>
                  <a:lnTo>
                    <a:pt x="9776" y="8859"/>
                  </a:lnTo>
                  <a:lnTo>
                    <a:pt x="9914" y="8675"/>
                  </a:lnTo>
                  <a:lnTo>
                    <a:pt x="10006" y="8446"/>
                  </a:lnTo>
                  <a:lnTo>
                    <a:pt x="10051" y="8170"/>
                  </a:lnTo>
                  <a:lnTo>
                    <a:pt x="10006" y="7895"/>
                  </a:lnTo>
                  <a:lnTo>
                    <a:pt x="9914" y="7665"/>
                  </a:lnTo>
                  <a:lnTo>
                    <a:pt x="5921" y="506"/>
                  </a:lnTo>
                  <a:lnTo>
                    <a:pt x="5737" y="276"/>
                  </a:lnTo>
                  <a:lnTo>
                    <a:pt x="5554" y="138"/>
                  </a:lnTo>
                  <a:lnTo>
                    <a:pt x="5278" y="47"/>
                  </a:lnTo>
                  <a:lnTo>
                    <a:pt x="50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1"/>
            <p:cNvSpPr/>
            <p:nvPr/>
          </p:nvSpPr>
          <p:spPr>
            <a:xfrm>
              <a:off x="7023133" y="1457578"/>
              <a:ext cx="25346" cy="85514"/>
            </a:xfrm>
            <a:custGeom>
              <a:rect b="b" l="l" r="r" t="t"/>
              <a:pathLst>
                <a:path extrusionOk="0" h="3718" w="1102">
                  <a:moveTo>
                    <a:pt x="597" y="0"/>
                  </a:moveTo>
                  <a:lnTo>
                    <a:pt x="367" y="46"/>
                  </a:lnTo>
                  <a:lnTo>
                    <a:pt x="184" y="184"/>
                  </a:lnTo>
                  <a:lnTo>
                    <a:pt x="46" y="367"/>
                  </a:lnTo>
                  <a:lnTo>
                    <a:pt x="0" y="597"/>
                  </a:lnTo>
                  <a:lnTo>
                    <a:pt x="0" y="3121"/>
                  </a:lnTo>
                  <a:lnTo>
                    <a:pt x="46" y="3351"/>
                  </a:lnTo>
                  <a:lnTo>
                    <a:pt x="138" y="3534"/>
                  </a:lnTo>
                  <a:lnTo>
                    <a:pt x="321" y="3626"/>
                  </a:lnTo>
                  <a:lnTo>
                    <a:pt x="551" y="3718"/>
                  </a:lnTo>
                  <a:lnTo>
                    <a:pt x="780" y="3672"/>
                  </a:lnTo>
                  <a:lnTo>
                    <a:pt x="964" y="3534"/>
                  </a:lnTo>
                  <a:lnTo>
                    <a:pt x="1056" y="3351"/>
                  </a:lnTo>
                  <a:lnTo>
                    <a:pt x="1102" y="3121"/>
                  </a:lnTo>
                  <a:lnTo>
                    <a:pt x="1102" y="597"/>
                  </a:lnTo>
                  <a:lnTo>
                    <a:pt x="1102" y="367"/>
                  </a:lnTo>
                  <a:lnTo>
                    <a:pt x="964" y="184"/>
                  </a:lnTo>
                  <a:lnTo>
                    <a:pt x="780" y="92"/>
                  </a:lnTo>
                  <a:lnTo>
                    <a:pt x="5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1"/>
            <p:cNvSpPr/>
            <p:nvPr/>
          </p:nvSpPr>
          <p:spPr>
            <a:xfrm>
              <a:off x="7021017" y="1549417"/>
              <a:ext cx="30636" cy="30636"/>
            </a:xfrm>
            <a:custGeom>
              <a:rect b="b" l="l" r="r" t="t"/>
              <a:pathLst>
                <a:path extrusionOk="0" h="1332" w="1332">
                  <a:moveTo>
                    <a:pt x="643" y="0"/>
                  </a:moveTo>
                  <a:lnTo>
                    <a:pt x="413" y="46"/>
                  </a:lnTo>
                  <a:lnTo>
                    <a:pt x="184" y="184"/>
                  </a:lnTo>
                  <a:lnTo>
                    <a:pt x="46" y="413"/>
                  </a:lnTo>
                  <a:lnTo>
                    <a:pt x="0" y="689"/>
                  </a:lnTo>
                  <a:lnTo>
                    <a:pt x="46" y="918"/>
                  </a:lnTo>
                  <a:lnTo>
                    <a:pt x="184" y="1148"/>
                  </a:lnTo>
                  <a:lnTo>
                    <a:pt x="413" y="1285"/>
                  </a:lnTo>
                  <a:lnTo>
                    <a:pt x="643" y="1331"/>
                  </a:lnTo>
                  <a:lnTo>
                    <a:pt x="918" y="1285"/>
                  </a:lnTo>
                  <a:lnTo>
                    <a:pt x="1148" y="1148"/>
                  </a:lnTo>
                  <a:lnTo>
                    <a:pt x="1285" y="918"/>
                  </a:lnTo>
                  <a:lnTo>
                    <a:pt x="1331" y="689"/>
                  </a:lnTo>
                  <a:lnTo>
                    <a:pt x="1285" y="413"/>
                  </a:lnTo>
                  <a:lnTo>
                    <a:pt x="1148" y="184"/>
                  </a:lnTo>
                  <a:lnTo>
                    <a:pt x="918" y="46"/>
                  </a:lnTo>
                  <a:lnTo>
                    <a:pt x="6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61"/>
          <p:cNvGrpSpPr/>
          <p:nvPr/>
        </p:nvGrpSpPr>
        <p:grpSpPr>
          <a:xfrm>
            <a:off x="7420044" y="1203358"/>
            <a:ext cx="438081" cy="404317"/>
            <a:chOff x="7420044" y="1416408"/>
            <a:chExt cx="438081" cy="404317"/>
          </a:xfrm>
        </p:grpSpPr>
        <p:sp>
          <p:nvSpPr>
            <p:cNvPr id="874" name="Google Shape;874;p61"/>
            <p:cNvSpPr/>
            <p:nvPr/>
          </p:nvSpPr>
          <p:spPr>
            <a:xfrm>
              <a:off x="7800050" y="1491342"/>
              <a:ext cx="23" cy="23"/>
            </a:xfrm>
            <a:custGeom>
              <a:rect b="b" l="l" r="r" t="t"/>
              <a:pathLst>
                <a:path extrusionOk="0" h="1" w="1">
                  <a:moveTo>
                    <a:pt x="1" y="1"/>
                  </a:moveTo>
                  <a:lnTo>
                    <a:pt x="1" y="1"/>
                  </a:lnTo>
                  <a:lnTo>
                    <a:pt x="1" y="1"/>
                  </a:ln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1"/>
            <p:cNvSpPr/>
            <p:nvPr/>
          </p:nvSpPr>
          <p:spPr>
            <a:xfrm>
              <a:off x="7820106" y="1469193"/>
              <a:ext cx="23" cy="23"/>
            </a:xfrm>
            <a:custGeom>
              <a:rect b="b" l="l" r="r" t="t"/>
              <a:pathLst>
                <a:path extrusionOk="0" h="1" w="1">
                  <a:moveTo>
                    <a:pt x="1" y="0"/>
                  </a:moveTo>
                  <a:lnTo>
                    <a:pt x="1" y="0"/>
                  </a:lnTo>
                  <a:lnTo>
                    <a:pt x="1" y="0"/>
                  </a:lnTo>
                  <a:lnTo>
                    <a:pt x="1" y="0"/>
                  </a:lnTo>
                  <a:lnTo>
                    <a:pt x="1"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1"/>
            <p:cNvSpPr/>
            <p:nvPr/>
          </p:nvSpPr>
          <p:spPr>
            <a:xfrm>
              <a:off x="7420044" y="1416408"/>
              <a:ext cx="438081" cy="404317"/>
            </a:xfrm>
            <a:custGeom>
              <a:rect b="b" l="l" r="r" t="t"/>
              <a:pathLst>
                <a:path extrusionOk="0" h="17579" w="19047">
                  <a:moveTo>
                    <a:pt x="6655" y="1148"/>
                  </a:moveTo>
                  <a:lnTo>
                    <a:pt x="6563" y="2157"/>
                  </a:lnTo>
                  <a:lnTo>
                    <a:pt x="2800" y="2157"/>
                  </a:lnTo>
                  <a:lnTo>
                    <a:pt x="3121" y="1148"/>
                  </a:lnTo>
                  <a:close/>
                  <a:moveTo>
                    <a:pt x="11199" y="1148"/>
                  </a:moveTo>
                  <a:lnTo>
                    <a:pt x="11291" y="2157"/>
                  </a:lnTo>
                  <a:lnTo>
                    <a:pt x="7665" y="2157"/>
                  </a:lnTo>
                  <a:lnTo>
                    <a:pt x="7802" y="1148"/>
                  </a:lnTo>
                  <a:close/>
                  <a:moveTo>
                    <a:pt x="15880" y="1148"/>
                  </a:moveTo>
                  <a:lnTo>
                    <a:pt x="16156" y="2157"/>
                  </a:lnTo>
                  <a:lnTo>
                    <a:pt x="12438" y="2157"/>
                  </a:lnTo>
                  <a:lnTo>
                    <a:pt x="12346" y="1148"/>
                  </a:lnTo>
                  <a:close/>
                  <a:moveTo>
                    <a:pt x="6471" y="3305"/>
                  </a:moveTo>
                  <a:lnTo>
                    <a:pt x="6334" y="4819"/>
                  </a:lnTo>
                  <a:lnTo>
                    <a:pt x="2020" y="4819"/>
                  </a:lnTo>
                  <a:lnTo>
                    <a:pt x="2478" y="3305"/>
                  </a:lnTo>
                  <a:close/>
                  <a:moveTo>
                    <a:pt x="11428" y="3305"/>
                  </a:moveTo>
                  <a:lnTo>
                    <a:pt x="11566" y="4819"/>
                  </a:lnTo>
                  <a:lnTo>
                    <a:pt x="7435" y="4819"/>
                  </a:lnTo>
                  <a:lnTo>
                    <a:pt x="7573" y="3305"/>
                  </a:lnTo>
                  <a:close/>
                  <a:moveTo>
                    <a:pt x="16523" y="3305"/>
                  </a:moveTo>
                  <a:lnTo>
                    <a:pt x="16936" y="4819"/>
                  </a:lnTo>
                  <a:lnTo>
                    <a:pt x="12667" y="4819"/>
                  </a:lnTo>
                  <a:lnTo>
                    <a:pt x="12530" y="3305"/>
                  </a:lnTo>
                  <a:close/>
                  <a:moveTo>
                    <a:pt x="6196" y="5921"/>
                  </a:moveTo>
                  <a:lnTo>
                    <a:pt x="6012" y="7481"/>
                  </a:lnTo>
                  <a:lnTo>
                    <a:pt x="1285" y="7481"/>
                  </a:lnTo>
                  <a:lnTo>
                    <a:pt x="1744" y="5921"/>
                  </a:lnTo>
                  <a:close/>
                  <a:moveTo>
                    <a:pt x="11658" y="5921"/>
                  </a:moveTo>
                  <a:lnTo>
                    <a:pt x="11795" y="7481"/>
                  </a:lnTo>
                  <a:lnTo>
                    <a:pt x="7206" y="7481"/>
                  </a:lnTo>
                  <a:lnTo>
                    <a:pt x="7343" y="5921"/>
                  </a:lnTo>
                  <a:close/>
                  <a:moveTo>
                    <a:pt x="17257" y="5921"/>
                  </a:moveTo>
                  <a:lnTo>
                    <a:pt x="17716" y="7481"/>
                  </a:lnTo>
                  <a:lnTo>
                    <a:pt x="12943" y="7481"/>
                  </a:lnTo>
                  <a:lnTo>
                    <a:pt x="12805" y="5921"/>
                  </a:lnTo>
                  <a:close/>
                  <a:moveTo>
                    <a:pt x="9684" y="10694"/>
                  </a:moveTo>
                  <a:lnTo>
                    <a:pt x="10097" y="10740"/>
                  </a:lnTo>
                  <a:lnTo>
                    <a:pt x="10464" y="10832"/>
                  </a:lnTo>
                  <a:lnTo>
                    <a:pt x="10786" y="11015"/>
                  </a:lnTo>
                  <a:lnTo>
                    <a:pt x="11107" y="11291"/>
                  </a:lnTo>
                  <a:lnTo>
                    <a:pt x="11336" y="11566"/>
                  </a:lnTo>
                  <a:lnTo>
                    <a:pt x="11520" y="11933"/>
                  </a:lnTo>
                  <a:lnTo>
                    <a:pt x="11658" y="12300"/>
                  </a:lnTo>
                  <a:lnTo>
                    <a:pt x="11704" y="12714"/>
                  </a:lnTo>
                  <a:lnTo>
                    <a:pt x="11658" y="13127"/>
                  </a:lnTo>
                  <a:lnTo>
                    <a:pt x="11520" y="13494"/>
                  </a:lnTo>
                  <a:lnTo>
                    <a:pt x="11336" y="13861"/>
                  </a:lnTo>
                  <a:lnTo>
                    <a:pt x="11107" y="14136"/>
                  </a:lnTo>
                  <a:lnTo>
                    <a:pt x="10786" y="14412"/>
                  </a:lnTo>
                  <a:lnTo>
                    <a:pt x="10464" y="14595"/>
                  </a:lnTo>
                  <a:lnTo>
                    <a:pt x="10097" y="14687"/>
                  </a:lnTo>
                  <a:lnTo>
                    <a:pt x="9684" y="14733"/>
                  </a:lnTo>
                  <a:lnTo>
                    <a:pt x="9271" y="14687"/>
                  </a:lnTo>
                  <a:lnTo>
                    <a:pt x="8904" y="14595"/>
                  </a:lnTo>
                  <a:lnTo>
                    <a:pt x="8537" y="14412"/>
                  </a:lnTo>
                  <a:lnTo>
                    <a:pt x="8216" y="14136"/>
                  </a:lnTo>
                  <a:lnTo>
                    <a:pt x="7986" y="13861"/>
                  </a:lnTo>
                  <a:lnTo>
                    <a:pt x="7802" y="13494"/>
                  </a:lnTo>
                  <a:lnTo>
                    <a:pt x="7665" y="13127"/>
                  </a:lnTo>
                  <a:lnTo>
                    <a:pt x="7665" y="12714"/>
                  </a:lnTo>
                  <a:lnTo>
                    <a:pt x="7665" y="12300"/>
                  </a:lnTo>
                  <a:lnTo>
                    <a:pt x="7802" y="11933"/>
                  </a:lnTo>
                  <a:lnTo>
                    <a:pt x="7986" y="11566"/>
                  </a:lnTo>
                  <a:lnTo>
                    <a:pt x="8216" y="11291"/>
                  </a:lnTo>
                  <a:lnTo>
                    <a:pt x="8537" y="11015"/>
                  </a:lnTo>
                  <a:lnTo>
                    <a:pt x="8904" y="10832"/>
                  </a:lnTo>
                  <a:lnTo>
                    <a:pt x="9271" y="10740"/>
                  </a:lnTo>
                  <a:lnTo>
                    <a:pt x="9684" y="10694"/>
                  </a:lnTo>
                  <a:close/>
                  <a:moveTo>
                    <a:pt x="16477" y="8629"/>
                  </a:moveTo>
                  <a:lnTo>
                    <a:pt x="16477" y="16477"/>
                  </a:lnTo>
                  <a:lnTo>
                    <a:pt x="3029" y="16477"/>
                  </a:lnTo>
                  <a:lnTo>
                    <a:pt x="3029" y="8629"/>
                  </a:lnTo>
                  <a:lnTo>
                    <a:pt x="9088" y="8629"/>
                  </a:lnTo>
                  <a:lnTo>
                    <a:pt x="9088" y="9639"/>
                  </a:lnTo>
                  <a:lnTo>
                    <a:pt x="8583" y="9776"/>
                  </a:lnTo>
                  <a:lnTo>
                    <a:pt x="8078" y="10006"/>
                  </a:lnTo>
                  <a:lnTo>
                    <a:pt x="7619" y="10327"/>
                  </a:lnTo>
                  <a:lnTo>
                    <a:pt x="7252" y="10694"/>
                  </a:lnTo>
                  <a:lnTo>
                    <a:pt x="6930" y="11153"/>
                  </a:lnTo>
                  <a:lnTo>
                    <a:pt x="6701" y="11612"/>
                  </a:lnTo>
                  <a:lnTo>
                    <a:pt x="6563" y="12163"/>
                  </a:lnTo>
                  <a:lnTo>
                    <a:pt x="6517" y="12714"/>
                  </a:lnTo>
                  <a:lnTo>
                    <a:pt x="6517" y="13035"/>
                  </a:lnTo>
                  <a:lnTo>
                    <a:pt x="6563" y="13356"/>
                  </a:lnTo>
                  <a:lnTo>
                    <a:pt x="6655" y="13677"/>
                  </a:lnTo>
                  <a:lnTo>
                    <a:pt x="6793" y="13999"/>
                  </a:lnTo>
                  <a:lnTo>
                    <a:pt x="6930" y="14274"/>
                  </a:lnTo>
                  <a:lnTo>
                    <a:pt x="7068" y="14549"/>
                  </a:lnTo>
                  <a:lnTo>
                    <a:pt x="7298" y="14779"/>
                  </a:lnTo>
                  <a:lnTo>
                    <a:pt x="7481" y="15008"/>
                  </a:lnTo>
                  <a:lnTo>
                    <a:pt x="7711" y="15192"/>
                  </a:lnTo>
                  <a:lnTo>
                    <a:pt x="7986" y="15376"/>
                  </a:lnTo>
                  <a:lnTo>
                    <a:pt x="8261" y="15559"/>
                  </a:lnTo>
                  <a:lnTo>
                    <a:pt x="8537" y="15651"/>
                  </a:lnTo>
                  <a:lnTo>
                    <a:pt x="8858" y="15743"/>
                  </a:lnTo>
                  <a:lnTo>
                    <a:pt x="9179" y="15834"/>
                  </a:lnTo>
                  <a:lnTo>
                    <a:pt x="9501" y="15880"/>
                  </a:lnTo>
                  <a:lnTo>
                    <a:pt x="9822" y="15880"/>
                  </a:lnTo>
                  <a:lnTo>
                    <a:pt x="10143" y="15834"/>
                  </a:lnTo>
                  <a:lnTo>
                    <a:pt x="10419" y="15789"/>
                  </a:lnTo>
                  <a:lnTo>
                    <a:pt x="10694" y="15697"/>
                  </a:lnTo>
                  <a:lnTo>
                    <a:pt x="10969" y="15559"/>
                  </a:lnTo>
                  <a:lnTo>
                    <a:pt x="11474" y="15284"/>
                  </a:lnTo>
                  <a:lnTo>
                    <a:pt x="11933" y="14917"/>
                  </a:lnTo>
                  <a:lnTo>
                    <a:pt x="12254" y="14458"/>
                  </a:lnTo>
                  <a:lnTo>
                    <a:pt x="12530" y="13953"/>
                  </a:lnTo>
                  <a:lnTo>
                    <a:pt x="12667" y="13677"/>
                  </a:lnTo>
                  <a:lnTo>
                    <a:pt x="12713" y="13402"/>
                  </a:lnTo>
                  <a:lnTo>
                    <a:pt x="12759" y="13081"/>
                  </a:lnTo>
                  <a:lnTo>
                    <a:pt x="12805" y="12805"/>
                  </a:lnTo>
                  <a:lnTo>
                    <a:pt x="12759" y="12209"/>
                  </a:lnTo>
                  <a:lnTo>
                    <a:pt x="12622" y="11658"/>
                  </a:lnTo>
                  <a:lnTo>
                    <a:pt x="12392" y="11153"/>
                  </a:lnTo>
                  <a:lnTo>
                    <a:pt x="12071" y="10740"/>
                  </a:lnTo>
                  <a:lnTo>
                    <a:pt x="11704" y="10327"/>
                  </a:lnTo>
                  <a:lnTo>
                    <a:pt x="11245" y="10006"/>
                  </a:lnTo>
                  <a:lnTo>
                    <a:pt x="10740" y="9776"/>
                  </a:lnTo>
                  <a:lnTo>
                    <a:pt x="10235" y="9639"/>
                  </a:lnTo>
                  <a:lnTo>
                    <a:pt x="10235" y="8629"/>
                  </a:lnTo>
                  <a:close/>
                  <a:moveTo>
                    <a:pt x="2708" y="0"/>
                  </a:moveTo>
                  <a:lnTo>
                    <a:pt x="2524" y="46"/>
                  </a:lnTo>
                  <a:lnTo>
                    <a:pt x="2387" y="138"/>
                  </a:lnTo>
                  <a:lnTo>
                    <a:pt x="2249" y="276"/>
                  </a:lnTo>
                  <a:lnTo>
                    <a:pt x="2157" y="413"/>
                  </a:lnTo>
                  <a:lnTo>
                    <a:pt x="0" y="7894"/>
                  </a:lnTo>
                  <a:lnTo>
                    <a:pt x="0" y="8032"/>
                  </a:lnTo>
                  <a:lnTo>
                    <a:pt x="0" y="8170"/>
                  </a:lnTo>
                  <a:lnTo>
                    <a:pt x="46" y="8308"/>
                  </a:lnTo>
                  <a:lnTo>
                    <a:pt x="92" y="8399"/>
                  </a:lnTo>
                  <a:lnTo>
                    <a:pt x="184" y="8491"/>
                  </a:lnTo>
                  <a:lnTo>
                    <a:pt x="275" y="8537"/>
                  </a:lnTo>
                  <a:lnTo>
                    <a:pt x="413" y="8583"/>
                  </a:lnTo>
                  <a:lnTo>
                    <a:pt x="551" y="8629"/>
                  </a:lnTo>
                  <a:lnTo>
                    <a:pt x="1882" y="8629"/>
                  </a:lnTo>
                  <a:lnTo>
                    <a:pt x="1882" y="17028"/>
                  </a:lnTo>
                  <a:lnTo>
                    <a:pt x="1928" y="17257"/>
                  </a:lnTo>
                  <a:lnTo>
                    <a:pt x="2020" y="17441"/>
                  </a:lnTo>
                  <a:lnTo>
                    <a:pt x="2203" y="17533"/>
                  </a:lnTo>
                  <a:lnTo>
                    <a:pt x="2433" y="17579"/>
                  </a:lnTo>
                  <a:lnTo>
                    <a:pt x="17028" y="17579"/>
                  </a:lnTo>
                  <a:lnTo>
                    <a:pt x="17257" y="17533"/>
                  </a:lnTo>
                  <a:lnTo>
                    <a:pt x="17441" y="17441"/>
                  </a:lnTo>
                  <a:lnTo>
                    <a:pt x="17532" y="17257"/>
                  </a:lnTo>
                  <a:lnTo>
                    <a:pt x="17578" y="17028"/>
                  </a:lnTo>
                  <a:lnTo>
                    <a:pt x="17578" y="8629"/>
                  </a:lnTo>
                  <a:lnTo>
                    <a:pt x="18450" y="8629"/>
                  </a:lnTo>
                  <a:lnTo>
                    <a:pt x="18588" y="8583"/>
                  </a:lnTo>
                  <a:lnTo>
                    <a:pt x="18726" y="8537"/>
                  </a:lnTo>
                  <a:lnTo>
                    <a:pt x="18818" y="8491"/>
                  </a:lnTo>
                  <a:lnTo>
                    <a:pt x="18909" y="8399"/>
                  </a:lnTo>
                  <a:lnTo>
                    <a:pt x="19001" y="8308"/>
                  </a:lnTo>
                  <a:lnTo>
                    <a:pt x="19001" y="8170"/>
                  </a:lnTo>
                  <a:lnTo>
                    <a:pt x="19047" y="8032"/>
                  </a:lnTo>
                  <a:lnTo>
                    <a:pt x="19001" y="7894"/>
                  </a:lnTo>
                  <a:lnTo>
                    <a:pt x="17395" y="2295"/>
                  </a:lnTo>
                  <a:lnTo>
                    <a:pt x="16844" y="413"/>
                  </a:lnTo>
                  <a:lnTo>
                    <a:pt x="16752" y="276"/>
                  </a:lnTo>
                  <a:lnTo>
                    <a:pt x="16615" y="138"/>
                  </a:lnTo>
                  <a:lnTo>
                    <a:pt x="16477" y="46"/>
                  </a:lnTo>
                  <a:lnTo>
                    <a:pt x="16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1"/>
            <p:cNvSpPr/>
            <p:nvPr/>
          </p:nvSpPr>
          <p:spPr>
            <a:xfrm>
              <a:off x="7420044" y="1416408"/>
              <a:ext cx="438081" cy="404317"/>
            </a:xfrm>
            <a:custGeom>
              <a:rect b="b" l="l" r="r" t="t"/>
              <a:pathLst>
                <a:path extrusionOk="0" fill="none" h="17579" w="19047">
                  <a:moveTo>
                    <a:pt x="19001" y="7894"/>
                  </a:moveTo>
                  <a:lnTo>
                    <a:pt x="19001" y="7894"/>
                  </a:lnTo>
                  <a:lnTo>
                    <a:pt x="17395" y="2295"/>
                  </a:lnTo>
                  <a:lnTo>
                    <a:pt x="17395" y="2295"/>
                  </a:lnTo>
                  <a:lnTo>
                    <a:pt x="16844" y="413"/>
                  </a:lnTo>
                  <a:lnTo>
                    <a:pt x="16844" y="413"/>
                  </a:lnTo>
                  <a:lnTo>
                    <a:pt x="16752" y="276"/>
                  </a:lnTo>
                  <a:lnTo>
                    <a:pt x="16615" y="138"/>
                  </a:lnTo>
                  <a:lnTo>
                    <a:pt x="16477" y="46"/>
                  </a:lnTo>
                  <a:lnTo>
                    <a:pt x="16293" y="0"/>
                  </a:lnTo>
                  <a:lnTo>
                    <a:pt x="16293" y="0"/>
                  </a:lnTo>
                  <a:lnTo>
                    <a:pt x="2708" y="0"/>
                  </a:lnTo>
                  <a:lnTo>
                    <a:pt x="2708" y="0"/>
                  </a:lnTo>
                  <a:lnTo>
                    <a:pt x="2524" y="46"/>
                  </a:lnTo>
                  <a:lnTo>
                    <a:pt x="2387" y="138"/>
                  </a:lnTo>
                  <a:lnTo>
                    <a:pt x="2249" y="276"/>
                  </a:lnTo>
                  <a:lnTo>
                    <a:pt x="2157" y="413"/>
                  </a:lnTo>
                  <a:lnTo>
                    <a:pt x="2157" y="413"/>
                  </a:lnTo>
                  <a:lnTo>
                    <a:pt x="0" y="7894"/>
                  </a:lnTo>
                  <a:lnTo>
                    <a:pt x="0" y="7894"/>
                  </a:lnTo>
                  <a:lnTo>
                    <a:pt x="0" y="8032"/>
                  </a:lnTo>
                  <a:lnTo>
                    <a:pt x="0" y="8170"/>
                  </a:lnTo>
                  <a:lnTo>
                    <a:pt x="46" y="8308"/>
                  </a:lnTo>
                  <a:lnTo>
                    <a:pt x="92" y="8399"/>
                  </a:lnTo>
                  <a:lnTo>
                    <a:pt x="184" y="8491"/>
                  </a:lnTo>
                  <a:lnTo>
                    <a:pt x="275" y="8537"/>
                  </a:lnTo>
                  <a:lnTo>
                    <a:pt x="413" y="8583"/>
                  </a:lnTo>
                  <a:lnTo>
                    <a:pt x="551" y="8629"/>
                  </a:lnTo>
                  <a:lnTo>
                    <a:pt x="1882" y="8629"/>
                  </a:lnTo>
                  <a:lnTo>
                    <a:pt x="1882" y="17028"/>
                  </a:lnTo>
                  <a:lnTo>
                    <a:pt x="1882" y="17028"/>
                  </a:lnTo>
                  <a:lnTo>
                    <a:pt x="1928" y="17257"/>
                  </a:lnTo>
                  <a:lnTo>
                    <a:pt x="2020" y="17441"/>
                  </a:lnTo>
                  <a:lnTo>
                    <a:pt x="2203" y="17533"/>
                  </a:lnTo>
                  <a:lnTo>
                    <a:pt x="2433" y="17579"/>
                  </a:lnTo>
                  <a:lnTo>
                    <a:pt x="17028" y="17579"/>
                  </a:lnTo>
                  <a:lnTo>
                    <a:pt x="17028" y="17579"/>
                  </a:lnTo>
                  <a:lnTo>
                    <a:pt x="17257" y="17533"/>
                  </a:lnTo>
                  <a:lnTo>
                    <a:pt x="17441" y="17441"/>
                  </a:lnTo>
                  <a:lnTo>
                    <a:pt x="17532" y="17257"/>
                  </a:lnTo>
                  <a:lnTo>
                    <a:pt x="17578" y="17028"/>
                  </a:lnTo>
                  <a:lnTo>
                    <a:pt x="17578" y="8629"/>
                  </a:lnTo>
                  <a:lnTo>
                    <a:pt x="18450" y="8629"/>
                  </a:lnTo>
                  <a:lnTo>
                    <a:pt x="18450" y="8629"/>
                  </a:lnTo>
                  <a:lnTo>
                    <a:pt x="18588" y="8583"/>
                  </a:lnTo>
                  <a:lnTo>
                    <a:pt x="18726" y="8537"/>
                  </a:lnTo>
                  <a:lnTo>
                    <a:pt x="18818" y="8491"/>
                  </a:lnTo>
                  <a:lnTo>
                    <a:pt x="18909" y="8399"/>
                  </a:lnTo>
                  <a:lnTo>
                    <a:pt x="19001" y="8308"/>
                  </a:lnTo>
                  <a:lnTo>
                    <a:pt x="19001" y="8170"/>
                  </a:lnTo>
                  <a:lnTo>
                    <a:pt x="19047" y="8032"/>
                  </a:lnTo>
                  <a:lnTo>
                    <a:pt x="19001" y="7894"/>
                  </a:lnTo>
                  <a:lnTo>
                    <a:pt x="19001" y="78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1"/>
            <p:cNvSpPr/>
            <p:nvPr/>
          </p:nvSpPr>
          <p:spPr>
            <a:xfrm>
              <a:off x="7708211" y="1491342"/>
              <a:ext cx="101361" cy="35926"/>
            </a:xfrm>
            <a:custGeom>
              <a:rect b="b" l="l" r="r" t="t"/>
              <a:pathLst>
                <a:path extrusionOk="0" fill="none" h="1562" w="4407">
                  <a:moveTo>
                    <a:pt x="3994" y="47"/>
                  </a:moveTo>
                  <a:lnTo>
                    <a:pt x="3994" y="47"/>
                  </a:lnTo>
                  <a:lnTo>
                    <a:pt x="3994" y="1"/>
                  </a:lnTo>
                  <a:lnTo>
                    <a:pt x="3994" y="1"/>
                  </a:lnTo>
                  <a:lnTo>
                    <a:pt x="3994" y="1"/>
                  </a:lnTo>
                  <a:lnTo>
                    <a:pt x="3994" y="1"/>
                  </a:lnTo>
                  <a:lnTo>
                    <a:pt x="3948" y="1"/>
                  </a:lnTo>
                  <a:lnTo>
                    <a:pt x="3948" y="1"/>
                  </a:lnTo>
                  <a:lnTo>
                    <a:pt x="3948" y="1"/>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3994" y="47"/>
                  </a:lnTo>
                  <a:lnTo>
                    <a:pt x="4407" y="1561"/>
                  </a:lnTo>
                  <a:lnTo>
                    <a:pt x="138" y="1561"/>
                  </a:lnTo>
                  <a:lnTo>
                    <a:pt x="1" y="47"/>
                  </a:lnTo>
                  <a:lnTo>
                    <a:pt x="3994"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1"/>
            <p:cNvSpPr/>
            <p:nvPr/>
          </p:nvSpPr>
          <p:spPr>
            <a:xfrm>
              <a:off x="7800050" y="1492400"/>
              <a:ext cx="23" cy="23"/>
            </a:xfrm>
            <a:custGeom>
              <a:rect b="b" l="l" r="r" t="t"/>
              <a:pathLst>
                <a:path extrusionOk="0" fill="none" h="1" w="1">
                  <a:moveTo>
                    <a:pt x="1" y="1"/>
                  </a:move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1"/>
            <p:cNvSpPr/>
            <p:nvPr/>
          </p:nvSpPr>
          <p:spPr>
            <a:xfrm>
              <a:off x="7704002" y="1442789"/>
              <a:ext cx="87630" cy="23253"/>
            </a:xfrm>
            <a:custGeom>
              <a:rect b="b" l="l" r="r" t="t"/>
              <a:pathLst>
                <a:path extrusionOk="0" fill="none" h="1011" w="3810">
                  <a:moveTo>
                    <a:pt x="3534" y="1"/>
                  </a:moveTo>
                  <a:lnTo>
                    <a:pt x="3810" y="1010"/>
                  </a:lnTo>
                  <a:lnTo>
                    <a:pt x="92" y="1010"/>
                  </a:lnTo>
                  <a:lnTo>
                    <a:pt x="0" y="1"/>
                  </a:lnTo>
                  <a:lnTo>
                    <a:pt x="3534"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1"/>
            <p:cNvSpPr/>
            <p:nvPr/>
          </p:nvSpPr>
          <p:spPr>
            <a:xfrm>
              <a:off x="7596316" y="1442789"/>
              <a:ext cx="83421" cy="23253"/>
            </a:xfrm>
            <a:custGeom>
              <a:rect b="b" l="l" r="r" t="t"/>
              <a:pathLst>
                <a:path extrusionOk="0" fill="none" h="1011" w="3627">
                  <a:moveTo>
                    <a:pt x="138" y="1"/>
                  </a:moveTo>
                  <a:lnTo>
                    <a:pt x="3535" y="1"/>
                  </a:lnTo>
                  <a:lnTo>
                    <a:pt x="3627" y="1010"/>
                  </a:lnTo>
                  <a:lnTo>
                    <a:pt x="1" y="1010"/>
                  </a:lnTo>
                  <a:lnTo>
                    <a:pt x="138"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1"/>
            <p:cNvSpPr/>
            <p:nvPr/>
          </p:nvSpPr>
          <p:spPr>
            <a:xfrm>
              <a:off x="7591049" y="1492400"/>
              <a:ext cx="95013" cy="34868"/>
            </a:xfrm>
            <a:custGeom>
              <a:rect b="b" l="l" r="r" t="t"/>
              <a:pathLst>
                <a:path extrusionOk="0" fill="none" h="1516" w="4131">
                  <a:moveTo>
                    <a:pt x="138" y="1"/>
                  </a:moveTo>
                  <a:lnTo>
                    <a:pt x="3993" y="1"/>
                  </a:lnTo>
                  <a:lnTo>
                    <a:pt x="4131" y="1515"/>
                  </a:lnTo>
                  <a:lnTo>
                    <a:pt x="0" y="1515"/>
                  </a:lnTo>
                  <a:lnTo>
                    <a:pt x="138"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1"/>
            <p:cNvSpPr/>
            <p:nvPr/>
          </p:nvSpPr>
          <p:spPr>
            <a:xfrm>
              <a:off x="7585759" y="1552568"/>
              <a:ext cx="105593" cy="35926"/>
            </a:xfrm>
            <a:custGeom>
              <a:rect b="b" l="l" r="r" t="t"/>
              <a:pathLst>
                <a:path extrusionOk="0" fill="none" h="1562" w="4591">
                  <a:moveTo>
                    <a:pt x="138" y="1"/>
                  </a:moveTo>
                  <a:lnTo>
                    <a:pt x="4453" y="1"/>
                  </a:lnTo>
                  <a:lnTo>
                    <a:pt x="4590" y="1561"/>
                  </a:lnTo>
                  <a:lnTo>
                    <a:pt x="1" y="1561"/>
                  </a:lnTo>
                  <a:lnTo>
                    <a:pt x="138"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1"/>
            <p:cNvSpPr/>
            <p:nvPr/>
          </p:nvSpPr>
          <p:spPr>
            <a:xfrm>
              <a:off x="7596316" y="1662370"/>
              <a:ext cx="92920" cy="92897"/>
            </a:xfrm>
            <a:custGeom>
              <a:rect b="b" l="l" r="r" t="t"/>
              <a:pathLst>
                <a:path extrusionOk="0" fill="none" h="4039" w="4040">
                  <a:moveTo>
                    <a:pt x="2020" y="0"/>
                  </a:moveTo>
                  <a:lnTo>
                    <a:pt x="2020" y="0"/>
                  </a:lnTo>
                  <a:lnTo>
                    <a:pt x="2433" y="46"/>
                  </a:lnTo>
                  <a:lnTo>
                    <a:pt x="2800" y="138"/>
                  </a:lnTo>
                  <a:lnTo>
                    <a:pt x="3122" y="321"/>
                  </a:lnTo>
                  <a:lnTo>
                    <a:pt x="3443" y="597"/>
                  </a:lnTo>
                  <a:lnTo>
                    <a:pt x="3672" y="872"/>
                  </a:lnTo>
                  <a:lnTo>
                    <a:pt x="3856" y="1239"/>
                  </a:lnTo>
                  <a:lnTo>
                    <a:pt x="3994" y="1606"/>
                  </a:lnTo>
                  <a:lnTo>
                    <a:pt x="4040" y="2020"/>
                  </a:lnTo>
                  <a:lnTo>
                    <a:pt x="4040" y="2020"/>
                  </a:lnTo>
                  <a:lnTo>
                    <a:pt x="3994" y="2433"/>
                  </a:lnTo>
                  <a:lnTo>
                    <a:pt x="3856" y="2800"/>
                  </a:lnTo>
                  <a:lnTo>
                    <a:pt x="3672" y="3167"/>
                  </a:lnTo>
                  <a:lnTo>
                    <a:pt x="3443" y="3442"/>
                  </a:lnTo>
                  <a:lnTo>
                    <a:pt x="3122" y="3718"/>
                  </a:lnTo>
                  <a:lnTo>
                    <a:pt x="2800" y="3901"/>
                  </a:lnTo>
                  <a:lnTo>
                    <a:pt x="2433" y="3993"/>
                  </a:lnTo>
                  <a:lnTo>
                    <a:pt x="2020" y="4039"/>
                  </a:lnTo>
                  <a:lnTo>
                    <a:pt x="2020" y="4039"/>
                  </a:lnTo>
                  <a:lnTo>
                    <a:pt x="1607" y="3993"/>
                  </a:lnTo>
                  <a:lnTo>
                    <a:pt x="1240" y="3901"/>
                  </a:lnTo>
                  <a:lnTo>
                    <a:pt x="873" y="3718"/>
                  </a:lnTo>
                  <a:lnTo>
                    <a:pt x="552" y="3442"/>
                  </a:lnTo>
                  <a:lnTo>
                    <a:pt x="322" y="3167"/>
                  </a:lnTo>
                  <a:lnTo>
                    <a:pt x="138" y="2800"/>
                  </a:lnTo>
                  <a:lnTo>
                    <a:pt x="1" y="2433"/>
                  </a:lnTo>
                  <a:lnTo>
                    <a:pt x="1" y="2020"/>
                  </a:lnTo>
                  <a:lnTo>
                    <a:pt x="1" y="2020"/>
                  </a:lnTo>
                  <a:lnTo>
                    <a:pt x="1" y="1606"/>
                  </a:lnTo>
                  <a:lnTo>
                    <a:pt x="138" y="1239"/>
                  </a:lnTo>
                  <a:lnTo>
                    <a:pt x="322" y="872"/>
                  </a:lnTo>
                  <a:lnTo>
                    <a:pt x="552" y="597"/>
                  </a:lnTo>
                  <a:lnTo>
                    <a:pt x="873" y="321"/>
                  </a:lnTo>
                  <a:lnTo>
                    <a:pt x="1240" y="138"/>
                  </a:lnTo>
                  <a:lnTo>
                    <a:pt x="1607" y="46"/>
                  </a:lnTo>
                  <a:lnTo>
                    <a:pt x="2020" y="0"/>
                  </a:lnTo>
                  <a:lnTo>
                    <a:pt x="202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1"/>
            <p:cNvSpPr/>
            <p:nvPr/>
          </p:nvSpPr>
          <p:spPr>
            <a:xfrm>
              <a:off x="7484421" y="1442789"/>
              <a:ext cx="88688" cy="23253"/>
            </a:xfrm>
            <a:custGeom>
              <a:rect b="b" l="l" r="r" t="t"/>
              <a:pathLst>
                <a:path extrusionOk="0" fill="none" h="1011" w="3856">
                  <a:moveTo>
                    <a:pt x="322" y="1"/>
                  </a:moveTo>
                  <a:lnTo>
                    <a:pt x="3856" y="1"/>
                  </a:lnTo>
                  <a:lnTo>
                    <a:pt x="3764" y="1010"/>
                  </a:lnTo>
                  <a:lnTo>
                    <a:pt x="1" y="1010"/>
                  </a:lnTo>
                  <a:lnTo>
                    <a:pt x="32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1"/>
            <p:cNvSpPr/>
            <p:nvPr/>
          </p:nvSpPr>
          <p:spPr>
            <a:xfrm>
              <a:off x="7466481" y="1492400"/>
              <a:ext cx="102419" cy="34868"/>
            </a:xfrm>
            <a:custGeom>
              <a:rect b="b" l="l" r="r" t="t"/>
              <a:pathLst>
                <a:path extrusionOk="0" fill="none" h="1516" w="4453">
                  <a:moveTo>
                    <a:pt x="459" y="1"/>
                  </a:move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59" y="1"/>
                  </a:lnTo>
                  <a:lnTo>
                    <a:pt x="4452" y="1"/>
                  </a:lnTo>
                  <a:lnTo>
                    <a:pt x="4315" y="1515"/>
                  </a:lnTo>
                  <a:lnTo>
                    <a:pt x="1" y="1515"/>
                  </a:lnTo>
                  <a:lnTo>
                    <a:pt x="1" y="1515"/>
                  </a:lnTo>
                  <a:lnTo>
                    <a:pt x="459" y="1"/>
                  </a:lnTo>
                  <a:lnTo>
                    <a:pt x="459"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1"/>
            <p:cNvSpPr/>
            <p:nvPr/>
          </p:nvSpPr>
          <p:spPr>
            <a:xfrm>
              <a:off x="7477038" y="1492400"/>
              <a:ext cx="23" cy="23"/>
            </a:xfrm>
            <a:custGeom>
              <a:rect b="b" l="l" r="r" t="t"/>
              <a:pathLst>
                <a:path extrusionOk="0" fill="none" h="1" w="1">
                  <a:moveTo>
                    <a:pt x="0" y="1"/>
                  </a:move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1"/>
            <p:cNvSpPr/>
            <p:nvPr/>
          </p:nvSpPr>
          <p:spPr>
            <a:xfrm>
              <a:off x="7477038" y="1492400"/>
              <a:ext cx="23" cy="23"/>
            </a:xfrm>
            <a:custGeom>
              <a:rect b="b" l="l" r="r" t="t"/>
              <a:pathLst>
                <a:path extrusionOk="0" fill="none" h="1" w="1">
                  <a:moveTo>
                    <a:pt x="0" y="1"/>
                  </a:moveTo>
                  <a:lnTo>
                    <a:pt x="0" y="1"/>
                  </a:lnTo>
                  <a:lnTo>
                    <a:pt x="0" y="1"/>
                  </a:lnTo>
                  <a:lnTo>
                    <a:pt x="0" y="1"/>
                  </a:lnTo>
                  <a:lnTo>
                    <a:pt x="0" y="1"/>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1"/>
            <p:cNvSpPr/>
            <p:nvPr/>
          </p:nvSpPr>
          <p:spPr>
            <a:xfrm>
              <a:off x="7449599" y="1552568"/>
              <a:ext cx="112976" cy="35926"/>
            </a:xfrm>
            <a:custGeom>
              <a:rect b="b" l="l" r="r" t="t"/>
              <a:pathLst>
                <a:path extrusionOk="0" fill="none" h="1562" w="4912">
                  <a:moveTo>
                    <a:pt x="0" y="1561"/>
                  </a:moveTo>
                  <a:lnTo>
                    <a:pt x="459" y="1"/>
                  </a:lnTo>
                  <a:lnTo>
                    <a:pt x="4911" y="1"/>
                  </a:lnTo>
                  <a:lnTo>
                    <a:pt x="4727" y="1561"/>
                  </a:lnTo>
                  <a:lnTo>
                    <a:pt x="4727" y="1561"/>
                  </a:lnTo>
                  <a:lnTo>
                    <a:pt x="0" y="1561"/>
                  </a:lnTo>
                  <a:lnTo>
                    <a:pt x="0" y="15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1"/>
            <p:cNvSpPr/>
            <p:nvPr/>
          </p:nvSpPr>
          <p:spPr>
            <a:xfrm>
              <a:off x="7489711" y="1614852"/>
              <a:ext cx="309304" cy="180550"/>
            </a:xfrm>
            <a:custGeom>
              <a:rect b="b" l="l" r="r" t="t"/>
              <a:pathLst>
                <a:path extrusionOk="0" fill="none" h="7850" w="13448">
                  <a:moveTo>
                    <a:pt x="13448" y="7849"/>
                  </a:moveTo>
                  <a:lnTo>
                    <a:pt x="0" y="7849"/>
                  </a:lnTo>
                  <a:lnTo>
                    <a:pt x="0" y="1"/>
                  </a:lnTo>
                  <a:lnTo>
                    <a:pt x="6059" y="1"/>
                  </a:lnTo>
                  <a:lnTo>
                    <a:pt x="6059" y="1011"/>
                  </a:lnTo>
                  <a:lnTo>
                    <a:pt x="6059" y="1011"/>
                  </a:lnTo>
                  <a:lnTo>
                    <a:pt x="5554" y="1148"/>
                  </a:lnTo>
                  <a:lnTo>
                    <a:pt x="5049" y="1378"/>
                  </a:lnTo>
                  <a:lnTo>
                    <a:pt x="4590" y="1699"/>
                  </a:lnTo>
                  <a:lnTo>
                    <a:pt x="4223" y="2066"/>
                  </a:lnTo>
                  <a:lnTo>
                    <a:pt x="3901" y="2525"/>
                  </a:lnTo>
                  <a:lnTo>
                    <a:pt x="3672" y="2984"/>
                  </a:lnTo>
                  <a:lnTo>
                    <a:pt x="3534" y="3535"/>
                  </a:lnTo>
                  <a:lnTo>
                    <a:pt x="3488" y="4086"/>
                  </a:lnTo>
                  <a:lnTo>
                    <a:pt x="3488" y="4086"/>
                  </a:lnTo>
                  <a:lnTo>
                    <a:pt x="3488" y="4407"/>
                  </a:lnTo>
                  <a:lnTo>
                    <a:pt x="3534" y="4728"/>
                  </a:lnTo>
                  <a:lnTo>
                    <a:pt x="3626" y="5049"/>
                  </a:lnTo>
                  <a:lnTo>
                    <a:pt x="3764" y="5371"/>
                  </a:lnTo>
                  <a:lnTo>
                    <a:pt x="3901" y="5646"/>
                  </a:lnTo>
                  <a:lnTo>
                    <a:pt x="4039" y="5921"/>
                  </a:lnTo>
                  <a:lnTo>
                    <a:pt x="4269" y="6151"/>
                  </a:lnTo>
                  <a:lnTo>
                    <a:pt x="4452" y="6380"/>
                  </a:lnTo>
                  <a:lnTo>
                    <a:pt x="4682" y="6564"/>
                  </a:lnTo>
                  <a:lnTo>
                    <a:pt x="4957" y="6748"/>
                  </a:lnTo>
                  <a:lnTo>
                    <a:pt x="5232" y="6931"/>
                  </a:lnTo>
                  <a:lnTo>
                    <a:pt x="5508" y="7023"/>
                  </a:lnTo>
                  <a:lnTo>
                    <a:pt x="5829" y="7115"/>
                  </a:lnTo>
                  <a:lnTo>
                    <a:pt x="6150" y="7206"/>
                  </a:lnTo>
                  <a:lnTo>
                    <a:pt x="6472" y="7252"/>
                  </a:lnTo>
                  <a:lnTo>
                    <a:pt x="6793" y="7252"/>
                  </a:lnTo>
                  <a:lnTo>
                    <a:pt x="6793" y="7252"/>
                  </a:lnTo>
                  <a:lnTo>
                    <a:pt x="7114" y="7206"/>
                  </a:lnTo>
                  <a:lnTo>
                    <a:pt x="7390" y="7161"/>
                  </a:lnTo>
                  <a:lnTo>
                    <a:pt x="7665" y="7069"/>
                  </a:lnTo>
                  <a:lnTo>
                    <a:pt x="7940" y="6931"/>
                  </a:lnTo>
                  <a:lnTo>
                    <a:pt x="8445" y="6656"/>
                  </a:lnTo>
                  <a:lnTo>
                    <a:pt x="8904" y="6289"/>
                  </a:lnTo>
                  <a:lnTo>
                    <a:pt x="9225" y="5830"/>
                  </a:lnTo>
                  <a:lnTo>
                    <a:pt x="9501" y="5325"/>
                  </a:lnTo>
                  <a:lnTo>
                    <a:pt x="9638" y="5049"/>
                  </a:lnTo>
                  <a:lnTo>
                    <a:pt x="9684" y="4774"/>
                  </a:lnTo>
                  <a:lnTo>
                    <a:pt x="9730" y="4453"/>
                  </a:lnTo>
                  <a:lnTo>
                    <a:pt x="9776" y="4177"/>
                  </a:lnTo>
                  <a:lnTo>
                    <a:pt x="9776" y="4177"/>
                  </a:lnTo>
                  <a:lnTo>
                    <a:pt x="9730" y="3581"/>
                  </a:lnTo>
                  <a:lnTo>
                    <a:pt x="9593" y="3030"/>
                  </a:lnTo>
                  <a:lnTo>
                    <a:pt x="9363" y="2525"/>
                  </a:lnTo>
                  <a:lnTo>
                    <a:pt x="9042" y="2112"/>
                  </a:lnTo>
                  <a:lnTo>
                    <a:pt x="8675" y="1699"/>
                  </a:lnTo>
                  <a:lnTo>
                    <a:pt x="8216" y="1378"/>
                  </a:lnTo>
                  <a:lnTo>
                    <a:pt x="7711" y="1148"/>
                  </a:lnTo>
                  <a:lnTo>
                    <a:pt x="7206" y="1011"/>
                  </a:lnTo>
                  <a:lnTo>
                    <a:pt x="7206" y="1"/>
                  </a:lnTo>
                  <a:lnTo>
                    <a:pt x="13448" y="1"/>
                  </a:lnTo>
                  <a:lnTo>
                    <a:pt x="13448" y="78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1"/>
            <p:cNvSpPr/>
            <p:nvPr/>
          </p:nvSpPr>
          <p:spPr>
            <a:xfrm>
              <a:off x="7714559" y="1552568"/>
              <a:ext cx="112953" cy="35926"/>
            </a:xfrm>
            <a:custGeom>
              <a:rect b="b" l="l" r="r" t="t"/>
              <a:pathLst>
                <a:path extrusionOk="0" fill="none" h="1562" w="4911">
                  <a:moveTo>
                    <a:pt x="138" y="1561"/>
                  </a:moveTo>
                  <a:lnTo>
                    <a:pt x="0" y="1"/>
                  </a:lnTo>
                  <a:lnTo>
                    <a:pt x="4452" y="1"/>
                  </a:lnTo>
                  <a:lnTo>
                    <a:pt x="4911" y="1561"/>
                  </a:lnTo>
                  <a:lnTo>
                    <a:pt x="4911" y="1561"/>
                  </a:lnTo>
                  <a:lnTo>
                    <a:pt x="138" y="1561"/>
                  </a:lnTo>
                  <a:lnTo>
                    <a:pt x="138" y="15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1"/>
            <p:cNvSpPr/>
            <p:nvPr/>
          </p:nvSpPr>
          <p:spPr>
            <a:xfrm>
              <a:off x="7820106" y="1469193"/>
              <a:ext cx="23" cy="23"/>
            </a:xfrm>
            <a:custGeom>
              <a:rect b="b" l="l" r="r" t="t"/>
              <a:pathLst>
                <a:path extrusionOk="0" h="1" w="1">
                  <a:moveTo>
                    <a:pt x="1" y="0"/>
                  </a:move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1"/>
            <p:cNvSpPr/>
            <p:nvPr/>
          </p:nvSpPr>
          <p:spPr>
            <a:xfrm>
              <a:off x="7820106" y="1469193"/>
              <a:ext cx="23" cy="23"/>
            </a:xfrm>
            <a:custGeom>
              <a:rect b="b" l="l" r="r" t="t"/>
              <a:pathLst>
                <a:path extrusionOk="0" fill="none" h="1" w="1">
                  <a:moveTo>
                    <a:pt x="1" y="0"/>
                  </a:move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1"/>
            <p:cNvSpPr/>
            <p:nvPr/>
          </p:nvSpPr>
          <p:spPr>
            <a:xfrm>
              <a:off x="7477038" y="1492400"/>
              <a:ext cx="23" cy="23"/>
            </a:xfrm>
            <a:custGeom>
              <a:rect b="b" l="l" r="r" t="t"/>
              <a:pathLst>
                <a:path extrusionOk="0" h="1" w="1">
                  <a:moveTo>
                    <a:pt x="0" y="1"/>
                  </a:moveTo>
                  <a:lnTo>
                    <a:pt x="0" y="1"/>
                  </a:lnTo>
                  <a:lnTo>
                    <a:pt x="0" y="1"/>
                  </a:lnTo>
                  <a:lnTo>
                    <a:pt x="0" y="1"/>
                  </a:lnTo>
                  <a:lnTo>
                    <a:pt x="0" y="1"/>
                  </a:lnTo>
                  <a:lnTo>
                    <a:pt x="0" y="1"/>
                  </a:lnTo>
                  <a:lnTo>
                    <a:pt x="0" y="1"/>
                  </a:lnTo>
                  <a:lnTo>
                    <a:pt x="0" y="1"/>
                  </a:ln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1"/>
            <p:cNvSpPr/>
            <p:nvPr/>
          </p:nvSpPr>
          <p:spPr>
            <a:xfrm>
              <a:off x="7477038" y="1491342"/>
              <a:ext cx="23" cy="23"/>
            </a:xfrm>
            <a:custGeom>
              <a:rect b="b" l="l" r="r" t="t"/>
              <a:pathLst>
                <a:path extrusionOk="0" h="1" w="1">
                  <a:moveTo>
                    <a:pt x="0" y="1"/>
                  </a:moveTo>
                  <a:lnTo>
                    <a:pt x="0" y="1"/>
                  </a:lnTo>
                  <a:lnTo>
                    <a:pt x="0" y="1"/>
                  </a:lnTo>
                  <a:lnTo>
                    <a:pt x="0" y="1"/>
                  </a:ln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1"/>
            <p:cNvSpPr/>
            <p:nvPr/>
          </p:nvSpPr>
          <p:spPr>
            <a:xfrm>
              <a:off x="7800050" y="1492400"/>
              <a:ext cx="23" cy="23"/>
            </a:xfrm>
            <a:custGeom>
              <a:rect b="b" l="l" r="r" t="t"/>
              <a:pathLst>
                <a:path extrusionOk="0" h="1" w="1">
                  <a:moveTo>
                    <a:pt x="1" y="1"/>
                  </a:moveTo>
                  <a:lnTo>
                    <a:pt x="1" y="1"/>
                  </a:lnTo>
                  <a:lnTo>
                    <a:pt x="1" y="1"/>
                  </a:ln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1"/>
            <p:cNvSpPr/>
            <p:nvPr/>
          </p:nvSpPr>
          <p:spPr>
            <a:xfrm>
              <a:off x="7800050" y="1492400"/>
              <a:ext cx="23" cy="23"/>
            </a:xfrm>
            <a:custGeom>
              <a:rect b="b" l="l" r="r" t="t"/>
              <a:pathLst>
                <a:path extrusionOk="0" h="1" w="1">
                  <a:moveTo>
                    <a:pt x="1" y="1"/>
                  </a:moveTo>
                  <a:lnTo>
                    <a:pt x="1" y="1"/>
                  </a:lnTo>
                  <a:lnTo>
                    <a:pt x="1" y="1"/>
                  </a:ln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1"/>
            <p:cNvSpPr/>
            <p:nvPr/>
          </p:nvSpPr>
          <p:spPr>
            <a:xfrm>
              <a:off x="7613221" y="1667637"/>
              <a:ext cx="59133" cy="82363"/>
            </a:xfrm>
            <a:custGeom>
              <a:rect b="b" l="l" r="r" t="t"/>
              <a:pathLst>
                <a:path extrusionOk="0" h="3581" w="2571">
                  <a:moveTo>
                    <a:pt x="1285" y="1"/>
                  </a:moveTo>
                  <a:lnTo>
                    <a:pt x="1102" y="46"/>
                  </a:lnTo>
                  <a:lnTo>
                    <a:pt x="918" y="230"/>
                  </a:lnTo>
                  <a:lnTo>
                    <a:pt x="46" y="1561"/>
                  </a:lnTo>
                  <a:lnTo>
                    <a:pt x="0" y="1699"/>
                  </a:lnTo>
                  <a:lnTo>
                    <a:pt x="0" y="1836"/>
                  </a:lnTo>
                  <a:lnTo>
                    <a:pt x="0" y="2020"/>
                  </a:lnTo>
                  <a:lnTo>
                    <a:pt x="46" y="2158"/>
                  </a:lnTo>
                  <a:lnTo>
                    <a:pt x="138" y="2250"/>
                  </a:lnTo>
                  <a:lnTo>
                    <a:pt x="230" y="2341"/>
                  </a:lnTo>
                  <a:lnTo>
                    <a:pt x="367" y="2387"/>
                  </a:lnTo>
                  <a:lnTo>
                    <a:pt x="551" y="2433"/>
                  </a:lnTo>
                  <a:lnTo>
                    <a:pt x="872" y="2433"/>
                  </a:lnTo>
                  <a:lnTo>
                    <a:pt x="689" y="2708"/>
                  </a:lnTo>
                  <a:lnTo>
                    <a:pt x="597" y="2892"/>
                  </a:lnTo>
                  <a:lnTo>
                    <a:pt x="597" y="3122"/>
                  </a:lnTo>
                  <a:lnTo>
                    <a:pt x="643" y="3305"/>
                  </a:lnTo>
                  <a:lnTo>
                    <a:pt x="826" y="3489"/>
                  </a:lnTo>
                  <a:lnTo>
                    <a:pt x="1010" y="3580"/>
                  </a:lnTo>
                  <a:lnTo>
                    <a:pt x="1239" y="3580"/>
                  </a:lnTo>
                  <a:lnTo>
                    <a:pt x="1423" y="3489"/>
                  </a:lnTo>
                  <a:lnTo>
                    <a:pt x="1606" y="3351"/>
                  </a:lnTo>
                  <a:lnTo>
                    <a:pt x="2433" y="2204"/>
                  </a:lnTo>
                  <a:lnTo>
                    <a:pt x="2524" y="2066"/>
                  </a:lnTo>
                  <a:lnTo>
                    <a:pt x="2570" y="1928"/>
                  </a:lnTo>
                  <a:lnTo>
                    <a:pt x="2570" y="1745"/>
                  </a:lnTo>
                  <a:lnTo>
                    <a:pt x="2524" y="1607"/>
                  </a:lnTo>
                  <a:lnTo>
                    <a:pt x="2433" y="1515"/>
                  </a:lnTo>
                  <a:lnTo>
                    <a:pt x="2295" y="1377"/>
                  </a:lnTo>
                  <a:lnTo>
                    <a:pt x="2157" y="1332"/>
                  </a:lnTo>
                  <a:lnTo>
                    <a:pt x="1561" y="1332"/>
                  </a:lnTo>
                  <a:lnTo>
                    <a:pt x="1836" y="873"/>
                  </a:lnTo>
                  <a:lnTo>
                    <a:pt x="1928" y="643"/>
                  </a:lnTo>
                  <a:lnTo>
                    <a:pt x="1928" y="460"/>
                  </a:lnTo>
                  <a:lnTo>
                    <a:pt x="1882" y="276"/>
                  </a:lnTo>
                  <a:lnTo>
                    <a:pt x="1744" y="92"/>
                  </a:lnTo>
                  <a:lnTo>
                    <a:pt x="1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 name="Google Shape;899;p61"/>
          <p:cNvSpPr/>
          <p:nvPr/>
        </p:nvSpPr>
        <p:spPr>
          <a:xfrm>
            <a:off x="1285875" y="1926455"/>
            <a:ext cx="439139" cy="400085"/>
          </a:xfrm>
          <a:custGeom>
            <a:rect b="b" l="l" r="r" t="t"/>
            <a:pathLst>
              <a:path extrusionOk="0" h="17395" w="19093">
                <a:moveTo>
                  <a:pt x="11290" y="4177"/>
                </a:moveTo>
                <a:lnTo>
                  <a:pt x="11336" y="4727"/>
                </a:lnTo>
                <a:lnTo>
                  <a:pt x="9776" y="4727"/>
                </a:lnTo>
                <a:lnTo>
                  <a:pt x="9638" y="4590"/>
                </a:lnTo>
                <a:lnTo>
                  <a:pt x="9501" y="4452"/>
                </a:lnTo>
                <a:lnTo>
                  <a:pt x="9455" y="4268"/>
                </a:lnTo>
                <a:lnTo>
                  <a:pt x="9455" y="4177"/>
                </a:lnTo>
                <a:close/>
                <a:moveTo>
                  <a:pt x="17991" y="4177"/>
                </a:moveTo>
                <a:lnTo>
                  <a:pt x="17991" y="4268"/>
                </a:lnTo>
                <a:lnTo>
                  <a:pt x="17945" y="4452"/>
                </a:lnTo>
                <a:lnTo>
                  <a:pt x="17808" y="4590"/>
                </a:lnTo>
                <a:lnTo>
                  <a:pt x="17670" y="4727"/>
                </a:lnTo>
                <a:lnTo>
                  <a:pt x="16385" y="4727"/>
                </a:lnTo>
                <a:lnTo>
                  <a:pt x="16431" y="4177"/>
                </a:lnTo>
                <a:close/>
                <a:moveTo>
                  <a:pt x="15329" y="3351"/>
                </a:moveTo>
                <a:lnTo>
                  <a:pt x="15008" y="7940"/>
                </a:lnTo>
                <a:lnTo>
                  <a:pt x="15008" y="8078"/>
                </a:lnTo>
                <a:lnTo>
                  <a:pt x="14916" y="8124"/>
                </a:lnTo>
                <a:lnTo>
                  <a:pt x="14824" y="8216"/>
                </a:lnTo>
                <a:lnTo>
                  <a:pt x="12989" y="8216"/>
                </a:lnTo>
                <a:lnTo>
                  <a:pt x="12851" y="8170"/>
                </a:lnTo>
                <a:lnTo>
                  <a:pt x="12759" y="8124"/>
                </a:lnTo>
                <a:lnTo>
                  <a:pt x="12713" y="8032"/>
                </a:lnTo>
                <a:lnTo>
                  <a:pt x="12667" y="7940"/>
                </a:lnTo>
                <a:lnTo>
                  <a:pt x="12392" y="3351"/>
                </a:lnTo>
                <a:close/>
                <a:moveTo>
                  <a:pt x="5737" y="13953"/>
                </a:moveTo>
                <a:lnTo>
                  <a:pt x="5645" y="16293"/>
                </a:lnTo>
                <a:lnTo>
                  <a:pt x="5003" y="16293"/>
                </a:lnTo>
                <a:lnTo>
                  <a:pt x="5094" y="13953"/>
                </a:lnTo>
                <a:close/>
                <a:moveTo>
                  <a:pt x="11566" y="7986"/>
                </a:moveTo>
                <a:lnTo>
                  <a:pt x="11612" y="8261"/>
                </a:lnTo>
                <a:lnTo>
                  <a:pt x="11704" y="8537"/>
                </a:lnTo>
                <a:lnTo>
                  <a:pt x="11841" y="8766"/>
                </a:lnTo>
                <a:lnTo>
                  <a:pt x="12025" y="8950"/>
                </a:lnTo>
                <a:lnTo>
                  <a:pt x="12208" y="9088"/>
                </a:lnTo>
                <a:lnTo>
                  <a:pt x="12484" y="9225"/>
                </a:lnTo>
                <a:lnTo>
                  <a:pt x="12713" y="9317"/>
                </a:lnTo>
                <a:lnTo>
                  <a:pt x="13907" y="9317"/>
                </a:lnTo>
                <a:lnTo>
                  <a:pt x="13907" y="11291"/>
                </a:lnTo>
                <a:lnTo>
                  <a:pt x="13861" y="11612"/>
                </a:lnTo>
                <a:lnTo>
                  <a:pt x="13769" y="11887"/>
                </a:lnTo>
                <a:lnTo>
                  <a:pt x="13631" y="12163"/>
                </a:lnTo>
                <a:lnTo>
                  <a:pt x="13448" y="12392"/>
                </a:lnTo>
                <a:lnTo>
                  <a:pt x="13218" y="12576"/>
                </a:lnTo>
                <a:lnTo>
                  <a:pt x="12989" y="12713"/>
                </a:lnTo>
                <a:lnTo>
                  <a:pt x="12713" y="12805"/>
                </a:lnTo>
                <a:lnTo>
                  <a:pt x="12392" y="12851"/>
                </a:lnTo>
                <a:lnTo>
                  <a:pt x="11933" y="12851"/>
                </a:lnTo>
                <a:lnTo>
                  <a:pt x="11704" y="12897"/>
                </a:lnTo>
                <a:lnTo>
                  <a:pt x="11520" y="12989"/>
                </a:lnTo>
                <a:lnTo>
                  <a:pt x="11428" y="13172"/>
                </a:lnTo>
                <a:lnTo>
                  <a:pt x="11336" y="13356"/>
                </a:lnTo>
                <a:lnTo>
                  <a:pt x="11245" y="16293"/>
                </a:lnTo>
                <a:lnTo>
                  <a:pt x="10464" y="16293"/>
                </a:lnTo>
                <a:lnTo>
                  <a:pt x="10373" y="13356"/>
                </a:lnTo>
                <a:lnTo>
                  <a:pt x="10327" y="13172"/>
                </a:lnTo>
                <a:lnTo>
                  <a:pt x="10189" y="12989"/>
                </a:lnTo>
                <a:lnTo>
                  <a:pt x="10005" y="12897"/>
                </a:lnTo>
                <a:lnTo>
                  <a:pt x="9822" y="12851"/>
                </a:lnTo>
                <a:lnTo>
                  <a:pt x="4590" y="12851"/>
                </a:lnTo>
                <a:lnTo>
                  <a:pt x="4406" y="12897"/>
                </a:lnTo>
                <a:lnTo>
                  <a:pt x="4222" y="12989"/>
                </a:lnTo>
                <a:lnTo>
                  <a:pt x="4085" y="13172"/>
                </a:lnTo>
                <a:lnTo>
                  <a:pt x="4039" y="13356"/>
                </a:lnTo>
                <a:lnTo>
                  <a:pt x="3947" y="16293"/>
                </a:lnTo>
                <a:lnTo>
                  <a:pt x="3075" y="16293"/>
                </a:lnTo>
                <a:lnTo>
                  <a:pt x="2937" y="14090"/>
                </a:lnTo>
                <a:lnTo>
                  <a:pt x="2891" y="13035"/>
                </a:lnTo>
                <a:lnTo>
                  <a:pt x="2891" y="11979"/>
                </a:lnTo>
                <a:lnTo>
                  <a:pt x="2983" y="9868"/>
                </a:lnTo>
                <a:lnTo>
                  <a:pt x="2983" y="9501"/>
                </a:lnTo>
                <a:lnTo>
                  <a:pt x="3121" y="9133"/>
                </a:lnTo>
                <a:lnTo>
                  <a:pt x="3305" y="8812"/>
                </a:lnTo>
                <a:lnTo>
                  <a:pt x="3534" y="8537"/>
                </a:lnTo>
                <a:lnTo>
                  <a:pt x="3809" y="8307"/>
                </a:lnTo>
                <a:lnTo>
                  <a:pt x="4131" y="8124"/>
                </a:lnTo>
                <a:lnTo>
                  <a:pt x="4498" y="8032"/>
                </a:lnTo>
                <a:lnTo>
                  <a:pt x="4865" y="7986"/>
                </a:lnTo>
                <a:close/>
                <a:moveTo>
                  <a:pt x="13080" y="13861"/>
                </a:moveTo>
                <a:lnTo>
                  <a:pt x="12989" y="16293"/>
                </a:lnTo>
                <a:lnTo>
                  <a:pt x="12346" y="16293"/>
                </a:lnTo>
                <a:lnTo>
                  <a:pt x="12438" y="13953"/>
                </a:lnTo>
                <a:lnTo>
                  <a:pt x="12759" y="13907"/>
                </a:lnTo>
                <a:lnTo>
                  <a:pt x="13080" y="13861"/>
                </a:lnTo>
                <a:close/>
                <a:moveTo>
                  <a:pt x="12392" y="0"/>
                </a:moveTo>
                <a:lnTo>
                  <a:pt x="12163" y="46"/>
                </a:lnTo>
                <a:lnTo>
                  <a:pt x="11979" y="184"/>
                </a:lnTo>
                <a:lnTo>
                  <a:pt x="11887" y="367"/>
                </a:lnTo>
                <a:lnTo>
                  <a:pt x="11841" y="597"/>
                </a:lnTo>
                <a:lnTo>
                  <a:pt x="11841" y="1606"/>
                </a:lnTo>
                <a:lnTo>
                  <a:pt x="11841" y="1928"/>
                </a:lnTo>
                <a:lnTo>
                  <a:pt x="11933" y="2249"/>
                </a:lnTo>
                <a:lnTo>
                  <a:pt x="11704" y="2249"/>
                </a:lnTo>
                <a:lnTo>
                  <a:pt x="11520" y="2295"/>
                </a:lnTo>
                <a:lnTo>
                  <a:pt x="11382" y="2433"/>
                </a:lnTo>
                <a:lnTo>
                  <a:pt x="11245" y="2616"/>
                </a:lnTo>
                <a:lnTo>
                  <a:pt x="11199" y="2754"/>
                </a:lnTo>
                <a:lnTo>
                  <a:pt x="11245" y="2983"/>
                </a:lnTo>
                <a:lnTo>
                  <a:pt x="8904" y="2983"/>
                </a:lnTo>
                <a:lnTo>
                  <a:pt x="8674" y="3029"/>
                </a:lnTo>
                <a:lnTo>
                  <a:pt x="8491" y="3167"/>
                </a:lnTo>
                <a:lnTo>
                  <a:pt x="8353" y="3351"/>
                </a:lnTo>
                <a:lnTo>
                  <a:pt x="8307" y="3580"/>
                </a:lnTo>
                <a:lnTo>
                  <a:pt x="8307" y="4268"/>
                </a:lnTo>
                <a:lnTo>
                  <a:pt x="8353" y="4590"/>
                </a:lnTo>
                <a:lnTo>
                  <a:pt x="8445" y="4865"/>
                </a:lnTo>
                <a:lnTo>
                  <a:pt x="8583" y="5140"/>
                </a:lnTo>
                <a:lnTo>
                  <a:pt x="8812" y="5416"/>
                </a:lnTo>
                <a:lnTo>
                  <a:pt x="9042" y="5599"/>
                </a:lnTo>
                <a:lnTo>
                  <a:pt x="9317" y="5737"/>
                </a:lnTo>
                <a:lnTo>
                  <a:pt x="9638" y="5829"/>
                </a:lnTo>
                <a:lnTo>
                  <a:pt x="9959" y="5875"/>
                </a:lnTo>
                <a:lnTo>
                  <a:pt x="11428" y="5875"/>
                </a:lnTo>
                <a:lnTo>
                  <a:pt x="11474" y="6885"/>
                </a:lnTo>
                <a:lnTo>
                  <a:pt x="4498" y="6885"/>
                </a:lnTo>
                <a:lnTo>
                  <a:pt x="4177" y="6930"/>
                </a:lnTo>
                <a:lnTo>
                  <a:pt x="3855" y="7022"/>
                </a:lnTo>
                <a:lnTo>
                  <a:pt x="3580" y="7160"/>
                </a:lnTo>
                <a:lnTo>
                  <a:pt x="3305" y="7298"/>
                </a:lnTo>
                <a:lnTo>
                  <a:pt x="3029" y="7481"/>
                </a:lnTo>
                <a:lnTo>
                  <a:pt x="2800" y="7711"/>
                </a:lnTo>
                <a:lnTo>
                  <a:pt x="2570" y="7940"/>
                </a:lnTo>
                <a:lnTo>
                  <a:pt x="2570" y="7894"/>
                </a:lnTo>
                <a:lnTo>
                  <a:pt x="1469" y="7894"/>
                </a:lnTo>
                <a:lnTo>
                  <a:pt x="1331" y="7848"/>
                </a:lnTo>
                <a:lnTo>
                  <a:pt x="1239" y="7757"/>
                </a:lnTo>
                <a:lnTo>
                  <a:pt x="1147" y="7665"/>
                </a:lnTo>
                <a:lnTo>
                  <a:pt x="1056" y="7527"/>
                </a:lnTo>
                <a:lnTo>
                  <a:pt x="1056" y="7389"/>
                </a:lnTo>
                <a:lnTo>
                  <a:pt x="1056" y="7252"/>
                </a:lnTo>
                <a:lnTo>
                  <a:pt x="1102" y="7114"/>
                </a:lnTo>
                <a:lnTo>
                  <a:pt x="1147" y="6885"/>
                </a:lnTo>
                <a:lnTo>
                  <a:pt x="1102" y="6701"/>
                </a:lnTo>
                <a:lnTo>
                  <a:pt x="1056" y="6517"/>
                </a:lnTo>
                <a:lnTo>
                  <a:pt x="918" y="6380"/>
                </a:lnTo>
                <a:lnTo>
                  <a:pt x="734" y="6288"/>
                </a:lnTo>
                <a:lnTo>
                  <a:pt x="551" y="6288"/>
                </a:lnTo>
                <a:lnTo>
                  <a:pt x="321" y="6334"/>
                </a:lnTo>
                <a:lnTo>
                  <a:pt x="138" y="6471"/>
                </a:lnTo>
                <a:lnTo>
                  <a:pt x="46" y="6563"/>
                </a:lnTo>
                <a:lnTo>
                  <a:pt x="0" y="6655"/>
                </a:lnTo>
                <a:lnTo>
                  <a:pt x="46" y="7114"/>
                </a:lnTo>
                <a:lnTo>
                  <a:pt x="138" y="7527"/>
                </a:lnTo>
                <a:lnTo>
                  <a:pt x="275" y="7894"/>
                </a:lnTo>
                <a:lnTo>
                  <a:pt x="505" y="8261"/>
                </a:lnTo>
                <a:lnTo>
                  <a:pt x="826" y="8537"/>
                </a:lnTo>
                <a:lnTo>
                  <a:pt x="1147" y="8766"/>
                </a:lnTo>
                <a:lnTo>
                  <a:pt x="1560" y="8950"/>
                </a:lnTo>
                <a:lnTo>
                  <a:pt x="1974" y="9042"/>
                </a:lnTo>
                <a:lnTo>
                  <a:pt x="1882" y="9455"/>
                </a:lnTo>
                <a:lnTo>
                  <a:pt x="1836" y="9868"/>
                </a:lnTo>
                <a:lnTo>
                  <a:pt x="1790" y="12438"/>
                </a:lnTo>
                <a:lnTo>
                  <a:pt x="1790" y="13310"/>
                </a:lnTo>
                <a:lnTo>
                  <a:pt x="1790" y="14182"/>
                </a:lnTo>
                <a:lnTo>
                  <a:pt x="2019" y="16890"/>
                </a:lnTo>
                <a:lnTo>
                  <a:pt x="2065" y="17119"/>
                </a:lnTo>
                <a:lnTo>
                  <a:pt x="2157" y="17257"/>
                </a:lnTo>
                <a:lnTo>
                  <a:pt x="2341" y="17395"/>
                </a:lnTo>
                <a:lnTo>
                  <a:pt x="6425" y="17395"/>
                </a:lnTo>
                <a:lnTo>
                  <a:pt x="6609" y="17257"/>
                </a:lnTo>
                <a:lnTo>
                  <a:pt x="6747" y="17073"/>
                </a:lnTo>
                <a:lnTo>
                  <a:pt x="6793" y="16890"/>
                </a:lnTo>
                <a:lnTo>
                  <a:pt x="6884" y="13953"/>
                </a:lnTo>
                <a:lnTo>
                  <a:pt x="9271" y="13953"/>
                </a:lnTo>
                <a:lnTo>
                  <a:pt x="9363" y="16890"/>
                </a:lnTo>
                <a:lnTo>
                  <a:pt x="9409" y="17073"/>
                </a:lnTo>
                <a:lnTo>
                  <a:pt x="9546" y="17257"/>
                </a:lnTo>
                <a:lnTo>
                  <a:pt x="9684" y="17395"/>
                </a:lnTo>
                <a:lnTo>
                  <a:pt x="13723" y="17395"/>
                </a:lnTo>
                <a:lnTo>
                  <a:pt x="13907" y="17257"/>
                </a:lnTo>
                <a:lnTo>
                  <a:pt x="14044" y="17073"/>
                </a:lnTo>
                <a:lnTo>
                  <a:pt x="14090" y="16890"/>
                </a:lnTo>
                <a:lnTo>
                  <a:pt x="14228" y="13218"/>
                </a:lnTo>
                <a:lnTo>
                  <a:pt x="14549" y="12805"/>
                </a:lnTo>
                <a:lnTo>
                  <a:pt x="14824" y="12346"/>
                </a:lnTo>
                <a:lnTo>
                  <a:pt x="14962" y="11841"/>
                </a:lnTo>
                <a:lnTo>
                  <a:pt x="15008" y="11566"/>
                </a:lnTo>
                <a:lnTo>
                  <a:pt x="15008" y="11291"/>
                </a:lnTo>
                <a:lnTo>
                  <a:pt x="15008" y="9317"/>
                </a:lnTo>
                <a:lnTo>
                  <a:pt x="15238" y="9271"/>
                </a:lnTo>
                <a:lnTo>
                  <a:pt x="15467" y="9133"/>
                </a:lnTo>
                <a:lnTo>
                  <a:pt x="15651" y="9042"/>
                </a:lnTo>
                <a:lnTo>
                  <a:pt x="15788" y="8858"/>
                </a:lnTo>
                <a:lnTo>
                  <a:pt x="15926" y="8674"/>
                </a:lnTo>
                <a:lnTo>
                  <a:pt x="16064" y="8445"/>
                </a:lnTo>
                <a:lnTo>
                  <a:pt x="16110" y="8261"/>
                </a:lnTo>
                <a:lnTo>
                  <a:pt x="16155" y="7986"/>
                </a:lnTo>
                <a:lnTo>
                  <a:pt x="16293" y="5875"/>
                </a:lnTo>
                <a:lnTo>
                  <a:pt x="17486" y="5875"/>
                </a:lnTo>
                <a:lnTo>
                  <a:pt x="17808" y="5829"/>
                </a:lnTo>
                <a:lnTo>
                  <a:pt x="18083" y="5737"/>
                </a:lnTo>
                <a:lnTo>
                  <a:pt x="18358" y="5599"/>
                </a:lnTo>
                <a:lnTo>
                  <a:pt x="18634" y="5416"/>
                </a:lnTo>
                <a:lnTo>
                  <a:pt x="18817" y="5140"/>
                </a:lnTo>
                <a:lnTo>
                  <a:pt x="18955" y="4865"/>
                </a:lnTo>
                <a:lnTo>
                  <a:pt x="19047" y="4590"/>
                </a:lnTo>
                <a:lnTo>
                  <a:pt x="19093" y="4268"/>
                </a:lnTo>
                <a:lnTo>
                  <a:pt x="19093" y="3580"/>
                </a:lnTo>
                <a:lnTo>
                  <a:pt x="19047" y="3351"/>
                </a:lnTo>
                <a:lnTo>
                  <a:pt x="18909" y="3167"/>
                </a:lnTo>
                <a:lnTo>
                  <a:pt x="18726" y="3029"/>
                </a:lnTo>
                <a:lnTo>
                  <a:pt x="18542" y="2983"/>
                </a:lnTo>
                <a:lnTo>
                  <a:pt x="16431" y="2983"/>
                </a:lnTo>
                <a:lnTo>
                  <a:pt x="16431" y="2754"/>
                </a:lnTo>
                <a:lnTo>
                  <a:pt x="16385" y="2616"/>
                </a:lnTo>
                <a:lnTo>
                  <a:pt x="16293" y="2433"/>
                </a:lnTo>
                <a:lnTo>
                  <a:pt x="16110" y="2295"/>
                </a:lnTo>
                <a:lnTo>
                  <a:pt x="15972" y="2249"/>
                </a:lnTo>
                <a:lnTo>
                  <a:pt x="15742" y="2249"/>
                </a:lnTo>
                <a:lnTo>
                  <a:pt x="15834" y="1928"/>
                </a:lnTo>
                <a:lnTo>
                  <a:pt x="15834" y="1561"/>
                </a:lnTo>
                <a:lnTo>
                  <a:pt x="15834" y="597"/>
                </a:lnTo>
                <a:lnTo>
                  <a:pt x="15788" y="367"/>
                </a:lnTo>
                <a:lnTo>
                  <a:pt x="15697" y="184"/>
                </a:lnTo>
                <a:lnTo>
                  <a:pt x="15513" y="92"/>
                </a:lnTo>
                <a:lnTo>
                  <a:pt x="15283" y="46"/>
                </a:lnTo>
                <a:lnTo>
                  <a:pt x="15054" y="92"/>
                </a:lnTo>
                <a:lnTo>
                  <a:pt x="14870" y="230"/>
                </a:lnTo>
                <a:lnTo>
                  <a:pt x="14779" y="413"/>
                </a:lnTo>
                <a:lnTo>
                  <a:pt x="14733" y="597"/>
                </a:lnTo>
                <a:lnTo>
                  <a:pt x="14733" y="1606"/>
                </a:lnTo>
                <a:lnTo>
                  <a:pt x="14687" y="1836"/>
                </a:lnTo>
                <a:lnTo>
                  <a:pt x="14595" y="2065"/>
                </a:lnTo>
                <a:lnTo>
                  <a:pt x="14411" y="2203"/>
                </a:lnTo>
                <a:lnTo>
                  <a:pt x="14228" y="2249"/>
                </a:lnTo>
                <a:lnTo>
                  <a:pt x="13402" y="2249"/>
                </a:lnTo>
                <a:lnTo>
                  <a:pt x="13218" y="2203"/>
                </a:lnTo>
                <a:lnTo>
                  <a:pt x="13080" y="2065"/>
                </a:lnTo>
                <a:lnTo>
                  <a:pt x="12989" y="1836"/>
                </a:lnTo>
                <a:lnTo>
                  <a:pt x="12943" y="1606"/>
                </a:lnTo>
                <a:lnTo>
                  <a:pt x="12943" y="597"/>
                </a:lnTo>
                <a:lnTo>
                  <a:pt x="12897" y="367"/>
                </a:lnTo>
                <a:lnTo>
                  <a:pt x="12805" y="184"/>
                </a:lnTo>
                <a:lnTo>
                  <a:pt x="12621" y="46"/>
                </a:lnTo>
                <a:lnTo>
                  <a:pt x="123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1"/>
          <p:cNvSpPr/>
          <p:nvPr/>
        </p:nvSpPr>
        <p:spPr>
          <a:xfrm>
            <a:off x="1994183" y="1907457"/>
            <a:ext cx="423315" cy="439139"/>
          </a:xfrm>
          <a:custGeom>
            <a:rect b="b" l="l" r="r" t="t"/>
            <a:pathLst>
              <a:path extrusionOk="0" h="19093" w="18405">
                <a:moveTo>
                  <a:pt x="9180" y="2800"/>
                </a:moveTo>
                <a:lnTo>
                  <a:pt x="9455" y="2846"/>
                </a:lnTo>
                <a:lnTo>
                  <a:pt x="9776" y="2891"/>
                </a:lnTo>
                <a:lnTo>
                  <a:pt x="10052" y="2983"/>
                </a:lnTo>
                <a:lnTo>
                  <a:pt x="10327" y="3121"/>
                </a:lnTo>
                <a:lnTo>
                  <a:pt x="10602" y="3259"/>
                </a:lnTo>
                <a:lnTo>
                  <a:pt x="10832" y="3488"/>
                </a:lnTo>
                <a:lnTo>
                  <a:pt x="11061" y="3718"/>
                </a:lnTo>
                <a:lnTo>
                  <a:pt x="11245" y="3993"/>
                </a:lnTo>
                <a:lnTo>
                  <a:pt x="11383" y="4268"/>
                </a:lnTo>
                <a:lnTo>
                  <a:pt x="11474" y="4590"/>
                </a:lnTo>
                <a:lnTo>
                  <a:pt x="11566" y="4865"/>
                </a:lnTo>
                <a:lnTo>
                  <a:pt x="11566" y="5232"/>
                </a:lnTo>
                <a:lnTo>
                  <a:pt x="11566" y="7802"/>
                </a:lnTo>
                <a:lnTo>
                  <a:pt x="6747" y="7802"/>
                </a:lnTo>
                <a:lnTo>
                  <a:pt x="6747" y="5232"/>
                </a:lnTo>
                <a:lnTo>
                  <a:pt x="6793" y="4865"/>
                </a:lnTo>
                <a:lnTo>
                  <a:pt x="6839" y="4590"/>
                </a:lnTo>
                <a:lnTo>
                  <a:pt x="6977" y="4268"/>
                </a:lnTo>
                <a:lnTo>
                  <a:pt x="7114" y="3993"/>
                </a:lnTo>
                <a:lnTo>
                  <a:pt x="7298" y="3718"/>
                </a:lnTo>
                <a:lnTo>
                  <a:pt x="7527" y="3488"/>
                </a:lnTo>
                <a:lnTo>
                  <a:pt x="7757" y="3259"/>
                </a:lnTo>
                <a:lnTo>
                  <a:pt x="8032" y="3121"/>
                </a:lnTo>
                <a:lnTo>
                  <a:pt x="8308" y="2983"/>
                </a:lnTo>
                <a:lnTo>
                  <a:pt x="8583" y="2891"/>
                </a:lnTo>
                <a:lnTo>
                  <a:pt x="8858" y="2846"/>
                </a:lnTo>
                <a:lnTo>
                  <a:pt x="9180" y="2800"/>
                </a:lnTo>
                <a:close/>
                <a:moveTo>
                  <a:pt x="5646" y="6793"/>
                </a:moveTo>
                <a:lnTo>
                  <a:pt x="5646" y="9914"/>
                </a:lnTo>
                <a:lnTo>
                  <a:pt x="2708" y="9914"/>
                </a:lnTo>
                <a:lnTo>
                  <a:pt x="2341" y="9868"/>
                </a:lnTo>
                <a:lnTo>
                  <a:pt x="2066" y="9776"/>
                </a:lnTo>
                <a:lnTo>
                  <a:pt x="1744" y="9592"/>
                </a:lnTo>
                <a:lnTo>
                  <a:pt x="1515" y="9363"/>
                </a:lnTo>
                <a:lnTo>
                  <a:pt x="1331" y="9133"/>
                </a:lnTo>
                <a:lnTo>
                  <a:pt x="1194" y="8812"/>
                </a:lnTo>
                <a:lnTo>
                  <a:pt x="1148" y="8491"/>
                </a:lnTo>
                <a:lnTo>
                  <a:pt x="1148" y="8124"/>
                </a:lnTo>
                <a:lnTo>
                  <a:pt x="1194" y="7848"/>
                </a:lnTo>
                <a:lnTo>
                  <a:pt x="1331" y="7619"/>
                </a:lnTo>
                <a:lnTo>
                  <a:pt x="1469" y="7389"/>
                </a:lnTo>
                <a:lnTo>
                  <a:pt x="1699" y="7160"/>
                </a:lnTo>
                <a:lnTo>
                  <a:pt x="1928" y="7022"/>
                </a:lnTo>
                <a:lnTo>
                  <a:pt x="2158" y="6884"/>
                </a:lnTo>
                <a:lnTo>
                  <a:pt x="2433" y="6793"/>
                </a:lnTo>
                <a:close/>
                <a:moveTo>
                  <a:pt x="16018" y="6793"/>
                </a:moveTo>
                <a:lnTo>
                  <a:pt x="16339" y="6930"/>
                </a:lnTo>
                <a:lnTo>
                  <a:pt x="16615" y="7068"/>
                </a:lnTo>
                <a:lnTo>
                  <a:pt x="16844" y="7297"/>
                </a:lnTo>
                <a:lnTo>
                  <a:pt x="17028" y="7573"/>
                </a:lnTo>
                <a:lnTo>
                  <a:pt x="17166" y="7848"/>
                </a:lnTo>
                <a:lnTo>
                  <a:pt x="17257" y="8215"/>
                </a:lnTo>
                <a:lnTo>
                  <a:pt x="17257" y="8537"/>
                </a:lnTo>
                <a:lnTo>
                  <a:pt x="17166" y="8812"/>
                </a:lnTo>
                <a:lnTo>
                  <a:pt x="17074" y="9087"/>
                </a:lnTo>
                <a:lnTo>
                  <a:pt x="16890" y="9317"/>
                </a:lnTo>
                <a:lnTo>
                  <a:pt x="16707" y="9500"/>
                </a:lnTo>
                <a:lnTo>
                  <a:pt x="16477" y="9684"/>
                </a:lnTo>
                <a:lnTo>
                  <a:pt x="16202" y="9776"/>
                </a:lnTo>
                <a:lnTo>
                  <a:pt x="15926" y="9868"/>
                </a:lnTo>
                <a:lnTo>
                  <a:pt x="15651" y="9914"/>
                </a:lnTo>
                <a:lnTo>
                  <a:pt x="12714" y="9914"/>
                </a:lnTo>
                <a:lnTo>
                  <a:pt x="12714" y="6793"/>
                </a:lnTo>
                <a:close/>
                <a:moveTo>
                  <a:pt x="11566" y="8950"/>
                </a:moveTo>
                <a:lnTo>
                  <a:pt x="11566" y="11658"/>
                </a:lnTo>
                <a:lnTo>
                  <a:pt x="6747" y="11658"/>
                </a:lnTo>
                <a:lnTo>
                  <a:pt x="6747" y="8950"/>
                </a:lnTo>
                <a:close/>
                <a:moveTo>
                  <a:pt x="11566" y="12759"/>
                </a:moveTo>
                <a:lnTo>
                  <a:pt x="11566" y="13402"/>
                </a:lnTo>
                <a:lnTo>
                  <a:pt x="11520" y="13861"/>
                </a:lnTo>
                <a:lnTo>
                  <a:pt x="11383" y="14320"/>
                </a:lnTo>
                <a:lnTo>
                  <a:pt x="11153" y="14733"/>
                </a:lnTo>
                <a:lnTo>
                  <a:pt x="10878" y="15100"/>
                </a:lnTo>
                <a:lnTo>
                  <a:pt x="10511" y="15375"/>
                </a:lnTo>
                <a:lnTo>
                  <a:pt x="10098" y="15605"/>
                </a:lnTo>
                <a:lnTo>
                  <a:pt x="9639" y="15742"/>
                </a:lnTo>
                <a:lnTo>
                  <a:pt x="9180" y="15788"/>
                </a:lnTo>
                <a:lnTo>
                  <a:pt x="8675" y="15742"/>
                </a:lnTo>
                <a:lnTo>
                  <a:pt x="8216" y="15605"/>
                </a:lnTo>
                <a:lnTo>
                  <a:pt x="7849" y="15375"/>
                </a:lnTo>
                <a:lnTo>
                  <a:pt x="7481" y="15100"/>
                </a:lnTo>
                <a:lnTo>
                  <a:pt x="7160" y="14733"/>
                </a:lnTo>
                <a:lnTo>
                  <a:pt x="6977" y="14320"/>
                </a:lnTo>
                <a:lnTo>
                  <a:pt x="6839" y="13861"/>
                </a:lnTo>
                <a:lnTo>
                  <a:pt x="6747" y="13402"/>
                </a:lnTo>
                <a:lnTo>
                  <a:pt x="6747" y="12759"/>
                </a:lnTo>
                <a:close/>
                <a:moveTo>
                  <a:pt x="7023" y="0"/>
                </a:moveTo>
                <a:lnTo>
                  <a:pt x="6793" y="46"/>
                </a:lnTo>
                <a:lnTo>
                  <a:pt x="6609" y="184"/>
                </a:lnTo>
                <a:lnTo>
                  <a:pt x="6518" y="367"/>
                </a:lnTo>
                <a:lnTo>
                  <a:pt x="6472" y="597"/>
                </a:lnTo>
                <a:lnTo>
                  <a:pt x="6472" y="2937"/>
                </a:lnTo>
                <a:lnTo>
                  <a:pt x="6150" y="3396"/>
                </a:lnTo>
                <a:lnTo>
                  <a:pt x="5921" y="3855"/>
                </a:lnTo>
                <a:lnTo>
                  <a:pt x="5783" y="4314"/>
                </a:lnTo>
                <a:lnTo>
                  <a:pt x="5692" y="4681"/>
                </a:lnTo>
                <a:lnTo>
                  <a:pt x="5646" y="5049"/>
                </a:lnTo>
                <a:lnTo>
                  <a:pt x="5646" y="5324"/>
                </a:lnTo>
                <a:lnTo>
                  <a:pt x="5646" y="5645"/>
                </a:lnTo>
                <a:lnTo>
                  <a:pt x="2708" y="5645"/>
                </a:lnTo>
                <a:lnTo>
                  <a:pt x="2203" y="5691"/>
                </a:lnTo>
                <a:lnTo>
                  <a:pt x="1744" y="5829"/>
                </a:lnTo>
                <a:lnTo>
                  <a:pt x="1285" y="6058"/>
                </a:lnTo>
                <a:lnTo>
                  <a:pt x="918" y="6334"/>
                </a:lnTo>
                <a:lnTo>
                  <a:pt x="551" y="6701"/>
                </a:lnTo>
                <a:lnTo>
                  <a:pt x="322" y="7068"/>
                </a:lnTo>
                <a:lnTo>
                  <a:pt x="92" y="7527"/>
                </a:lnTo>
                <a:lnTo>
                  <a:pt x="0" y="8032"/>
                </a:lnTo>
                <a:lnTo>
                  <a:pt x="0" y="8353"/>
                </a:lnTo>
                <a:lnTo>
                  <a:pt x="0" y="8628"/>
                </a:lnTo>
                <a:lnTo>
                  <a:pt x="46" y="8904"/>
                </a:lnTo>
                <a:lnTo>
                  <a:pt x="138" y="9179"/>
                </a:lnTo>
                <a:lnTo>
                  <a:pt x="230" y="9455"/>
                </a:lnTo>
                <a:lnTo>
                  <a:pt x="368" y="9730"/>
                </a:lnTo>
                <a:lnTo>
                  <a:pt x="505" y="9959"/>
                </a:lnTo>
                <a:lnTo>
                  <a:pt x="689" y="10143"/>
                </a:lnTo>
                <a:lnTo>
                  <a:pt x="872" y="10373"/>
                </a:lnTo>
                <a:lnTo>
                  <a:pt x="1102" y="10556"/>
                </a:lnTo>
                <a:lnTo>
                  <a:pt x="1331" y="10694"/>
                </a:lnTo>
                <a:lnTo>
                  <a:pt x="1561" y="10831"/>
                </a:lnTo>
                <a:lnTo>
                  <a:pt x="1836" y="10923"/>
                </a:lnTo>
                <a:lnTo>
                  <a:pt x="2112" y="11015"/>
                </a:lnTo>
                <a:lnTo>
                  <a:pt x="2387" y="11061"/>
                </a:lnTo>
                <a:lnTo>
                  <a:pt x="5646" y="11061"/>
                </a:lnTo>
                <a:lnTo>
                  <a:pt x="5646" y="13402"/>
                </a:lnTo>
                <a:lnTo>
                  <a:pt x="5646" y="13723"/>
                </a:lnTo>
                <a:lnTo>
                  <a:pt x="5692" y="14044"/>
                </a:lnTo>
                <a:lnTo>
                  <a:pt x="5783" y="14365"/>
                </a:lnTo>
                <a:lnTo>
                  <a:pt x="5875" y="14687"/>
                </a:lnTo>
                <a:lnTo>
                  <a:pt x="6150" y="15237"/>
                </a:lnTo>
                <a:lnTo>
                  <a:pt x="6518" y="15742"/>
                </a:lnTo>
                <a:lnTo>
                  <a:pt x="6931" y="16155"/>
                </a:lnTo>
                <a:lnTo>
                  <a:pt x="7436" y="16477"/>
                </a:lnTo>
                <a:lnTo>
                  <a:pt x="7711" y="16660"/>
                </a:lnTo>
                <a:lnTo>
                  <a:pt x="8032" y="16752"/>
                </a:lnTo>
                <a:lnTo>
                  <a:pt x="8308" y="16844"/>
                </a:lnTo>
                <a:lnTo>
                  <a:pt x="8629" y="16936"/>
                </a:lnTo>
                <a:lnTo>
                  <a:pt x="8629" y="18496"/>
                </a:lnTo>
                <a:lnTo>
                  <a:pt x="8675" y="18726"/>
                </a:lnTo>
                <a:lnTo>
                  <a:pt x="8767" y="18909"/>
                </a:lnTo>
                <a:lnTo>
                  <a:pt x="8950" y="19047"/>
                </a:lnTo>
                <a:lnTo>
                  <a:pt x="9180" y="19093"/>
                </a:lnTo>
                <a:lnTo>
                  <a:pt x="9409" y="19047"/>
                </a:lnTo>
                <a:lnTo>
                  <a:pt x="9593" y="18909"/>
                </a:lnTo>
                <a:lnTo>
                  <a:pt x="9684" y="18726"/>
                </a:lnTo>
                <a:lnTo>
                  <a:pt x="9730" y="18542"/>
                </a:lnTo>
                <a:lnTo>
                  <a:pt x="9730" y="16936"/>
                </a:lnTo>
                <a:lnTo>
                  <a:pt x="10052" y="16844"/>
                </a:lnTo>
                <a:lnTo>
                  <a:pt x="10373" y="16752"/>
                </a:lnTo>
                <a:lnTo>
                  <a:pt x="10648" y="16660"/>
                </a:lnTo>
                <a:lnTo>
                  <a:pt x="10924" y="16477"/>
                </a:lnTo>
                <a:lnTo>
                  <a:pt x="11429" y="16155"/>
                </a:lnTo>
                <a:lnTo>
                  <a:pt x="11888" y="15742"/>
                </a:lnTo>
                <a:lnTo>
                  <a:pt x="12209" y="15237"/>
                </a:lnTo>
                <a:lnTo>
                  <a:pt x="12484" y="14687"/>
                </a:lnTo>
                <a:lnTo>
                  <a:pt x="12576" y="14365"/>
                </a:lnTo>
                <a:lnTo>
                  <a:pt x="12668" y="14044"/>
                </a:lnTo>
                <a:lnTo>
                  <a:pt x="12714" y="13723"/>
                </a:lnTo>
                <a:lnTo>
                  <a:pt x="12714" y="13402"/>
                </a:lnTo>
                <a:lnTo>
                  <a:pt x="12714" y="11061"/>
                </a:lnTo>
                <a:lnTo>
                  <a:pt x="15651" y="11061"/>
                </a:lnTo>
                <a:lnTo>
                  <a:pt x="16156" y="11015"/>
                </a:lnTo>
                <a:lnTo>
                  <a:pt x="16661" y="10877"/>
                </a:lnTo>
                <a:lnTo>
                  <a:pt x="17074" y="10648"/>
                </a:lnTo>
                <a:lnTo>
                  <a:pt x="17487" y="10373"/>
                </a:lnTo>
                <a:lnTo>
                  <a:pt x="17808" y="10051"/>
                </a:lnTo>
                <a:lnTo>
                  <a:pt x="18083" y="9638"/>
                </a:lnTo>
                <a:lnTo>
                  <a:pt x="18267" y="9179"/>
                </a:lnTo>
                <a:lnTo>
                  <a:pt x="18359" y="8674"/>
                </a:lnTo>
                <a:lnTo>
                  <a:pt x="18405" y="8399"/>
                </a:lnTo>
                <a:lnTo>
                  <a:pt x="18359" y="8078"/>
                </a:lnTo>
                <a:lnTo>
                  <a:pt x="18313" y="7802"/>
                </a:lnTo>
                <a:lnTo>
                  <a:pt x="18267" y="7527"/>
                </a:lnTo>
                <a:lnTo>
                  <a:pt x="18175" y="7252"/>
                </a:lnTo>
                <a:lnTo>
                  <a:pt x="18038" y="7022"/>
                </a:lnTo>
                <a:lnTo>
                  <a:pt x="17900" y="6793"/>
                </a:lnTo>
                <a:lnTo>
                  <a:pt x="17716" y="6563"/>
                </a:lnTo>
                <a:lnTo>
                  <a:pt x="17487" y="6380"/>
                </a:lnTo>
                <a:lnTo>
                  <a:pt x="17303" y="6196"/>
                </a:lnTo>
                <a:lnTo>
                  <a:pt x="17074" y="6012"/>
                </a:lnTo>
                <a:lnTo>
                  <a:pt x="16798" y="5921"/>
                </a:lnTo>
                <a:lnTo>
                  <a:pt x="16569" y="5783"/>
                </a:lnTo>
                <a:lnTo>
                  <a:pt x="16294" y="5737"/>
                </a:lnTo>
                <a:lnTo>
                  <a:pt x="15972" y="5691"/>
                </a:lnTo>
                <a:lnTo>
                  <a:pt x="15697" y="5645"/>
                </a:lnTo>
                <a:lnTo>
                  <a:pt x="12668" y="5645"/>
                </a:lnTo>
                <a:lnTo>
                  <a:pt x="12668" y="5324"/>
                </a:lnTo>
                <a:lnTo>
                  <a:pt x="12668" y="5049"/>
                </a:lnTo>
                <a:lnTo>
                  <a:pt x="12622" y="4681"/>
                </a:lnTo>
                <a:lnTo>
                  <a:pt x="12576" y="4314"/>
                </a:lnTo>
                <a:lnTo>
                  <a:pt x="12438" y="3855"/>
                </a:lnTo>
                <a:lnTo>
                  <a:pt x="12209" y="3396"/>
                </a:lnTo>
                <a:lnTo>
                  <a:pt x="11888" y="2937"/>
                </a:lnTo>
                <a:lnTo>
                  <a:pt x="11888" y="597"/>
                </a:lnTo>
                <a:lnTo>
                  <a:pt x="11842" y="367"/>
                </a:lnTo>
                <a:lnTo>
                  <a:pt x="11704" y="184"/>
                </a:lnTo>
                <a:lnTo>
                  <a:pt x="11566" y="46"/>
                </a:lnTo>
                <a:lnTo>
                  <a:pt x="11337" y="0"/>
                </a:lnTo>
                <a:lnTo>
                  <a:pt x="11107" y="46"/>
                </a:lnTo>
                <a:lnTo>
                  <a:pt x="10924" y="184"/>
                </a:lnTo>
                <a:lnTo>
                  <a:pt x="10786" y="367"/>
                </a:lnTo>
                <a:lnTo>
                  <a:pt x="10740" y="551"/>
                </a:lnTo>
                <a:lnTo>
                  <a:pt x="10740" y="2065"/>
                </a:lnTo>
                <a:lnTo>
                  <a:pt x="10373" y="1928"/>
                </a:lnTo>
                <a:lnTo>
                  <a:pt x="10006" y="1790"/>
                </a:lnTo>
                <a:lnTo>
                  <a:pt x="9593" y="1698"/>
                </a:lnTo>
                <a:lnTo>
                  <a:pt x="8767" y="1698"/>
                </a:lnTo>
                <a:lnTo>
                  <a:pt x="8353" y="1790"/>
                </a:lnTo>
                <a:lnTo>
                  <a:pt x="7986" y="1882"/>
                </a:lnTo>
                <a:lnTo>
                  <a:pt x="7573" y="2065"/>
                </a:lnTo>
                <a:lnTo>
                  <a:pt x="7573" y="551"/>
                </a:lnTo>
                <a:lnTo>
                  <a:pt x="7527" y="367"/>
                </a:lnTo>
                <a:lnTo>
                  <a:pt x="7436" y="184"/>
                </a:lnTo>
                <a:lnTo>
                  <a:pt x="7252" y="46"/>
                </a:lnTo>
                <a:lnTo>
                  <a:pt x="70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1"/>
          <p:cNvSpPr/>
          <p:nvPr/>
        </p:nvSpPr>
        <p:spPr>
          <a:xfrm>
            <a:off x="2795388" y="1907457"/>
            <a:ext cx="228045" cy="439139"/>
          </a:xfrm>
          <a:custGeom>
            <a:rect b="b" l="l" r="r" t="t"/>
            <a:pathLst>
              <a:path extrusionOk="0" h="19093" w="9915">
                <a:moveTo>
                  <a:pt x="3122" y="1974"/>
                </a:moveTo>
                <a:lnTo>
                  <a:pt x="3489" y="10648"/>
                </a:lnTo>
                <a:lnTo>
                  <a:pt x="2892" y="10648"/>
                </a:lnTo>
                <a:lnTo>
                  <a:pt x="2479" y="3947"/>
                </a:lnTo>
                <a:lnTo>
                  <a:pt x="2479" y="3672"/>
                </a:lnTo>
                <a:lnTo>
                  <a:pt x="2479" y="3396"/>
                </a:lnTo>
                <a:lnTo>
                  <a:pt x="2617" y="2891"/>
                </a:lnTo>
                <a:lnTo>
                  <a:pt x="2846" y="2387"/>
                </a:lnTo>
                <a:lnTo>
                  <a:pt x="3122" y="1974"/>
                </a:lnTo>
                <a:close/>
                <a:moveTo>
                  <a:pt x="5462" y="1147"/>
                </a:moveTo>
                <a:lnTo>
                  <a:pt x="5829" y="1285"/>
                </a:lnTo>
                <a:lnTo>
                  <a:pt x="5462" y="10648"/>
                </a:lnTo>
                <a:lnTo>
                  <a:pt x="4636" y="10648"/>
                </a:lnTo>
                <a:lnTo>
                  <a:pt x="4223" y="1239"/>
                </a:lnTo>
                <a:lnTo>
                  <a:pt x="4636" y="1147"/>
                </a:lnTo>
                <a:close/>
                <a:moveTo>
                  <a:pt x="6931" y="1974"/>
                </a:moveTo>
                <a:lnTo>
                  <a:pt x="7252" y="2432"/>
                </a:lnTo>
                <a:lnTo>
                  <a:pt x="7482" y="2891"/>
                </a:lnTo>
                <a:lnTo>
                  <a:pt x="7574" y="3396"/>
                </a:lnTo>
                <a:lnTo>
                  <a:pt x="7574" y="3672"/>
                </a:lnTo>
                <a:lnTo>
                  <a:pt x="7574" y="3947"/>
                </a:lnTo>
                <a:lnTo>
                  <a:pt x="7160" y="10648"/>
                </a:lnTo>
                <a:lnTo>
                  <a:pt x="6610" y="10648"/>
                </a:lnTo>
                <a:lnTo>
                  <a:pt x="6931" y="1974"/>
                </a:lnTo>
                <a:close/>
                <a:moveTo>
                  <a:pt x="8767" y="11795"/>
                </a:moveTo>
                <a:lnTo>
                  <a:pt x="8767" y="12621"/>
                </a:lnTo>
                <a:lnTo>
                  <a:pt x="1148" y="12621"/>
                </a:lnTo>
                <a:lnTo>
                  <a:pt x="1148" y="11795"/>
                </a:lnTo>
                <a:close/>
                <a:moveTo>
                  <a:pt x="7895" y="13815"/>
                </a:moveTo>
                <a:lnTo>
                  <a:pt x="7344" y="17945"/>
                </a:lnTo>
                <a:lnTo>
                  <a:pt x="2525" y="17945"/>
                </a:lnTo>
                <a:lnTo>
                  <a:pt x="1974" y="13815"/>
                </a:lnTo>
                <a:close/>
                <a:moveTo>
                  <a:pt x="4636" y="0"/>
                </a:moveTo>
                <a:lnTo>
                  <a:pt x="4269" y="92"/>
                </a:lnTo>
                <a:lnTo>
                  <a:pt x="3856" y="184"/>
                </a:lnTo>
                <a:lnTo>
                  <a:pt x="3535" y="321"/>
                </a:lnTo>
                <a:lnTo>
                  <a:pt x="3167" y="505"/>
                </a:lnTo>
                <a:lnTo>
                  <a:pt x="2892" y="688"/>
                </a:lnTo>
                <a:lnTo>
                  <a:pt x="2571" y="964"/>
                </a:lnTo>
                <a:lnTo>
                  <a:pt x="2295" y="1193"/>
                </a:lnTo>
                <a:lnTo>
                  <a:pt x="2066" y="1515"/>
                </a:lnTo>
                <a:lnTo>
                  <a:pt x="1882" y="1790"/>
                </a:lnTo>
                <a:lnTo>
                  <a:pt x="1699" y="2157"/>
                </a:lnTo>
                <a:lnTo>
                  <a:pt x="1561" y="2478"/>
                </a:lnTo>
                <a:lnTo>
                  <a:pt x="1469" y="2846"/>
                </a:lnTo>
                <a:lnTo>
                  <a:pt x="1378" y="3213"/>
                </a:lnTo>
                <a:lnTo>
                  <a:pt x="1378" y="3626"/>
                </a:lnTo>
                <a:lnTo>
                  <a:pt x="1378" y="4039"/>
                </a:lnTo>
                <a:lnTo>
                  <a:pt x="1745" y="10648"/>
                </a:lnTo>
                <a:lnTo>
                  <a:pt x="597" y="10648"/>
                </a:lnTo>
                <a:lnTo>
                  <a:pt x="368" y="10694"/>
                </a:lnTo>
                <a:lnTo>
                  <a:pt x="184" y="10831"/>
                </a:lnTo>
                <a:lnTo>
                  <a:pt x="47" y="11015"/>
                </a:lnTo>
                <a:lnTo>
                  <a:pt x="1" y="11245"/>
                </a:lnTo>
                <a:lnTo>
                  <a:pt x="1" y="13218"/>
                </a:lnTo>
                <a:lnTo>
                  <a:pt x="47" y="13448"/>
                </a:lnTo>
                <a:lnTo>
                  <a:pt x="184" y="13631"/>
                </a:lnTo>
                <a:lnTo>
                  <a:pt x="368" y="13769"/>
                </a:lnTo>
                <a:lnTo>
                  <a:pt x="597" y="13815"/>
                </a:lnTo>
                <a:lnTo>
                  <a:pt x="873" y="13815"/>
                </a:lnTo>
                <a:lnTo>
                  <a:pt x="1469" y="18588"/>
                </a:lnTo>
                <a:lnTo>
                  <a:pt x="1515" y="18771"/>
                </a:lnTo>
                <a:lnTo>
                  <a:pt x="1653" y="18955"/>
                </a:lnTo>
                <a:lnTo>
                  <a:pt x="1836" y="19047"/>
                </a:lnTo>
                <a:lnTo>
                  <a:pt x="2020" y="19093"/>
                </a:lnTo>
                <a:lnTo>
                  <a:pt x="7849" y="19093"/>
                </a:lnTo>
                <a:lnTo>
                  <a:pt x="8078" y="19047"/>
                </a:lnTo>
                <a:lnTo>
                  <a:pt x="8216" y="18955"/>
                </a:lnTo>
                <a:lnTo>
                  <a:pt x="8354" y="18771"/>
                </a:lnTo>
                <a:lnTo>
                  <a:pt x="8400" y="18588"/>
                </a:lnTo>
                <a:lnTo>
                  <a:pt x="9042" y="13815"/>
                </a:lnTo>
                <a:lnTo>
                  <a:pt x="9318" y="13815"/>
                </a:lnTo>
                <a:lnTo>
                  <a:pt x="9547" y="13769"/>
                </a:lnTo>
                <a:lnTo>
                  <a:pt x="9731" y="13631"/>
                </a:lnTo>
                <a:lnTo>
                  <a:pt x="9868" y="13448"/>
                </a:lnTo>
                <a:lnTo>
                  <a:pt x="9914" y="13218"/>
                </a:lnTo>
                <a:lnTo>
                  <a:pt x="9914" y="11245"/>
                </a:lnTo>
                <a:lnTo>
                  <a:pt x="9868" y="11015"/>
                </a:lnTo>
                <a:lnTo>
                  <a:pt x="9731" y="10831"/>
                </a:lnTo>
                <a:lnTo>
                  <a:pt x="9547" y="10694"/>
                </a:lnTo>
                <a:lnTo>
                  <a:pt x="9318" y="10648"/>
                </a:lnTo>
                <a:lnTo>
                  <a:pt x="8308" y="10648"/>
                </a:lnTo>
                <a:lnTo>
                  <a:pt x="8721" y="4039"/>
                </a:lnTo>
                <a:lnTo>
                  <a:pt x="8721" y="3626"/>
                </a:lnTo>
                <a:lnTo>
                  <a:pt x="8675" y="3213"/>
                </a:lnTo>
                <a:lnTo>
                  <a:pt x="8629" y="2846"/>
                </a:lnTo>
                <a:lnTo>
                  <a:pt x="8491" y="2478"/>
                </a:lnTo>
                <a:lnTo>
                  <a:pt x="8354" y="2111"/>
                </a:lnTo>
                <a:lnTo>
                  <a:pt x="8170" y="1790"/>
                </a:lnTo>
                <a:lnTo>
                  <a:pt x="7987" y="1469"/>
                </a:lnTo>
                <a:lnTo>
                  <a:pt x="7757" y="1193"/>
                </a:lnTo>
                <a:lnTo>
                  <a:pt x="7482" y="918"/>
                </a:lnTo>
                <a:lnTo>
                  <a:pt x="7160" y="688"/>
                </a:lnTo>
                <a:lnTo>
                  <a:pt x="6885" y="505"/>
                </a:lnTo>
                <a:lnTo>
                  <a:pt x="6518" y="321"/>
                </a:lnTo>
                <a:lnTo>
                  <a:pt x="6197" y="184"/>
                </a:lnTo>
                <a:lnTo>
                  <a:pt x="5829" y="92"/>
                </a:lnTo>
                <a:lnTo>
                  <a:pt x="54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 name="Google Shape;902;p61"/>
          <p:cNvGrpSpPr/>
          <p:nvPr/>
        </p:nvGrpSpPr>
        <p:grpSpPr>
          <a:xfrm>
            <a:off x="3396033" y="1937012"/>
            <a:ext cx="438104" cy="380029"/>
            <a:chOff x="3396033" y="2150062"/>
            <a:chExt cx="438104" cy="380029"/>
          </a:xfrm>
        </p:grpSpPr>
        <p:sp>
          <p:nvSpPr>
            <p:cNvPr id="903" name="Google Shape;903;p61"/>
            <p:cNvSpPr/>
            <p:nvPr/>
          </p:nvSpPr>
          <p:spPr>
            <a:xfrm>
              <a:off x="3396033" y="2150062"/>
              <a:ext cx="438104" cy="380029"/>
            </a:xfrm>
            <a:custGeom>
              <a:rect b="b" l="l" r="r" t="t"/>
              <a:pathLst>
                <a:path extrusionOk="0" h="16523" w="19048">
                  <a:moveTo>
                    <a:pt x="17900" y="3351"/>
                  </a:moveTo>
                  <a:lnTo>
                    <a:pt x="17900" y="4590"/>
                  </a:lnTo>
                  <a:lnTo>
                    <a:pt x="17900" y="4773"/>
                  </a:lnTo>
                  <a:lnTo>
                    <a:pt x="17854" y="4957"/>
                  </a:lnTo>
                  <a:lnTo>
                    <a:pt x="17762" y="5140"/>
                  </a:lnTo>
                  <a:lnTo>
                    <a:pt x="17625" y="5278"/>
                  </a:lnTo>
                  <a:lnTo>
                    <a:pt x="17487" y="5370"/>
                  </a:lnTo>
                  <a:lnTo>
                    <a:pt x="17349" y="5462"/>
                  </a:lnTo>
                  <a:lnTo>
                    <a:pt x="17166" y="5508"/>
                  </a:lnTo>
                  <a:lnTo>
                    <a:pt x="15789" y="5508"/>
                  </a:lnTo>
                  <a:lnTo>
                    <a:pt x="15605" y="5462"/>
                  </a:lnTo>
                  <a:lnTo>
                    <a:pt x="15468" y="5370"/>
                  </a:lnTo>
                  <a:lnTo>
                    <a:pt x="15330" y="5278"/>
                  </a:lnTo>
                  <a:lnTo>
                    <a:pt x="15192" y="5140"/>
                  </a:lnTo>
                  <a:lnTo>
                    <a:pt x="15100" y="4957"/>
                  </a:lnTo>
                  <a:lnTo>
                    <a:pt x="15055" y="4773"/>
                  </a:lnTo>
                  <a:lnTo>
                    <a:pt x="15055" y="4590"/>
                  </a:lnTo>
                  <a:lnTo>
                    <a:pt x="15055" y="3351"/>
                  </a:lnTo>
                  <a:close/>
                  <a:moveTo>
                    <a:pt x="8400" y="5737"/>
                  </a:moveTo>
                  <a:lnTo>
                    <a:pt x="8400" y="9455"/>
                  </a:lnTo>
                  <a:lnTo>
                    <a:pt x="5049" y="9455"/>
                  </a:lnTo>
                  <a:lnTo>
                    <a:pt x="6059" y="6334"/>
                  </a:lnTo>
                  <a:lnTo>
                    <a:pt x="6197" y="6104"/>
                  </a:lnTo>
                  <a:lnTo>
                    <a:pt x="6380" y="5921"/>
                  </a:lnTo>
                  <a:lnTo>
                    <a:pt x="6610" y="5783"/>
                  </a:lnTo>
                  <a:lnTo>
                    <a:pt x="6885" y="5737"/>
                  </a:lnTo>
                  <a:close/>
                  <a:moveTo>
                    <a:pt x="11199" y="5737"/>
                  </a:moveTo>
                  <a:lnTo>
                    <a:pt x="11383" y="5783"/>
                  </a:lnTo>
                  <a:lnTo>
                    <a:pt x="11521" y="5829"/>
                  </a:lnTo>
                  <a:lnTo>
                    <a:pt x="11658" y="5875"/>
                  </a:lnTo>
                  <a:lnTo>
                    <a:pt x="11796" y="5967"/>
                  </a:lnTo>
                  <a:lnTo>
                    <a:pt x="11888" y="6104"/>
                  </a:lnTo>
                  <a:lnTo>
                    <a:pt x="11980" y="6196"/>
                  </a:lnTo>
                  <a:lnTo>
                    <a:pt x="12025" y="6380"/>
                  </a:lnTo>
                  <a:lnTo>
                    <a:pt x="12071" y="6517"/>
                  </a:lnTo>
                  <a:lnTo>
                    <a:pt x="12347" y="9455"/>
                  </a:lnTo>
                  <a:lnTo>
                    <a:pt x="9547" y="9455"/>
                  </a:lnTo>
                  <a:lnTo>
                    <a:pt x="9547" y="5737"/>
                  </a:lnTo>
                  <a:close/>
                  <a:moveTo>
                    <a:pt x="13586" y="10556"/>
                  </a:moveTo>
                  <a:lnTo>
                    <a:pt x="13632" y="10602"/>
                  </a:lnTo>
                  <a:lnTo>
                    <a:pt x="13678" y="10648"/>
                  </a:lnTo>
                  <a:lnTo>
                    <a:pt x="13724" y="10740"/>
                  </a:lnTo>
                  <a:lnTo>
                    <a:pt x="13724" y="13723"/>
                  </a:lnTo>
                  <a:lnTo>
                    <a:pt x="13448" y="13723"/>
                  </a:lnTo>
                  <a:lnTo>
                    <a:pt x="13311" y="13402"/>
                  </a:lnTo>
                  <a:lnTo>
                    <a:pt x="13173" y="13080"/>
                  </a:lnTo>
                  <a:lnTo>
                    <a:pt x="12943" y="12805"/>
                  </a:lnTo>
                  <a:lnTo>
                    <a:pt x="12668" y="12576"/>
                  </a:lnTo>
                  <a:lnTo>
                    <a:pt x="12393" y="12392"/>
                  </a:lnTo>
                  <a:lnTo>
                    <a:pt x="12071" y="12254"/>
                  </a:lnTo>
                  <a:lnTo>
                    <a:pt x="11704" y="12163"/>
                  </a:lnTo>
                  <a:lnTo>
                    <a:pt x="11337" y="12117"/>
                  </a:lnTo>
                  <a:lnTo>
                    <a:pt x="10970" y="12163"/>
                  </a:lnTo>
                  <a:lnTo>
                    <a:pt x="10603" y="12254"/>
                  </a:lnTo>
                  <a:lnTo>
                    <a:pt x="10281" y="12392"/>
                  </a:lnTo>
                  <a:lnTo>
                    <a:pt x="10006" y="12576"/>
                  </a:lnTo>
                  <a:lnTo>
                    <a:pt x="9731" y="12805"/>
                  </a:lnTo>
                  <a:lnTo>
                    <a:pt x="9501" y="13080"/>
                  </a:lnTo>
                  <a:lnTo>
                    <a:pt x="9363" y="13402"/>
                  </a:lnTo>
                  <a:lnTo>
                    <a:pt x="9226" y="13723"/>
                  </a:lnTo>
                  <a:lnTo>
                    <a:pt x="6242" y="13723"/>
                  </a:lnTo>
                  <a:lnTo>
                    <a:pt x="6105" y="13402"/>
                  </a:lnTo>
                  <a:lnTo>
                    <a:pt x="5921" y="13080"/>
                  </a:lnTo>
                  <a:lnTo>
                    <a:pt x="5738" y="12805"/>
                  </a:lnTo>
                  <a:lnTo>
                    <a:pt x="5462" y="12576"/>
                  </a:lnTo>
                  <a:lnTo>
                    <a:pt x="5141" y="12392"/>
                  </a:lnTo>
                  <a:lnTo>
                    <a:pt x="4820" y="12254"/>
                  </a:lnTo>
                  <a:lnTo>
                    <a:pt x="4498" y="12163"/>
                  </a:lnTo>
                  <a:lnTo>
                    <a:pt x="4131" y="12117"/>
                  </a:lnTo>
                  <a:lnTo>
                    <a:pt x="3764" y="12163"/>
                  </a:lnTo>
                  <a:lnTo>
                    <a:pt x="3397" y="12254"/>
                  </a:lnTo>
                  <a:lnTo>
                    <a:pt x="3076" y="12392"/>
                  </a:lnTo>
                  <a:lnTo>
                    <a:pt x="2754" y="12576"/>
                  </a:lnTo>
                  <a:lnTo>
                    <a:pt x="2525" y="12805"/>
                  </a:lnTo>
                  <a:lnTo>
                    <a:pt x="2295" y="13080"/>
                  </a:lnTo>
                  <a:lnTo>
                    <a:pt x="2112" y="13402"/>
                  </a:lnTo>
                  <a:lnTo>
                    <a:pt x="1974" y="13723"/>
                  </a:lnTo>
                  <a:lnTo>
                    <a:pt x="1148" y="13723"/>
                  </a:lnTo>
                  <a:lnTo>
                    <a:pt x="1102" y="13677"/>
                  </a:lnTo>
                  <a:lnTo>
                    <a:pt x="1102" y="10923"/>
                  </a:lnTo>
                  <a:lnTo>
                    <a:pt x="1148" y="10786"/>
                  </a:lnTo>
                  <a:lnTo>
                    <a:pt x="1194" y="10648"/>
                  </a:lnTo>
                  <a:lnTo>
                    <a:pt x="1332" y="10602"/>
                  </a:lnTo>
                  <a:lnTo>
                    <a:pt x="1469" y="10556"/>
                  </a:lnTo>
                  <a:close/>
                  <a:moveTo>
                    <a:pt x="4085" y="13264"/>
                  </a:moveTo>
                  <a:lnTo>
                    <a:pt x="4361" y="13310"/>
                  </a:lnTo>
                  <a:lnTo>
                    <a:pt x="4636" y="13402"/>
                  </a:lnTo>
                  <a:lnTo>
                    <a:pt x="4820" y="13539"/>
                  </a:lnTo>
                  <a:lnTo>
                    <a:pt x="5003" y="13769"/>
                  </a:lnTo>
                  <a:lnTo>
                    <a:pt x="5095" y="13998"/>
                  </a:lnTo>
                  <a:lnTo>
                    <a:pt x="5141" y="14320"/>
                  </a:lnTo>
                  <a:lnTo>
                    <a:pt x="5095" y="14595"/>
                  </a:lnTo>
                  <a:lnTo>
                    <a:pt x="5003" y="14870"/>
                  </a:lnTo>
                  <a:lnTo>
                    <a:pt x="4820" y="15100"/>
                  </a:lnTo>
                  <a:lnTo>
                    <a:pt x="4590" y="15238"/>
                  </a:lnTo>
                  <a:lnTo>
                    <a:pt x="4361" y="15329"/>
                  </a:lnTo>
                  <a:lnTo>
                    <a:pt x="4085" y="15375"/>
                  </a:lnTo>
                  <a:lnTo>
                    <a:pt x="3856" y="15329"/>
                  </a:lnTo>
                  <a:lnTo>
                    <a:pt x="3580" y="15238"/>
                  </a:lnTo>
                  <a:lnTo>
                    <a:pt x="3397" y="15100"/>
                  </a:lnTo>
                  <a:lnTo>
                    <a:pt x="3213" y="14870"/>
                  </a:lnTo>
                  <a:lnTo>
                    <a:pt x="3076" y="14595"/>
                  </a:lnTo>
                  <a:lnTo>
                    <a:pt x="3030" y="14320"/>
                  </a:lnTo>
                  <a:lnTo>
                    <a:pt x="3076" y="13998"/>
                  </a:lnTo>
                  <a:lnTo>
                    <a:pt x="3213" y="13769"/>
                  </a:lnTo>
                  <a:lnTo>
                    <a:pt x="3351" y="13539"/>
                  </a:lnTo>
                  <a:lnTo>
                    <a:pt x="3580" y="13402"/>
                  </a:lnTo>
                  <a:lnTo>
                    <a:pt x="3810" y="13310"/>
                  </a:lnTo>
                  <a:lnTo>
                    <a:pt x="4085" y="13264"/>
                  </a:lnTo>
                  <a:close/>
                  <a:moveTo>
                    <a:pt x="11337" y="13264"/>
                  </a:moveTo>
                  <a:lnTo>
                    <a:pt x="11612" y="13310"/>
                  </a:lnTo>
                  <a:lnTo>
                    <a:pt x="11888" y="13402"/>
                  </a:lnTo>
                  <a:lnTo>
                    <a:pt x="12071" y="13585"/>
                  </a:lnTo>
                  <a:lnTo>
                    <a:pt x="12255" y="13815"/>
                  </a:lnTo>
                  <a:lnTo>
                    <a:pt x="12347" y="14044"/>
                  </a:lnTo>
                  <a:lnTo>
                    <a:pt x="12393" y="14320"/>
                  </a:lnTo>
                  <a:lnTo>
                    <a:pt x="12347" y="14595"/>
                  </a:lnTo>
                  <a:lnTo>
                    <a:pt x="12209" y="14870"/>
                  </a:lnTo>
                  <a:lnTo>
                    <a:pt x="12025" y="15100"/>
                  </a:lnTo>
                  <a:lnTo>
                    <a:pt x="11796" y="15238"/>
                  </a:lnTo>
                  <a:lnTo>
                    <a:pt x="11566" y="15329"/>
                  </a:lnTo>
                  <a:lnTo>
                    <a:pt x="11337" y="15375"/>
                  </a:lnTo>
                  <a:lnTo>
                    <a:pt x="11062" y="15329"/>
                  </a:lnTo>
                  <a:lnTo>
                    <a:pt x="10832" y="15238"/>
                  </a:lnTo>
                  <a:lnTo>
                    <a:pt x="10603" y="15100"/>
                  </a:lnTo>
                  <a:lnTo>
                    <a:pt x="10419" y="14870"/>
                  </a:lnTo>
                  <a:lnTo>
                    <a:pt x="10281" y="14595"/>
                  </a:lnTo>
                  <a:lnTo>
                    <a:pt x="10235" y="14320"/>
                  </a:lnTo>
                  <a:lnTo>
                    <a:pt x="10281" y="14044"/>
                  </a:lnTo>
                  <a:lnTo>
                    <a:pt x="10373" y="13815"/>
                  </a:lnTo>
                  <a:lnTo>
                    <a:pt x="10557" y="13585"/>
                  </a:lnTo>
                  <a:lnTo>
                    <a:pt x="10740" y="13402"/>
                  </a:lnTo>
                  <a:lnTo>
                    <a:pt x="11016" y="13310"/>
                  </a:lnTo>
                  <a:lnTo>
                    <a:pt x="11337" y="13264"/>
                  </a:lnTo>
                  <a:close/>
                  <a:moveTo>
                    <a:pt x="15330" y="0"/>
                  </a:moveTo>
                  <a:lnTo>
                    <a:pt x="15100" y="46"/>
                  </a:lnTo>
                  <a:lnTo>
                    <a:pt x="14917" y="184"/>
                  </a:lnTo>
                  <a:lnTo>
                    <a:pt x="14779" y="321"/>
                  </a:lnTo>
                  <a:lnTo>
                    <a:pt x="14733" y="551"/>
                  </a:lnTo>
                  <a:lnTo>
                    <a:pt x="14733" y="2157"/>
                  </a:lnTo>
                  <a:lnTo>
                    <a:pt x="14458" y="2157"/>
                  </a:lnTo>
                  <a:lnTo>
                    <a:pt x="14228" y="2203"/>
                  </a:lnTo>
                  <a:lnTo>
                    <a:pt x="14045" y="2341"/>
                  </a:lnTo>
                  <a:lnTo>
                    <a:pt x="13953" y="2524"/>
                  </a:lnTo>
                  <a:lnTo>
                    <a:pt x="13907" y="2754"/>
                  </a:lnTo>
                  <a:lnTo>
                    <a:pt x="13907" y="4544"/>
                  </a:lnTo>
                  <a:lnTo>
                    <a:pt x="13907" y="4957"/>
                  </a:lnTo>
                  <a:lnTo>
                    <a:pt x="14045" y="5370"/>
                  </a:lnTo>
                  <a:lnTo>
                    <a:pt x="14228" y="5691"/>
                  </a:lnTo>
                  <a:lnTo>
                    <a:pt x="14458" y="6012"/>
                  </a:lnTo>
                  <a:lnTo>
                    <a:pt x="14779" y="6242"/>
                  </a:lnTo>
                  <a:lnTo>
                    <a:pt x="15100" y="6426"/>
                  </a:lnTo>
                  <a:lnTo>
                    <a:pt x="15514" y="6563"/>
                  </a:lnTo>
                  <a:lnTo>
                    <a:pt x="15881" y="6609"/>
                  </a:lnTo>
                  <a:lnTo>
                    <a:pt x="15881" y="11382"/>
                  </a:lnTo>
                  <a:lnTo>
                    <a:pt x="15835" y="11612"/>
                  </a:lnTo>
                  <a:lnTo>
                    <a:pt x="15743" y="11795"/>
                  </a:lnTo>
                  <a:lnTo>
                    <a:pt x="15559" y="11887"/>
                  </a:lnTo>
                  <a:lnTo>
                    <a:pt x="15330" y="11933"/>
                  </a:lnTo>
                  <a:lnTo>
                    <a:pt x="14779" y="11933"/>
                  </a:lnTo>
                  <a:lnTo>
                    <a:pt x="14779" y="11153"/>
                  </a:lnTo>
                  <a:lnTo>
                    <a:pt x="14733" y="10832"/>
                  </a:lnTo>
                  <a:lnTo>
                    <a:pt x="14687" y="10556"/>
                  </a:lnTo>
                  <a:lnTo>
                    <a:pt x="14550" y="10327"/>
                  </a:lnTo>
                  <a:lnTo>
                    <a:pt x="14412" y="10051"/>
                  </a:lnTo>
                  <a:lnTo>
                    <a:pt x="14183" y="9868"/>
                  </a:lnTo>
                  <a:lnTo>
                    <a:pt x="13999" y="9684"/>
                  </a:lnTo>
                  <a:lnTo>
                    <a:pt x="13724" y="9546"/>
                  </a:lnTo>
                  <a:lnTo>
                    <a:pt x="13448" y="9501"/>
                  </a:lnTo>
                  <a:lnTo>
                    <a:pt x="13127" y="6426"/>
                  </a:lnTo>
                  <a:lnTo>
                    <a:pt x="13081" y="6058"/>
                  </a:lnTo>
                  <a:lnTo>
                    <a:pt x="12943" y="5691"/>
                  </a:lnTo>
                  <a:lnTo>
                    <a:pt x="12760" y="5416"/>
                  </a:lnTo>
                  <a:lnTo>
                    <a:pt x="12484" y="5140"/>
                  </a:lnTo>
                  <a:lnTo>
                    <a:pt x="12209" y="4911"/>
                  </a:lnTo>
                  <a:lnTo>
                    <a:pt x="11888" y="4773"/>
                  </a:lnTo>
                  <a:lnTo>
                    <a:pt x="11566" y="4681"/>
                  </a:lnTo>
                  <a:lnTo>
                    <a:pt x="11199" y="4636"/>
                  </a:lnTo>
                  <a:lnTo>
                    <a:pt x="6885" y="4636"/>
                  </a:lnTo>
                  <a:lnTo>
                    <a:pt x="6564" y="4681"/>
                  </a:lnTo>
                  <a:lnTo>
                    <a:pt x="6242" y="4727"/>
                  </a:lnTo>
                  <a:lnTo>
                    <a:pt x="5967" y="4865"/>
                  </a:lnTo>
                  <a:lnTo>
                    <a:pt x="5738" y="5003"/>
                  </a:lnTo>
                  <a:lnTo>
                    <a:pt x="5508" y="5186"/>
                  </a:lnTo>
                  <a:lnTo>
                    <a:pt x="5279" y="5416"/>
                  </a:lnTo>
                  <a:lnTo>
                    <a:pt x="5141" y="5691"/>
                  </a:lnTo>
                  <a:lnTo>
                    <a:pt x="5003" y="5967"/>
                  </a:lnTo>
                  <a:lnTo>
                    <a:pt x="3856" y="9455"/>
                  </a:lnTo>
                  <a:lnTo>
                    <a:pt x="2250" y="9455"/>
                  </a:lnTo>
                  <a:lnTo>
                    <a:pt x="1791" y="9501"/>
                  </a:lnTo>
                  <a:lnTo>
                    <a:pt x="1377" y="9638"/>
                  </a:lnTo>
                  <a:lnTo>
                    <a:pt x="964" y="9822"/>
                  </a:lnTo>
                  <a:lnTo>
                    <a:pt x="643" y="10097"/>
                  </a:lnTo>
                  <a:lnTo>
                    <a:pt x="368" y="10419"/>
                  </a:lnTo>
                  <a:lnTo>
                    <a:pt x="184" y="10786"/>
                  </a:lnTo>
                  <a:lnTo>
                    <a:pt x="46" y="11245"/>
                  </a:lnTo>
                  <a:lnTo>
                    <a:pt x="1" y="11658"/>
                  </a:lnTo>
                  <a:lnTo>
                    <a:pt x="1" y="13631"/>
                  </a:lnTo>
                  <a:lnTo>
                    <a:pt x="1" y="13861"/>
                  </a:lnTo>
                  <a:lnTo>
                    <a:pt x="92" y="14090"/>
                  </a:lnTo>
                  <a:lnTo>
                    <a:pt x="230" y="14320"/>
                  </a:lnTo>
                  <a:lnTo>
                    <a:pt x="368" y="14503"/>
                  </a:lnTo>
                  <a:lnTo>
                    <a:pt x="551" y="14687"/>
                  </a:lnTo>
                  <a:lnTo>
                    <a:pt x="781" y="14779"/>
                  </a:lnTo>
                  <a:lnTo>
                    <a:pt x="1010" y="14870"/>
                  </a:lnTo>
                  <a:lnTo>
                    <a:pt x="2020" y="14870"/>
                  </a:lnTo>
                  <a:lnTo>
                    <a:pt x="2112" y="15238"/>
                  </a:lnTo>
                  <a:lnTo>
                    <a:pt x="2295" y="15513"/>
                  </a:lnTo>
                  <a:lnTo>
                    <a:pt x="2525" y="15788"/>
                  </a:lnTo>
                  <a:lnTo>
                    <a:pt x="2754" y="16064"/>
                  </a:lnTo>
                  <a:lnTo>
                    <a:pt x="3076" y="16247"/>
                  </a:lnTo>
                  <a:lnTo>
                    <a:pt x="3397" y="16385"/>
                  </a:lnTo>
                  <a:lnTo>
                    <a:pt x="3764" y="16477"/>
                  </a:lnTo>
                  <a:lnTo>
                    <a:pt x="4131" y="16523"/>
                  </a:lnTo>
                  <a:lnTo>
                    <a:pt x="4498" y="16477"/>
                  </a:lnTo>
                  <a:lnTo>
                    <a:pt x="4820" y="16385"/>
                  </a:lnTo>
                  <a:lnTo>
                    <a:pt x="5187" y="16247"/>
                  </a:lnTo>
                  <a:lnTo>
                    <a:pt x="5462" y="16064"/>
                  </a:lnTo>
                  <a:lnTo>
                    <a:pt x="5738" y="15788"/>
                  </a:lnTo>
                  <a:lnTo>
                    <a:pt x="5921" y="15513"/>
                  </a:lnTo>
                  <a:lnTo>
                    <a:pt x="6105" y="15238"/>
                  </a:lnTo>
                  <a:lnTo>
                    <a:pt x="6242" y="14870"/>
                  </a:lnTo>
                  <a:lnTo>
                    <a:pt x="9226" y="14870"/>
                  </a:lnTo>
                  <a:lnTo>
                    <a:pt x="9318" y="15238"/>
                  </a:lnTo>
                  <a:lnTo>
                    <a:pt x="9501" y="15513"/>
                  </a:lnTo>
                  <a:lnTo>
                    <a:pt x="9731" y="15788"/>
                  </a:lnTo>
                  <a:lnTo>
                    <a:pt x="10006" y="16064"/>
                  </a:lnTo>
                  <a:lnTo>
                    <a:pt x="10281" y="16247"/>
                  </a:lnTo>
                  <a:lnTo>
                    <a:pt x="10603" y="16385"/>
                  </a:lnTo>
                  <a:lnTo>
                    <a:pt x="10970" y="16477"/>
                  </a:lnTo>
                  <a:lnTo>
                    <a:pt x="11337" y="16523"/>
                  </a:lnTo>
                  <a:lnTo>
                    <a:pt x="11704" y="16477"/>
                  </a:lnTo>
                  <a:lnTo>
                    <a:pt x="12071" y="16385"/>
                  </a:lnTo>
                  <a:lnTo>
                    <a:pt x="12393" y="16247"/>
                  </a:lnTo>
                  <a:lnTo>
                    <a:pt x="12668" y="16064"/>
                  </a:lnTo>
                  <a:lnTo>
                    <a:pt x="12943" y="15788"/>
                  </a:lnTo>
                  <a:lnTo>
                    <a:pt x="13173" y="15513"/>
                  </a:lnTo>
                  <a:lnTo>
                    <a:pt x="13311" y="15238"/>
                  </a:lnTo>
                  <a:lnTo>
                    <a:pt x="13448" y="14870"/>
                  </a:lnTo>
                  <a:lnTo>
                    <a:pt x="14274" y="14870"/>
                  </a:lnTo>
                  <a:lnTo>
                    <a:pt x="14458" y="14825"/>
                  </a:lnTo>
                  <a:lnTo>
                    <a:pt x="14641" y="14733"/>
                  </a:lnTo>
                  <a:lnTo>
                    <a:pt x="14779" y="14549"/>
                  </a:lnTo>
                  <a:lnTo>
                    <a:pt x="14825" y="14320"/>
                  </a:lnTo>
                  <a:lnTo>
                    <a:pt x="14825" y="13035"/>
                  </a:lnTo>
                  <a:lnTo>
                    <a:pt x="15697" y="13035"/>
                  </a:lnTo>
                  <a:lnTo>
                    <a:pt x="15972" y="12943"/>
                  </a:lnTo>
                  <a:lnTo>
                    <a:pt x="16294" y="12759"/>
                  </a:lnTo>
                  <a:lnTo>
                    <a:pt x="16523" y="12576"/>
                  </a:lnTo>
                  <a:lnTo>
                    <a:pt x="16753" y="12300"/>
                  </a:lnTo>
                  <a:lnTo>
                    <a:pt x="16890" y="12025"/>
                  </a:lnTo>
                  <a:lnTo>
                    <a:pt x="16982" y="11704"/>
                  </a:lnTo>
                  <a:lnTo>
                    <a:pt x="17028" y="11382"/>
                  </a:lnTo>
                  <a:lnTo>
                    <a:pt x="17028" y="6609"/>
                  </a:lnTo>
                  <a:lnTo>
                    <a:pt x="17441" y="6563"/>
                  </a:lnTo>
                  <a:lnTo>
                    <a:pt x="17808" y="6471"/>
                  </a:lnTo>
                  <a:lnTo>
                    <a:pt x="18130" y="6242"/>
                  </a:lnTo>
                  <a:lnTo>
                    <a:pt x="18451" y="6012"/>
                  </a:lnTo>
                  <a:lnTo>
                    <a:pt x="18680" y="5691"/>
                  </a:lnTo>
                  <a:lnTo>
                    <a:pt x="18864" y="5370"/>
                  </a:lnTo>
                  <a:lnTo>
                    <a:pt x="19002" y="4957"/>
                  </a:lnTo>
                  <a:lnTo>
                    <a:pt x="19048" y="4544"/>
                  </a:lnTo>
                  <a:lnTo>
                    <a:pt x="19048" y="2754"/>
                  </a:lnTo>
                  <a:lnTo>
                    <a:pt x="19002" y="2524"/>
                  </a:lnTo>
                  <a:lnTo>
                    <a:pt x="18864" y="2341"/>
                  </a:lnTo>
                  <a:lnTo>
                    <a:pt x="18680" y="2203"/>
                  </a:lnTo>
                  <a:lnTo>
                    <a:pt x="18451" y="2157"/>
                  </a:lnTo>
                  <a:lnTo>
                    <a:pt x="18221" y="2157"/>
                  </a:lnTo>
                  <a:lnTo>
                    <a:pt x="18221" y="597"/>
                  </a:lnTo>
                  <a:lnTo>
                    <a:pt x="18176" y="367"/>
                  </a:lnTo>
                  <a:lnTo>
                    <a:pt x="18038" y="184"/>
                  </a:lnTo>
                  <a:lnTo>
                    <a:pt x="17900" y="46"/>
                  </a:lnTo>
                  <a:lnTo>
                    <a:pt x="17671" y="0"/>
                  </a:lnTo>
                  <a:lnTo>
                    <a:pt x="17441" y="46"/>
                  </a:lnTo>
                  <a:lnTo>
                    <a:pt x="17258" y="184"/>
                  </a:lnTo>
                  <a:lnTo>
                    <a:pt x="17120" y="321"/>
                  </a:lnTo>
                  <a:lnTo>
                    <a:pt x="17074" y="551"/>
                  </a:lnTo>
                  <a:lnTo>
                    <a:pt x="17074" y="2157"/>
                  </a:lnTo>
                  <a:lnTo>
                    <a:pt x="15881" y="2157"/>
                  </a:lnTo>
                  <a:lnTo>
                    <a:pt x="15881" y="597"/>
                  </a:lnTo>
                  <a:lnTo>
                    <a:pt x="15835" y="367"/>
                  </a:lnTo>
                  <a:lnTo>
                    <a:pt x="15697" y="184"/>
                  </a:lnTo>
                  <a:lnTo>
                    <a:pt x="15559" y="46"/>
                  </a:lnTo>
                  <a:lnTo>
                    <a:pt x="153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1"/>
            <p:cNvSpPr/>
            <p:nvPr/>
          </p:nvSpPr>
          <p:spPr>
            <a:xfrm>
              <a:off x="3550156" y="2407616"/>
              <a:ext cx="52808" cy="25369"/>
            </a:xfrm>
            <a:custGeom>
              <a:rect b="b" l="l" r="r" t="t"/>
              <a:pathLst>
                <a:path extrusionOk="0" h="1103" w="2296">
                  <a:moveTo>
                    <a:pt x="597" y="1"/>
                  </a:moveTo>
                  <a:lnTo>
                    <a:pt x="368" y="47"/>
                  </a:lnTo>
                  <a:lnTo>
                    <a:pt x="184" y="138"/>
                  </a:lnTo>
                  <a:lnTo>
                    <a:pt x="46" y="322"/>
                  </a:lnTo>
                  <a:lnTo>
                    <a:pt x="0" y="506"/>
                  </a:lnTo>
                  <a:lnTo>
                    <a:pt x="46" y="735"/>
                  </a:lnTo>
                  <a:lnTo>
                    <a:pt x="138" y="919"/>
                  </a:lnTo>
                  <a:lnTo>
                    <a:pt x="322" y="1056"/>
                  </a:lnTo>
                  <a:lnTo>
                    <a:pt x="551" y="1102"/>
                  </a:lnTo>
                  <a:lnTo>
                    <a:pt x="1744" y="1102"/>
                  </a:lnTo>
                  <a:lnTo>
                    <a:pt x="1928" y="1056"/>
                  </a:lnTo>
                  <a:lnTo>
                    <a:pt x="2112" y="965"/>
                  </a:lnTo>
                  <a:lnTo>
                    <a:pt x="2249" y="781"/>
                  </a:lnTo>
                  <a:lnTo>
                    <a:pt x="2295" y="597"/>
                  </a:lnTo>
                  <a:lnTo>
                    <a:pt x="2249" y="368"/>
                  </a:lnTo>
                  <a:lnTo>
                    <a:pt x="2158" y="184"/>
                  </a:lnTo>
                  <a:lnTo>
                    <a:pt x="1974" y="47"/>
                  </a:lnTo>
                  <a:lnTo>
                    <a:pt x="17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61"/>
          <p:cNvSpPr/>
          <p:nvPr/>
        </p:nvSpPr>
        <p:spPr>
          <a:xfrm>
            <a:off x="4012502" y="1907457"/>
            <a:ext cx="439162" cy="439139"/>
          </a:xfrm>
          <a:custGeom>
            <a:rect b="b" l="l" r="r" t="t"/>
            <a:pathLst>
              <a:path extrusionOk="0" h="19093" w="19094">
                <a:moveTo>
                  <a:pt x="6748" y="1147"/>
                </a:moveTo>
                <a:lnTo>
                  <a:pt x="6931" y="1239"/>
                </a:lnTo>
                <a:lnTo>
                  <a:pt x="7115" y="1331"/>
                </a:lnTo>
                <a:lnTo>
                  <a:pt x="7253" y="1515"/>
                </a:lnTo>
                <a:lnTo>
                  <a:pt x="7390" y="1652"/>
                </a:lnTo>
                <a:lnTo>
                  <a:pt x="7482" y="1882"/>
                </a:lnTo>
                <a:lnTo>
                  <a:pt x="8675" y="6104"/>
                </a:lnTo>
                <a:lnTo>
                  <a:pt x="8171" y="6242"/>
                </a:lnTo>
                <a:lnTo>
                  <a:pt x="7712" y="6471"/>
                </a:lnTo>
                <a:lnTo>
                  <a:pt x="5554" y="2662"/>
                </a:lnTo>
                <a:lnTo>
                  <a:pt x="5509" y="2478"/>
                </a:lnTo>
                <a:lnTo>
                  <a:pt x="5463" y="2249"/>
                </a:lnTo>
                <a:lnTo>
                  <a:pt x="5463" y="2019"/>
                </a:lnTo>
                <a:lnTo>
                  <a:pt x="5509" y="1836"/>
                </a:lnTo>
                <a:lnTo>
                  <a:pt x="5600" y="1652"/>
                </a:lnTo>
                <a:lnTo>
                  <a:pt x="5738" y="1469"/>
                </a:lnTo>
                <a:lnTo>
                  <a:pt x="5876" y="1331"/>
                </a:lnTo>
                <a:lnTo>
                  <a:pt x="6105" y="1193"/>
                </a:lnTo>
                <a:lnTo>
                  <a:pt x="6289" y="1147"/>
                </a:lnTo>
                <a:close/>
                <a:moveTo>
                  <a:pt x="12760" y="1147"/>
                </a:moveTo>
                <a:lnTo>
                  <a:pt x="12990" y="1193"/>
                </a:lnTo>
                <a:lnTo>
                  <a:pt x="13173" y="1331"/>
                </a:lnTo>
                <a:lnTo>
                  <a:pt x="13357" y="1469"/>
                </a:lnTo>
                <a:lnTo>
                  <a:pt x="13494" y="1652"/>
                </a:lnTo>
                <a:lnTo>
                  <a:pt x="13586" y="1836"/>
                </a:lnTo>
                <a:lnTo>
                  <a:pt x="13632" y="2019"/>
                </a:lnTo>
                <a:lnTo>
                  <a:pt x="13632" y="2249"/>
                </a:lnTo>
                <a:lnTo>
                  <a:pt x="13586" y="2478"/>
                </a:lnTo>
                <a:lnTo>
                  <a:pt x="13494" y="2662"/>
                </a:lnTo>
                <a:lnTo>
                  <a:pt x="11337" y="6471"/>
                </a:lnTo>
                <a:lnTo>
                  <a:pt x="10878" y="6242"/>
                </a:lnTo>
                <a:lnTo>
                  <a:pt x="10419" y="6104"/>
                </a:lnTo>
                <a:lnTo>
                  <a:pt x="11613" y="1882"/>
                </a:lnTo>
                <a:lnTo>
                  <a:pt x="11659" y="1698"/>
                </a:lnTo>
                <a:lnTo>
                  <a:pt x="11796" y="1515"/>
                </a:lnTo>
                <a:lnTo>
                  <a:pt x="11934" y="1331"/>
                </a:lnTo>
                <a:lnTo>
                  <a:pt x="12118" y="1239"/>
                </a:lnTo>
                <a:lnTo>
                  <a:pt x="12347" y="1147"/>
                </a:lnTo>
                <a:close/>
                <a:moveTo>
                  <a:pt x="2250" y="5462"/>
                </a:moveTo>
                <a:lnTo>
                  <a:pt x="2479" y="5508"/>
                </a:lnTo>
                <a:lnTo>
                  <a:pt x="2663" y="5599"/>
                </a:lnTo>
                <a:lnTo>
                  <a:pt x="6472" y="7711"/>
                </a:lnTo>
                <a:lnTo>
                  <a:pt x="6243" y="8170"/>
                </a:lnTo>
                <a:lnTo>
                  <a:pt x="6105" y="8674"/>
                </a:lnTo>
                <a:lnTo>
                  <a:pt x="1883" y="7481"/>
                </a:lnTo>
                <a:lnTo>
                  <a:pt x="1653" y="7389"/>
                </a:lnTo>
                <a:lnTo>
                  <a:pt x="1470" y="7297"/>
                </a:lnTo>
                <a:lnTo>
                  <a:pt x="1332" y="7114"/>
                </a:lnTo>
                <a:lnTo>
                  <a:pt x="1240" y="6930"/>
                </a:lnTo>
                <a:lnTo>
                  <a:pt x="1148" y="6747"/>
                </a:lnTo>
                <a:lnTo>
                  <a:pt x="1103" y="6517"/>
                </a:lnTo>
                <a:lnTo>
                  <a:pt x="1148" y="6288"/>
                </a:lnTo>
                <a:lnTo>
                  <a:pt x="1194" y="6104"/>
                </a:lnTo>
                <a:lnTo>
                  <a:pt x="1332" y="5875"/>
                </a:lnTo>
                <a:lnTo>
                  <a:pt x="1470" y="5737"/>
                </a:lnTo>
                <a:lnTo>
                  <a:pt x="1607" y="5599"/>
                </a:lnTo>
                <a:lnTo>
                  <a:pt x="1837" y="5508"/>
                </a:lnTo>
                <a:lnTo>
                  <a:pt x="2020" y="5462"/>
                </a:lnTo>
                <a:close/>
                <a:moveTo>
                  <a:pt x="17029" y="5462"/>
                </a:moveTo>
                <a:lnTo>
                  <a:pt x="17258" y="5508"/>
                </a:lnTo>
                <a:lnTo>
                  <a:pt x="17442" y="5599"/>
                </a:lnTo>
                <a:lnTo>
                  <a:pt x="17625" y="5737"/>
                </a:lnTo>
                <a:lnTo>
                  <a:pt x="17763" y="5875"/>
                </a:lnTo>
                <a:lnTo>
                  <a:pt x="17855" y="6104"/>
                </a:lnTo>
                <a:lnTo>
                  <a:pt x="17946" y="6288"/>
                </a:lnTo>
                <a:lnTo>
                  <a:pt x="17946" y="6517"/>
                </a:lnTo>
                <a:lnTo>
                  <a:pt x="17901" y="6747"/>
                </a:lnTo>
                <a:lnTo>
                  <a:pt x="17855" y="6930"/>
                </a:lnTo>
                <a:lnTo>
                  <a:pt x="17717" y="7114"/>
                </a:lnTo>
                <a:lnTo>
                  <a:pt x="17579" y="7297"/>
                </a:lnTo>
                <a:lnTo>
                  <a:pt x="17396" y="7389"/>
                </a:lnTo>
                <a:lnTo>
                  <a:pt x="17212" y="7481"/>
                </a:lnTo>
                <a:lnTo>
                  <a:pt x="12990" y="8674"/>
                </a:lnTo>
                <a:lnTo>
                  <a:pt x="12806" y="8170"/>
                </a:lnTo>
                <a:lnTo>
                  <a:pt x="12577" y="7711"/>
                </a:lnTo>
                <a:lnTo>
                  <a:pt x="16386" y="5599"/>
                </a:lnTo>
                <a:lnTo>
                  <a:pt x="16615" y="5508"/>
                </a:lnTo>
                <a:lnTo>
                  <a:pt x="16845" y="5462"/>
                </a:lnTo>
                <a:close/>
                <a:moveTo>
                  <a:pt x="9547" y="7114"/>
                </a:moveTo>
                <a:lnTo>
                  <a:pt x="10006" y="7160"/>
                </a:lnTo>
                <a:lnTo>
                  <a:pt x="10465" y="7297"/>
                </a:lnTo>
                <a:lnTo>
                  <a:pt x="10878" y="7527"/>
                </a:lnTo>
                <a:lnTo>
                  <a:pt x="11246" y="7802"/>
                </a:lnTo>
                <a:lnTo>
                  <a:pt x="11521" y="8170"/>
                </a:lnTo>
                <a:lnTo>
                  <a:pt x="11750" y="8583"/>
                </a:lnTo>
                <a:lnTo>
                  <a:pt x="11934" y="9042"/>
                </a:lnTo>
                <a:lnTo>
                  <a:pt x="11980" y="9546"/>
                </a:lnTo>
                <a:lnTo>
                  <a:pt x="11934" y="10005"/>
                </a:lnTo>
                <a:lnTo>
                  <a:pt x="11796" y="10464"/>
                </a:lnTo>
                <a:lnTo>
                  <a:pt x="11567" y="10877"/>
                </a:lnTo>
                <a:lnTo>
                  <a:pt x="11291" y="11245"/>
                </a:lnTo>
                <a:lnTo>
                  <a:pt x="10924" y="11566"/>
                </a:lnTo>
                <a:lnTo>
                  <a:pt x="10511" y="11795"/>
                </a:lnTo>
                <a:lnTo>
                  <a:pt x="10052" y="11933"/>
                </a:lnTo>
                <a:lnTo>
                  <a:pt x="9547" y="11979"/>
                </a:lnTo>
                <a:lnTo>
                  <a:pt x="9043" y="11933"/>
                </a:lnTo>
                <a:lnTo>
                  <a:pt x="8629" y="11795"/>
                </a:lnTo>
                <a:lnTo>
                  <a:pt x="8216" y="11566"/>
                </a:lnTo>
                <a:lnTo>
                  <a:pt x="7849" y="11290"/>
                </a:lnTo>
                <a:lnTo>
                  <a:pt x="7528" y="10923"/>
                </a:lnTo>
                <a:lnTo>
                  <a:pt x="7299" y="10510"/>
                </a:lnTo>
                <a:lnTo>
                  <a:pt x="7161" y="10051"/>
                </a:lnTo>
                <a:lnTo>
                  <a:pt x="7115" y="9546"/>
                </a:lnTo>
                <a:lnTo>
                  <a:pt x="7161" y="9042"/>
                </a:lnTo>
                <a:lnTo>
                  <a:pt x="7299" y="8583"/>
                </a:lnTo>
                <a:lnTo>
                  <a:pt x="7528" y="8170"/>
                </a:lnTo>
                <a:lnTo>
                  <a:pt x="7849" y="7802"/>
                </a:lnTo>
                <a:lnTo>
                  <a:pt x="8171" y="7527"/>
                </a:lnTo>
                <a:lnTo>
                  <a:pt x="8584" y="7297"/>
                </a:lnTo>
                <a:lnTo>
                  <a:pt x="9043" y="7160"/>
                </a:lnTo>
                <a:lnTo>
                  <a:pt x="9547" y="7114"/>
                </a:lnTo>
                <a:close/>
                <a:moveTo>
                  <a:pt x="6105" y="10418"/>
                </a:moveTo>
                <a:lnTo>
                  <a:pt x="6243" y="10923"/>
                </a:lnTo>
                <a:lnTo>
                  <a:pt x="6472" y="11382"/>
                </a:lnTo>
                <a:lnTo>
                  <a:pt x="2663" y="13493"/>
                </a:lnTo>
                <a:lnTo>
                  <a:pt x="2479" y="13585"/>
                </a:lnTo>
                <a:lnTo>
                  <a:pt x="2250" y="13631"/>
                </a:lnTo>
                <a:lnTo>
                  <a:pt x="2020" y="13631"/>
                </a:lnTo>
                <a:lnTo>
                  <a:pt x="1837" y="13585"/>
                </a:lnTo>
                <a:lnTo>
                  <a:pt x="1607" y="13493"/>
                </a:lnTo>
                <a:lnTo>
                  <a:pt x="1470" y="13356"/>
                </a:lnTo>
                <a:lnTo>
                  <a:pt x="1332" y="13172"/>
                </a:lnTo>
                <a:lnTo>
                  <a:pt x="1194" y="12989"/>
                </a:lnTo>
                <a:lnTo>
                  <a:pt x="1148" y="12759"/>
                </a:lnTo>
                <a:lnTo>
                  <a:pt x="1103" y="12576"/>
                </a:lnTo>
                <a:lnTo>
                  <a:pt x="1148" y="12346"/>
                </a:lnTo>
                <a:lnTo>
                  <a:pt x="1240" y="12162"/>
                </a:lnTo>
                <a:lnTo>
                  <a:pt x="1332" y="11979"/>
                </a:lnTo>
                <a:lnTo>
                  <a:pt x="1470" y="11795"/>
                </a:lnTo>
                <a:lnTo>
                  <a:pt x="1653" y="11704"/>
                </a:lnTo>
                <a:lnTo>
                  <a:pt x="1883" y="11612"/>
                </a:lnTo>
                <a:lnTo>
                  <a:pt x="6105" y="10418"/>
                </a:lnTo>
                <a:close/>
                <a:moveTo>
                  <a:pt x="12990" y="10418"/>
                </a:moveTo>
                <a:lnTo>
                  <a:pt x="17212" y="11612"/>
                </a:lnTo>
                <a:lnTo>
                  <a:pt x="17396" y="11704"/>
                </a:lnTo>
                <a:lnTo>
                  <a:pt x="17579" y="11795"/>
                </a:lnTo>
                <a:lnTo>
                  <a:pt x="17717" y="11979"/>
                </a:lnTo>
                <a:lnTo>
                  <a:pt x="17855" y="12162"/>
                </a:lnTo>
                <a:lnTo>
                  <a:pt x="17901" y="12346"/>
                </a:lnTo>
                <a:lnTo>
                  <a:pt x="17946" y="12576"/>
                </a:lnTo>
                <a:lnTo>
                  <a:pt x="17946" y="12759"/>
                </a:lnTo>
                <a:lnTo>
                  <a:pt x="17855" y="12989"/>
                </a:lnTo>
                <a:lnTo>
                  <a:pt x="17763" y="13172"/>
                </a:lnTo>
                <a:lnTo>
                  <a:pt x="17625" y="13356"/>
                </a:lnTo>
                <a:lnTo>
                  <a:pt x="17442" y="13493"/>
                </a:lnTo>
                <a:lnTo>
                  <a:pt x="17258" y="13585"/>
                </a:lnTo>
                <a:lnTo>
                  <a:pt x="17029" y="13631"/>
                </a:lnTo>
                <a:lnTo>
                  <a:pt x="16845" y="13631"/>
                </a:lnTo>
                <a:lnTo>
                  <a:pt x="16615" y="13585"/>
                </a:lnTo>
                <a:lnTo>
                  <a:pt x="16386" y="13493"/>
                </a:lnTo>
                <a:lnTo>
                  <a:pt x="12577" y="11382"/>
                </a:lnTo>
                <a:lnTo>
                  <a:pt x="12806" y="10923"/>
                </a:lnTo>
                <a:lnTo>
                  <a:pt x="12990" y="10418"/>
                </a:lnTo>
                <a:close/>
                <a:moveTo>
                  <a:pt x="7712" y="12576"/>
                </a:moveTo>
                <a:lnTo>
                  <a:pt x="8171" y="12805"/>
                </a:lnTo>
                <a:lnTo>
                  <a:pt x="8675" y="12989"/>
                </a:lnTo>
                <a:lnTo>
                  <a:pt x="7482" y="17211"/>
                </a:lnTo>
                <a:lnTo>
                  <a:pt x="7390" y="17395"/>
                </a:lnTo>
                <a:lnTo>
                  <a:pt x="7253" y="17578"/>
                </a:lnTo>
                <a:lnTo>
                  <a:pt x="7115" y="17762"/>
                </a:lnTo>
                <a:lnTo>
                  <a:pt x="6931" y="17854"/>
                </a:lnTo>
                <a:lnTo>
                  <a:pt x="6748" y="17945"/>
                </a:lnTo>
                <a:lnTo>
                  <a:pt x="6289" y="17945"/>
                </a:lnTo>
                <a:lnTo>
                  <a:pt x="6105" y="17899"/>
                </a:lnTo>
                <a:lnTo>
                  <a:pt x="5876" y="17762"/>
                </a:lnTo>
                <a:lnTo>
                  <a:pt x="5738" y="17624"/>
                </a:lnTo>
                <a:lnTo>
                  <a:pt x="5600" y="17441"/>
                </a:lnTo>
                <a:lnTo>
                  <a:pt x="5509" y="17257"/>
                </a:lnTo>
                <a:lnTo>
                  <a:pt x="5463" y="17073"/>
                </a:lnTo>
                <a:lnTo>
                  <a:pt x="5463" y="16844"/>
                </a:lnTo>
                <a:lnTo>
                  <a:pt x="5509" y="16614"/>
                </a:lnTo>
                <a:lnTo>
                  <a:pt x="5554" y="16431"/>
                </a:lnTo>
                <a:lnTo>
                  <a:pt x="7712" y="12576"/>
                </a:lnTo>
                <a:close/>
                <a:moveTo>
                  <a:pt x="11337" y="12576"/>
                </a:moveTo>
                <a:lnTo>
                  <a:pt x="13494" y="16431"/>
                </a:lnTo>
                <a:lnTo>
                  <a:pt x="13586" y="16614"/>
                </a:lnTo>
                <a:lnTo>
                  <a:pt x="13632" y="16844"/>
                </a:lnTo>
                <a:lnTo>
                  <a:pt x="13632" y="17073"/>
                </a:lnTo>
                <a:lnTo>
                  <a:pt x="13586" y="17257"/>
                </a:lnTo>
                <a:lnTo>
                  <a:pt x="13494" y="17441"/>
                </a:lnTo>
                <a:lnTo>
                  <a:pt x="13357" y="17624"/>
                </a:lnTo>
                <a:lnTo>
                  <a:pt x="13173" y="17762"/>
                </a:lnTo>
                <a:lnTo>
                  <a:pt x="12990" y="17899"/>
                </a:lnTo>
                <a:lnTo>
                  <a:pt x="12760" y="17945"/>
                </a:lnTo>
                <a:lnTo>
                  <a:pt x="12347" y="17945"/>
                </a:lnTo>
                <a:lnTo>
                  <a:pt x="12118" y="17854"/>
                </a:lnTo>
                <a:lnTo>
                  <a:pt x="11934" y="17762"/>
                </a:lnTo>
                <a:lnTo>
                  <a:pt x="11796" y="17578"/>
                </a:lnTo>
                <a:lnTo>
                  <a:pt x="11659" y="17395"/>
                </a:lnTo>
                <a:lnTo>
                  <a:pt x="11613" y="17211"/>
                </a:lnTo>
                <a:lnTo>
                  <a:pt x="10419" y="12989"/>
                </a:lnTo>
                <a:lnTo>
                  <a:pt x="10878" y="12805"/>
                </a:lnTo>
                <a:lnTo>
                  <a:pt x="11337" y="12576"/>
                </a:lnTo>
                <a:close/>
                <a:moveTo>
                  <a:pt x="6564" y="0"/>
                </a:moveTo>
                <a:lnTo>
                  <a:pt x="6105" y="46"/>
                </a:lnTo>
                <a:lnTo>
                  <a:pt x="5646" y="184"/>
                </a:lnTo>
                <a:lnTo>
                  <a:pt x="5233" y="413"/>
                </a:lnTo>
                <a:lnTo>
                  <a:pt x="4912" y="688"/>
                </a:lnTo>
                <a:lnTo>
                  <a:pt x="4637" y="1056"/>
                </a:lnTo>
                <a:lnTo>
                  <a:pt x="4453" y="1469"/>
                </a:lnTo>
                <a:lnTo>
                  <a:pt x="4361" y="1882"/>
                </a:lnTo>
                <a:lnTo>
                  <a:pt x="4315" y="2341"/>
                </a:lnTo>
                <a:lnTo>
                  <a:pt x="4407" y="2800"/>
                </a:lnTo>
                <a:lnTo>
                  <a:pt x="4591" y="3213"/>
                </a:lnTo>
                <a:lnTo>
                  <a:pt x="6335" y="6380"/>
                </a:lnTo>
                <a:lnTo>
                  <a:pt x="3214" y="4590"/>
                </a:lnTo>
                <a:lnTo>
                  <a:pt x="2801" y="4406"/>
                </a:lnTo>
                <a:lnTo>
                  <a:pt x="2342" y="4314"/>
                </a:lnTo>
                <a:lnTo>
                  <a:pt x="1883" y="4360"/>
                </a:lnTo>
                <a:lnTo>
                  <a:pt x="1470" y="4452"/>
                </a:lnTo>
                <a:lnTo>
                  <a:pt x="1057" y="4636"/>
                </a:lnTo>
                <a:lnTo>
                  <a:pt x="689" y="4911"/>
                </a:lnTo>
                <a:lnTo>
                  <a:pt x="414" y="5232"/>
                </a:lnTo>
                <a:lnTo>
                  <a:pt x="185" y="5645"/>
                </a:lnTo>
                <a:lnTo>
                  <a:pt x="47" y="6104"/>
                </a:lnTo>
                <a:lnTo>
                  <a:pt x="1" y="6563"/>
                </a:lnTo>
                <a:lnTo>
                  <a:pt x="47" y="7022"/>
                </a:lnTo>
                <a:lnTo>
                  <a:pt x="230" y="7435"/>
                </a:lnTo>
                <a:lnTo>
                  <a:pt x="460" y="7802"/>
                </a:lnTo>
                <a:lnTo>
                  <a:pt x="781" y="8124"/>
                </a:lnTo>
                <a:lnTo>
                  <a:pt x="1148" y="8399"/>
                </a:lnTo>
                <a:lnTo>
                  <a:pt x="1561" y="8583"/>
                </a:lnTo>
                <a:lnTo>
                  <a:pt x="5050" y="9546"/>
                </a:lnTo>
                <a:lnTo>
                  <a:pt x="1561" y="10510"/>
                </a:lnTo>
                <a:lnTo>
                  <a:pt x="1148" y="10694"/>
                </a:lnTo>
                <a:lnTo>
                  <a:pt x="781" y="10969"/>
                </a:lnTo>
                <a:lnTo>
                  <a:pt x="460" y="11290"/>
                </a:lnTo>
                <a:lnTo>
                  <a:pt x="230" y="11658"/>
                </a:lnTo>
                <a:lnTo>
                  <a:pt x="47" y="12071"/>
                </a:lnTo>
                <a:lnTo>
                  <a:pt x="1" y="12530"/>
                </a:lnTo>
                <a:lnTo>
                  <a:pt x="47" y="12989"/>
                </a:lnTo>
                <a:lnTo>
                  <a:pt x="185" y="13402"/>
                </a:lnTo>
                <a:lnTo>
                  <a:pt x="414" y="13861"/>
                </a:lnTo>
                <a:lnTo>
                  <a:pt x="689" y="14182"/>
                </a:lnTo>
                <a:lnTo>
                  <a:pt x="1057" y="14457"/>
                </a:lnTo>
                <a:lnTo>
                  <a:pt x="1470" y="14641"/>
                </a:lnTo>
                <a:lnTo>
                  <a:pt x="1883" y="14733"/>
                </a:lnTo>
                <a:lnTo>
                  <a:pt x="2342" y="14733"/>
                </a:lnTo>
                <a:lnTo>
                  <a:pt x="2801" y="14687"/>
                </a:lnTo>
                <a:lnTo>
                  <a:pt x="3214" y="14503"/>
                </a:lnTo>
                <a:lnTo>
                  <a:pt x="6335" y="12713"/>
                </a:lnTo>
                <a:lnTo>
                  <a:pt x="4591" y="15880"/>
                </a:lnTo>
                <a:lnTo>
                  <a:pt x="4407" y="16293"/>
                </a:lnTo>
                <a:lnTo>
                  <a:pt x="4315" y="16752"/>
                </a:lnTo>
                <a:lnTo>
                  <a:pt x="4361" y="17211"/>
                </a:lnTo>
                <a:lnTo>
                  <a:pt x="4453" y="17624"/>
                </a:lnTo>
                <a:lnTo>
                  <a:pt x="4637" y="18037"/>
                </a:lnTo>
                <a:lnTo>
                  <a:pt x="4912" y="18404"/>
                </a:lnTo>
                <a:lnTo>
                  <a:pt x="5233" y="18680"/>
                </a:lnTo>
                <a:lnTo>
                  <a:pt x="5646" y="18909"/>
                </a:lnTo>
                <a:lnTo>
                  <a:pt x="6105" y="19047"/>
                </a:lnTo>
                <a:lnTo>
                  <a:pt x="6564" y="19093"/>
                </a:lnTo>
                <a:lnTo>
                  <a:pt x="7023" y="19001"/>
                </a:lnTo>
                <a:lnTo>
                  <a:pt x="7436" y="18863"/>
                </a:lnTo>
                <a:lnTo>
                  <a:pt x="7803" y="18634"/>
                </a:lnTo>
                <a:lnTo>
                  <a:pt x="8125" y="18313"/>
                </a:lnTo>
                <a:lnTo>
                  <a:pt x="8400" y="17945"/>
                </a:lnTo>
                <a:lnTo>
                  <a:pt x="8584" y="17486"/>
                </a:lnTo>
                <a:lnTo>
                  <a:pt x="9547" y="14044"/>
                </a:lnTo>
                <a:lnTo>
                  <a:pt x="10511" y="17486"/>
                </a:lnTo>
                <a:lnTo>
                  <a:pt x="10695" y="17945"/>
                </a:lnTo>
                <a:lnTo>
                  <a:pt x="10970" y="18313"/>
                </a:lnTo>
                <a:lnTo>
                  <a:pt x="11291" y="18634"/>
                </a:lnTo>
                <a:lnTo>
                  <a:pt x="11659" y="18863"/>
                </a:lnTo>
                <a:lnTo>
                  <a:pt x="12072" y="19001"/>
                </a:lnTo>
                <a:lnTo>
                  <a:pt x="12531" y="19093"/>
                </a:lnTo>
                <a:lnTo>
                  <a:pt x="12990" y="19047"/>
                </a:lnTo>
                <a:lnTo>
                  <a:pt x="13403" y="18909"/>
                </a:lnTo>
                <a:lnTo>
                  <a:pt x="13816" y="18680"/>
                </a:lnTo>
                <a:lnTo>
                  <a:pt x="14183" y="18404"/>
                </a:lnTo>
                <a:lnTo>
                  <a:pt x="14458" y="18037"/>
                </a:lnTo>
                <a:lnTo>
                  <a:pt x="14642" y="17624"/>
                </a:lnTo>
                <a:lnTo>
                  <a:pt x="14734" y="17211"/>
                </a:lnTo>
                <a:lnTo>
                  <a:pt x="14734" y="16752"/>
                </a:lnTo>
                <a:lnTo>
                  <a:pt x="14642" y="16293"/>
                </a:lnTo>
                <a:lnTo>
                  <a:pt x="14458" y="15880"/>
                </a:lnTo>
                <a:lnTo>
                  <a:pt x="12714" y="12713"/>
                </a:lnTo>
                <a:lnTo>
                  <a:pt x="15835" y="14503"/>
                </a:lnTo>
                <a:lnTo>
                  <a:pt x="16294" y="14687"/>
                </a:lnTo>
                <a:lnTo>
                  <a:pt x="16753" y="14733"/>
                </a:lnTo>
                <a:lnTo>
                  <a:pt x="17166" y="14733"/>
                </a:lnTo>
                <a:lnTo>
                  <a:pt x="17625" y="14641"/>
                </a:lnTo>
                <a:lnTo>
                  <a:pt x="18038" y="14457"/>
                </a:lnTo>
                <a:lnTo>
                  <a:pt x="18359" y="14182"/>
                </a:lnTo>
                <a:lnTo>
                  <a:pt x="18681" y="13861"/>
                </a:lnTo>
                <a:lnTo>
                  <a:pt x="18910" y="13402"/>
                </a:lnTo>
                <a:lnTo>
                  <a:pt x="19048" y="12989"/>
                </a:lnTo>
                <a:lnTo>
                  <a:pt x="19094" y="12530"/>
                </a:lnTo>
                <a:lnTo>
                  <a:pt x="19002" y="12071"/>
                </a:lnTo>
                <a:lnTo>
                  <a:pt x="18864" y="11658"/>
                </a:lnTo>
                <a:lnTo>
                  <a:pt x="18635" y="11290"/>
                </a:lnTo>
                <a:lnTo>
                  <a:pt x="18314" y="10969"/>
                </a:lnTo>
                <a:lnTo>
                  <a:pt x="17946" y="10694"/>
                </a:lnTo>
                <a:lnTo>
                  <a:pt x="17487" y="10510"/>
                </a:lnTo>
                <a:lnTo>
                  <a:pt x="14045" y="9546"/>
                </a:lnTo>
                <a:lnTo>
                  <a:pt x="17487" y="8583"/>
                </a:lnTo>
                <a:lnTo>
                  <a:pt x="17946" y="8399"/>
                </a:lnTo>
                <a:lnTo>
                  <a:pt x="18314" y="8124"/>
                </a:lnTo>
                <a:lnTo>
                  <a:pt x="18635" y="7802"/>
                </a:lnTo>
                <a:lnTo>
                  <a:pt x="18864" y="7435"/>
                </a:lnTo>
                <a:lnTo>
                  <a:pt x="19002" y="7022"/>
                </a:lnTo>
                <a:lnTo>
                  <a:pt x="19094" y="6563"/>
                </a:lnTo>
                <a:lnTo>
                  <a:pt x="19048" y="6104"/>
                </a:lnTo>
                <a:lnTo>
                  <a:pt x="18910" y="5645"/>
                </a:lnTo>
                <a:lnTo>
                  <a:pt x="18681" y="5232"/>
                </a:lnTo>
                <a:lnTo>
                  <a:pt x="18405" y="4911"/>
                </a:lnTo>
                <a:lnTo>
                  <a:pt x="18038" y="4636"/>
                </a:lnTo>
                <a:lnTo>
                  <a:pt x="17625" y="4452"/>
                </a:lnTo>
                <a:lnTo>
                  <a:pt x="17212" y="4360"/>
                </a:lnTo>
                <a:lnTo>
                  <a:pt x="16753" y="4314"/>
                </a:lnTo>
                <a:lnTo>
                  <a:pt x="16294" y="4406"/>
                </a:lnTo>
                <a:lnTo>
                  <a:pt x="15835" y="4590"/>
                </a:lnTo>
                <a:lnTo>
                  <a:pt x="12714" y="6380"/>
                </a:lnTo>
                <a:lnTo>
                  <a:pt x="14458" y="3213"/>
                </a:lnTo>
                <a:lnTo>
                  <a:pt x="14642" y="2800"/>
                </a:lnTo>
                <a:lnTo>
                  <a:pt x="14734" y="2341"/>
                </a:lnTo>
                <a:lnTo>
                  <a:pt x="14734" y="1882"/>
                </a:lnTo>
                <a:lnTo>
                  <a:pt x="14642" y="1469"/>
                </a:lnTo>
                <a:lnTo>
                  <a:pt x="14458" y="1056"/>
                </a:lnTo>
                <a:lnTo>
                  <a:pt x="14183" y="688"/>
                </a:lnTo>
                <a:lnTo>
                  <a:pt x="13816" y="413"/>
                </a:lnTo>
                <a:lnTo>
                  <a:pt x="13403" y="184"/>
                </a:lnTo>
                <a:lnTo>
                  <a:pt x="12944" y="46"/>
                </a:lnTo>
                <a:lnTo>
                  <a:pt x="12531" y="0"/>
                </a:lnTo>
                <a:lnTo>
                  <a:pt x="12072" y="92"/>
                </a:lnTo>
                <a:lnTo>
                  <a:pt x="11659" y="229"/>
                </a:lnTo>
                <a:lnTo>
                  <a:pt x="11291" y="459"/>
                </a:lnTo>
                <a:lnTo>
                  <a:pt x="10924" y="780"/>
                </a:lnTo>
                <a:lnTo>
                  <a:pt x="10695" y="1147"/>
                </a:lnTo>
                <a:lnTo>
                  <a:pt x="10511" y="1560"/>
                </a:lnTo>
                <a:lnTo>
                  <a:pt x="9547" y="5049"/>
                </a:lnTo>
                <a:lnTo>
                  <a:pt x="8584" y="1560"/>
                </a:lnTo>
                <a:lnTo>
                  <a:pt x="8400" y="1147"/>
                </a:lnTo>
                <a:lnTo>
                  <a:pt x="8125" y="780"/>
                </a:lnTo>
                <a:lnTo>
                  <a:pt x="7803" y="459"/>
                </a:lnTo>
                <a:lnTo>
                  <a:pt x="7436" y="229"/>
                </a:lnTo>
                <a:lnTo>
                  <a:pt x="7023" y="92"/>
                </a:lnTo>
                <a:lnTo>
                  <a:pt x="6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1"/>
          <p:cNvSpPr/>
          <p:nvPr/>
        </p:nvSpPr>
        <p:spPr>
          <a:xfrm>
            <a:off x="4730332" y="1907457"/>
            <a:ext cx="266041" cy="439139"/>
          </a:xfrm>
          <a:custGeom>
            <a:rect b="b" l="l" r="r" t="t"/>
            <a:pathLst>
              <a:path extrusionOk="0" h="19093" w="11567">
                <a:moveTo>
                  <a:pt x="8491" y="1147"/>
                </a:moveTo>
                <a:lnTo>
                  <a:pt x="8491" y="6976"/>
                </a:lnTo>
                <a:lnTo>
                  <a:pt x="8491" y="7160"/>
                </a:lnTo>
                <a:lnTo>
                  <a:pt x="8445" y="7343"/>
                </a:lnTo>
                <a:lnTo>
                  <a:pt x="8354" y="7481"/>
                </a:lnTo>
                <a:lnTo>
                  <a:pt x="8216" y="7619"/>
                </a:lnTo>
                <a:lnTo>
                  <a:pt x="8124" y="7711"/>
                </a:lnTo>
                <a:lnTo>
                  <a:pt x="7940" y="7802"/>
                </a:lnTo>
                <a:lnTo>
                  <a:pt x="7803" y="7848"/>
                </a:lnTo>
                <a:lnTo>
                  <a:pt x="4820" y="7848"/>
                </a:lnTo>
                <a:lnTo>
                  <a:pt x="4820" y="5324"/>
                </a:lnTo>
                <a:lnTo>
                  <a:pt x="4820" y="4957"/>
                </a:lnTo>
                <a:lnTo>
                  <a:pt x="4865" y="4544"/>
                </a:lnTo>
                <a:lnTo>
                  <a:pt x="4957" y="4177"/>
                </a:lnTo>
                <a:lnTo>
                  <a:pt x="5095" y="3809"/>
                </a:lnTo>
                <a:lnTo>
                  <a:pt x="5233" y="3488"/>
                </a:lnTo>
                <a:lnTo>
                  <a:pt x="5416" y="3167"/>
                </a:lnTo>
                <a:lnTo>
                  <a:pt x="5646" y="2846"/>
                </a:lnTo>
                <a:lnTo>
                  <a:pt x="5875" y="2524"/>
                </a:lnTo>
                <a:lnTo>
                  <a:pt x="6151" y="2295"/>
                </a:lnTo>
                <a:lnTo>
                  <a:pt x="6426" y="2019"/>
                </a:lnTo>
                <a:lnTo>
                  <a:pt x="6701" y="1790"/>
                </a:lnTo>
                <a:lnTo>
                  <a:pt x="7023" y="1606"/>
                </a:lnTo>
                <a:lnTo>
                  <a:pt x="7390" y="1469"/>
                </a:lnTo>
                <a:lnTo>
                  <a:pt x="7757" y="1331"/>
                </a:lnTo>
                <a:lnTo>
                  <a:pt x="8124" y="1193"/>
                </a:lnTo>
                <a:lnTo>
                  <a:pt x="8491" y="1147"/>
                </a:lnTo>
                <a:close/>
                <a:moveTo>
                  <a:pt x="2938" y="1377"/>
                </a:moveTo>
                <a:lnTo>
                  <a:pt x="3397" y="1606"/>
                </a:lnTo>
                <a:lnTo>
                  <a:pt x="3810" y="1836"/>
                </a:lnTo>
                <a:lnTo>
                  <a:pt x="4177" y="2111"/>
                </a:lnTo>
                <a:lnTo>
                  <a:pt x="4590" y="2432"/>
                </a:lnTo>
                <a:lnTo>
                  <a:pt x="4177" y="3075"/>
                </a:lnTo>
                <a:lnTo>
                  <a:pt x="4039" y="3442"/>
                </a:lnTo>
                <a:lnTo>
                  <a:pt x="3902" y="3809"/>
                </a:lnTo>
                <a:lnTo>
                  <a:pt x="3810" y="4177"/>
                </a:lnTo>
                <a:lnTo>
                  <a:pt x="3764" y="4544"/>
                </a:lnTo>
                <a:lnTo>
                  <a:pt x="3718" y="4957"/>
                </a:lnTo>
                <a:lnTo>
                  <a:pt x="3672" y="5370"/>
                </a:lnTo>
                <a:lnTo>
                  <a:pt x="3672" y="7894"/>
                </a:lnTo>
                <a:lnTo>
                  <a:pt x="3534" y="7848"/>
                </a:lnTo>
                <a:lnTo>
                  <a:pt x="3397" y="7756"/>
                </a:lnTo>
                <a:lnTo>
                  <a:pt x="3167" y="7573"/>
                </a:lnTo>
                <a:lnTo>
                  <a:pt x="2984" y="7343"/>
                </a:lnTo>
                <a:lnTo>
                  <a:pt x="2938" y="7160"/>
                </a:lnTo>
                <a:lnTo>
                  <a:pt x="2938" y="7022"/>
                </a:lnTo>
                <a:lnTo>
                  <a:pt x="2938" y="1377"/>
                </a:lnTo>
                <a:close/>
                <a:moveTo>
                  <a:pt x="3764" y="11704"/>
                </a:moveTo>
                <a:lnTo>
                  <a:pt x="4039" y="11795"/>
                </a:lnTo>
                <a:lnTo>
                  <a:pt x="4315" y="11933"/>
                </a:lnTo>
                <a:lnTo>
                  <a:pt x="4590" y="12162"/>
                </a:lnTo>
                <a:lnTo>
                  <a:pt x="4774" y="12392"/>
                </a:lnTo>
                <a:lnTo>
                  <a:pt x="4957" y="12621"/>
                </a:lnTo>
                <a:lnTo>
                  <a:pt x="5095" y="12943"/>
                </a:lnTo>
                <a:lnTo>
                  <a:pt x="5141" y="13264"/>
                </a:lnTo>
                <a:lnTo>
                  <a:pt x="5141" y="13723"/>
                </a:lnTo>
                <a:lnTo>
                  <a:pt x="2525" y="13723"/>
                </a:lnTo>
                <a:lnTo>
                  <a:pt x="2203" y="13585"/>
                </a:lnTo>
                <a:lnTo>
                  <a:pt x="1928" y="13448"/>
                </a:lnTo>
                <a:lnTo>
                  <a:pt x="1653" y="13218"/>
                </a:lnTo>
                <a:lnTo>
                  <a:pt x="1469" y="12989"/>
                </a:lnTo>
                <a:lnTo>
                  <a:pt x="1286" y="12667"/>
                </a:lnTo>
                <a:lnTo>
                  <a:pt x="1194" y="12346"/>
                </a:lnTo>
                <a:lnTo>
                  <a:pt x="1148" y="12025"/>
                </a:lnTo>
                <a:lnTo>
                  <a:pt x="1148" y="11704"/>
                </a:lnTo>
                <a:close/>
                <a:moveTo>
                  <a:pt x="10419" y="14320"/>
                </a:moveTo>
                <a:lnTo>
                  <a:pt x="10419" y="14641"/>
                </a:lnTo>
                <a:lnTo>
                  <a:pt x="10419" y="14962"/>
                </a:lnTo>
                <a:lnTo>
                  <a:pt x="10281" y="15283"/>
                </a:lnTo>
                <a:lnTo>
                  <a:pt x="10144" y="15605"/>
                </a:lnTo>
                <a:lnTo>
                  <a:pt x="9914" y="15834"/>
                </a:lnTo>
                <a:lnTo>
                  <a:pt x="9685" y="16064"/>
                </a:lnTo>
                <a:lnTo>
                  <a:pt x="9363" y="16201"/>
                </a:lnTo>
                <a:lnTo>
                  <a:pt x="9042" y="16293"/>
                </a:lnTo>
                <a:lnTo>
                  <a:pt x="8721" y="16339"/>
                </a:lnTo>
                <a:lnTo>
                  <a:pt x="6426" y="16339"/>
                </a:lnTo>
                <a:lnTo>
                  <a:pt x="6426" y="16018"/>
                </a:lnTo>
                <a:lnTo>
                  <a:pt x="6472" y="15696"/>
                </a:lnTo>
                <a:lnTo>
                  <a:pt x="6564" y="15375"/>
                </a:lnTo>
                <a:lnTo>
                  <a:pt x="6747" y="15054"/>
                </a:lnTo>
                <a:lnTo>
                  <a:pt x="6931" y="14824"/>
                </a:lnTo>
                <a:lnTo>
                  <a:pt x="7206" y="14595"/>
                </a:lnTo>
                <a:lnTo>
                  <a:pt x="7482" y="14457"/>
                </a:lnTo>
                <a:lnTo>
                  <a:pt x="7803" y="14320"/>
                </a:lnTo>
                <a:close/>
                <a:moveTo>
                  <a:pt x="2249" y="0"/>
                </a:moveTo>
                <a:lnTo>
                  <a:pt x="2112" y="46"/>
                </a:lnTo>
                <a:lnTo>
                  <a:pt x="2020" y="138"/>
                </a:lnTo>
                <a:lnTo>
                  <a:pt x="1928" y="229"/>
                </a:lnTo>
                <a:lnTo>
                  <a:pt x="1836" y="321"/>
                </a:lnTo>
                <a:lnTo>
                  <a:pt x="1790" y="459"/>
                </a:lnTo>
                <a:lnTo>
                  <a:pt x="1790" y="597"/>
                </a:lnTo>
                <a:lnTo>
                  <a:pt x="1790" y="6976"/>
                </a:lnTo>
                <a:lnTo>
                  <a:pt x="1836" y="7389"/>
                </a:lnTo>
                <a:lnTo>
                  <a:pt x="1928" y="7802"/>
                </a:lnTo>
                <a:lnTo>
                  <a:pt x="2112" y="8124"/>
                </a:lnTo>
                <a:lnTo>
                  <a:pt x="2387" y="8399"/>
                </a:lnTo>
                <a:lnTo>
                  <a:pt x="2662" y="8674"/>
                </a:lnTo>
                <a:lnTo>
                  <a:pt x="3030" y="8858"/>
                </a:lnTo>
                <a:lnTo>
                  <a:pt x="3397" y="8950"/>
                </a:lnTo>
                <a:lnTo>
                  <a:pt x="3810" y="8996"/>
                </a:lnTo>
                <a:lnTo>
                  <a:pt x="5141" y="8996"/>
                </a:lnTo>
                <a:lnTo>
                  <a:pt x="5141" y="11153"/>
                </a:lnTo>
                <a:lnTo>
                  <a:pt x="4774" y="10923"/>
                </a:lnTo>
                <a:lnTo>
                  <a:pt x="4361" y="10740"/>
                </a:lnTo>
                <a:lnTo>
                  <a:pt x="3902" y="10602"/>
                </a:lnTo>
                <a:lnTo>
                  <a:pt x="3443" y="10556"/>
                </a:lnTo>
                <a:lnTo>
                  <a:pt x="551" y="10556"/>
                </a:lnTo>
                <a:lnTo>
                  <a:pt x="368" y="10602"/>
                </a:lnTo>
                <a:lnTo>
                  <a:pt x="184" y="10740"/>
                </a:lnTo>
                <a:lnTo>
                  <a:pt x="46" y="10923"/>
                </a:lnTo>
                <a:lnTo>
                  <a:pt x="0" y="11153"/>
                </a:lnTo>
                <a:lnTo>
                  <a:pt x="0" y="12025"/>
                </a:lnTo>
                <a:lnTo>
                  <a:pt x="0" y="12346"/>
                </a:lnTo>
                <a:lnTo>
                  <a:pt x="46" y="12621"/>
                </a:lnTo>
                <a:lnTo>
                  <a:pt x="138" y="12897"/>
                </a:lnTo>
                <a:lnTo>
                  <a:pt x="230" y="13126"/>
                </a:lnTo>
                <a:lnTo>
                  <a:pt x="505" y="13631"/>
                </a:lnTo>
                <a:lnTo>
                  <a:pt x="827" y="14044"/>
                </a:lnTo>
                <a:lnTo>
                  <a:pt x="1286" y="14411"/>
                </a:lnTo>
                <a:lnTo>
                  <a:pt x="1745" y="14687"/>
                </a:lnTo>
                <a:lnTo>
                  <a:pt x="2020" y="14779"/>
                </a:lnTo>
                <a:lnTo>
                  <a:pt x="2295" y="14824"/>
                </a:lnTo>
                <a:lnTo>
                  <a:pt x="2571" y="14870"/>
                </a:lnTo>
                <a:lnTo>
                  <a:pt x="2846" y="14916"/>
                </a:lnTo>
                <a:lnTo>
                  <a:pt x="5141" y="14916"/>
                </a:lnTo>
                <a:lnTo>
                  <a:pt x="5141" y="18496"/>
                </a:lnTo>
                <a:lnTo>
                  <a:pt x="5187" y="18726"/>
                </a:lnTo>
                <a:lnTo>
                  <a:pt x="5324" y="18909"/>
                </a:lnTo>
                <a:lnTo>
                  <a:pt x="5508" y="19047"/>
                </a:lnTo>
                <a:lnTo>
                  <a:pt x="5783" y="19093"/>
                </a:lnTo>
                <a:lnTo>
                  <a:pt x="5967" y="19001"/>
                </a:lnTo>
                <a:lnTo>
                  <a:pt x="6105" y="18863"/>
                </a:lnTo>
                <a:lnTo>
                  <a:pt x="6242" y="18726"/>
                </a:lnTo>
                <a:lnTo>
                  <a:pt x="6242" y="18496"/>
                </a:lnTo>
                <a:lnTo>
                  <a:pt x="6242" y="17486"/>
                </a:lnTo>
                <a:lnTo>
                  <a:pt x="8675" y="17486"/>
                </a:lnTo>
                <a:lnTo>
                  <a:pt x="8950" y="17441"/>
                </a:lnTo>
                <a:lnTo>
                  <a:pt x="9271" y="17395"/>
                </a:lnTo>
                <a:lnTo>
                  <a:pt x="9547" y="17349"/>
                </a:lnTo>
                <a:lnTo>
                  <a:pt x="9776" y="17257"/>
                </a:lnTo>
                <a:lnTo>
                  <a:pt x="10281" y="16982"/>
                </a:lnTo>
                <a:lnTo>
                  <a:pt x="10694" y="16614"/>
                </a:lnTo>
                <a:lnTo>
                  <a:pt x="11061" y="16201"/>
                </a:lnTo>
                <a:lnTo>
                  <a:pt x="11337" y="15696"/>
                </a:lnTo>
                <a:lnTo>
                  <a:pt x="11429" y="15467"/>
                </a:lnTo>
                <a:lnTo>
                  <a:pt x="11475" y="15192"/>
                </a:lnTo>
                <a:lnTo>
                  <a:pt x="11520" y="14870"/>
                </a:lnTo>
                <a:lnTo>
                  <a:pt x="11566" y="14595"/>
                </a:lnTo>
                <a:lnTo>
                  <a:pt x="11566" y="13723"/>
                </a:lnTo>
                <a:lnTo>
                  <a:pt x="11520" y="13493"/>
                </a:lnTo>
                <a:lnTo>
                  <a:pt x="11383" y="13310"/>
                </a:lnTo>
                <a:lnTo>
                  <a:pt x="11199" y="13172"/>
                </a:lnTo>
                <a:lnTo>
                  <a:pt x="10970" y="13126"/>
                </a:lnTo>
                <a:lnTo>
                  <a:pt x="8124" y="13126"/>
                </a:lnTo>
                <a:lnTo>
                  <a:pt x="7619" y="13172"/>
                </a:lnTo>
                <a:lnTo>
                  <a:pt x="7114" y="13310"/>
                </a:lnTo>
                <a:lnTo>
                  <a:pt x="6701" y="13539"/>
                </a:lnTo>
                <a:lnTo>
                  <a:pt x="6288" y="13815"/>
                </a:lnTo>
                <a:lnTo>
                  <a:pt x="6288" y="8996"/>
                </a:lnTo>
                <a:lnTo>
                  <a:pt x="7619" y="8996"/>
                </a:lnTo>
                <a:lnTo>
                  <a:pt x="7986" y="8950"/>
                </a:lnTo>
                <a:lnTo>
                  <a:pt x="8399" y="8858"/>
                </a:lnTo>
                <a:lnTo>
                  <a:pt x="8721" y="8674"/>
                </a:lnTo>
                <a:lnTo>
                  <a:pt x="9042" y="8399"/>
                </a:lnTo>
                <a:lnTo>
                  <a:pt x="9271" y="8124"/>
                </a:lnTo>
                <a:lnTo>
                  <a:pt x="9455" y="7802"/>
                </a:lnTo>
                <a:lnTo>
                  <a:pt x="9593" y="7389"/>
                </a:lnTo>
                <a:lnTo>
                  <a:pt x="9593" y="7022"/>
                </a:lnTo>
                <a:lnTo>
                  <a:pt x="9593" y="597"/>
                </a:lnTo>
                <a:lnTo>
                  <a:pt x="9547" y="367"/>
                </a:lnTo>
                <a:lnTo>
                  <a:pt x="9455" y="184"/>
                </a:lnTo>
                <a:lnTo>
                  <a:pt x="9271" y="46"/>
                </a:lnTo>
                <a:lnTo>
                  <a:pt x="9042" y="0"/>
                </a:lnTo>
                <a:lnTo>
                  <a:pt x="8491" y="46"/>
                </a:lnTo>
                <a:lnTo>
                  <a:pt x="7986" y="138"/>
                </a:lnTo>
                <a:lnTo>
                  <a:pt x="7436" y="229"/>
                </a:lnTo>
                <a:lnTo>
                  <a:pt x="6977" y="413"/>
                </a:lnTo>
                <a:lnTo>
                  <a:pt x="6518" y="643"/>
                </a:lnTo>
                <a:lnTo>
                  <a:pt x="6059" y="918"/>
                </a:lnTo>
                <a:lnTo>
                  <a:pt x="5646" y="1239"/>
                </a:lnTo>
                <a:lnTo>
                  <a:pt x="5279" y="1560"/>
                </a:lnTo>
                <a:lnTo>
                  <a:pt x="4636" y="1102"/>
                </a:lnTo>
                <a:lnTo>
                  <a:pt x="3993" y="688"/>
                </a:lnTo>
                <a:lnTo>
                  <a:pt x="3259" y="321"/>
                </a:lnTo>
                <a:lnTo>
                  <a:pt x="2525" y="46"/>
                </a:lnTo>
                <a:lnTo>
                  <a:pt x="23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1"/>
          <p:cNvSpPr/>
          <p:nvPr/>
        </p:nvSpPr>
        <p:spPr>
          <a:xfrm>
            <a:off x="5348917" y="1910608"/>
            <a:ext cx="439162" cy="432837"/>
          </a:xfrm>
          <a:custGeom>
            <a:rect b="b" l="l" r="r" t="t"/>
            <a:pathLst>
              <a:path extrusionOk="0" h="18819" w="19094">
                <a:moveTo>
                  <a:pt x="8354" y="1148"/>
                </a:moveTo>
                <a:lnTo>
                  <a:pt x="8767" y="1194"/>
                </a:lnTo>
                <a:lnTo>
                  <a:pt x="9088" y="1286"/>
                </a:lnTo>
                <a:lnTo>
                  <a:pt x="9455" y="1469"/>
                </a:lnTo>
                <a:lnTo>
                  <a:pt x="9731" y="1653"/>
                </a:lnTo>
                <a:lnTo>
                  <a:pt x="9960" y="1928"/>
                </a:lnTo>
                <a:lnTo>
                  <a:pt x="10190" y="2250"/>
                </a:lnTo>
                <a:lnTo>
                  <a:pt x="10281" y="2617"/>
                </a:lnTo>
                <a:lnTo>
                  <a:pt x="10373" y="2984"/>
                </a:lnTo>
                <a:lnTo>
                  <a:pt x="8721" y="2984"/>
                </a:lnTo>
                <a:lnTo>
                  <a:pt x="8308" y="2938"/>
                </a:lnTo>
                <a:lnTo>
                  <a:pt x="7941" y="2846"/>
                </a:lnTo>
                <a:lnTo>
                  <a:pt x="7619" y="2663"/>
                </a:lnTo>
                <a:lnTo>
                  <a:pt x="7344" y="2433"/>
                </a:lnTo>
                <a:lnTo>
                  <a:pt x="7115" y="2158"/>
                </a:lnTo>
                <a:lnTo>
                  <a:pt x="6885" y="1882"/>
                </a:lnTo>
                <a:lnTo>
                  <a:pt x="6793" y="1515"/>
                </a:lnTo>
                <a:lnTo>
                  <a:pt x="6701" y="1148"/>
                </a:lnTo>
                <a:close/>
                <a:moveTo>
                  <a:pt x="15192" y="5279"/>
                </a:moveTo>
                <a:lnTo>
                  <a:pt x="15101" y="5646"/>
                </a:lnTo>
                <a:lnTo>
                  <a:pt x="14963" y="6013"/>
                </a:lnTo>
                <a:lnTo>
                  <a:pt x="14779" y="6334"/>
                </a:lnTo>
                <a:lnTo>
                  <a:pt x="14550" y="6610"/>
                </a:lnTo>
                <a:lnTo>
                  <a:pt x="14274" y="6839"/>
                </a:lnTo>
                <a:lnTo>
                  <a:pt x="13907" y="6977"/>
                </a:lnTo>
                <a:lnTo>
                  <a:pt x="13586" y="7115"/>
                </a:lnTo>
                <a:lnTo>
                  <a:pt x="11521" y="7115"/>
                </a:lnTo>
                <a:lnTo>
                  <a:pt x="11612" y="6747"/>
                </a:lnTo>
                <a:lnTo>
                  <a:pt x="11704" y="6380"/>
                </a:lnTo>
                <a:lnTo>
                  <a:pt x="11934" y="6105"/>
                </a:lnTo>
                <a:lnTo>
                  <a:pt x="12163" y="5829"/>
                </a:lnTo>
                <a:lnTo>
                  <a:pt x="12439" y="5600"/>
                </a:lnTo>
                <a:lnTo>
                  <a:pt x="12760" y="5416"/>
                </a:lnTo>
                <a:lnTo>
                  <a:pt x="13127" y="5325"/>
                </a:lnTo>
                <a:lnTo>
                  <a:pt x="13540" y="5279"/>
                </a:lnTo>
                <a:close/>
                <a:moveTo>
                  <a:pt x="13035" y="10190"/>
                </a:moveTo>
                <a:lnTo>
                  <a:pt x="13494" y="10236"/>
                </a:lnTo>
                <a:lnTo>
                  <a:pt x="13907" y="10373"/>
                </a:lnTo>
                <a:lnTo>
                  <a:pt x="14274" y="10557"/>
                </a:lnTo>
                <a:lnTo>
                  <a:pt x="14596" y="10832"/>
                </a:lnTo>
                <a:lnTo>
                  <a:pt x="14825" y="11153"/>
                </a:lnTo>
                <a:lnTo>
                  <a:pt x="15055" y="11521"/>
                </a:lnTo>
                <a:lnTo>
                  <a:pt x="15192" y="11934"/>
                </a:lnTo>
                <a:lnTo>
                  <a:pt x="15238" y="12347"/>
                </a:lnTo>
                <a:lnTo>
                  <a:pt x="15238" y="13907"/>
                </a:lnTo>
                <a:lnTo>
                  <a:pt x="14091" y="14412"/>
                </a:lnTo>
                <a:lnTo>
                  <a:pt x="13586" y="14596"/>
                </a:lnTo>
                <a:lnTo>
                  <a:pt x="13035" y="14733"/>
                </a:lnTo>
                <a:lnTo>
                  <a:pt x="12622" y="14733"/>
                </a:lnTo>
                <a:lnTo>
                  <a:pt x="12668" y="14320"/>
                </a:lnTo>
                <a:lnTo>
                  <a:pt x="12668" y="13953"/>
                </a:lnTo>
                <a:lnTo>
                  <a:pt x="12530" y="13586"/>
                </a:lnTo>
                <a:lnTo>
                  <a:pt x="12347" y="13265"/>
                </a:lnTo>
                <a:lnTo>
                  <a:pt x="12071" y="12943"/>
                </a:lnTo>
                <a:lnTo>
                  <a:pt x="11750" y="12714"/>
                </a:lnTo>
                <a:lnTo>
                  <a:pt x="11383" y="12576"/>
                </a:lnTo>
                <a:lnTo>
                  <a:pt x="10970" y="12530"/>
                </a:lnTo>
                <a:lnTo>
                  <a:pt x="8905" y="12530"/>
                </a:lnTo>
                <a:lnTo>
                  <a:pt x="8721" y="12439"/>
                </a:lnTo>
                <a:lnTo>
                  <a:pt x="8583" y="12347"/>
                </a:lnTo>
                <a:lnTo>
                  <a:pt x="8491" y="12163"/>
                </a:lnTo>
                <a:lnTo>
                  <a:pt x="8216" y="11842"/>
                </a:lnTo>
                <a:lnTo>
                  <a:pt x="7895" y="11567"/>
                </a:lnTo>
                <a:lnTo>
                  <a:pt x="7528" y="11383"/>
                </a:lnTo>
                <a:lnTo>
                  <a:pt x="7069" y="11245"/>
                </a:lnTo>
                <a:lnTo>
                  <a:pt x="7252" y="11016"/>
                </a:lnTo>
                <a:lnTo>
                  <a:pt x="7436" y="10786"/>
                </a:lnTo>
                <a:lnTo>
                  <a:pt x="7619" y="10603"/>
                </a:lnTo>
                <a:lnTo>
                  <a:pt x="7849" y="10465"/>
                </a:lnTo>
                <a:lnTo>
                  <a:pt x="8124" y="10373"/>
                </a:lnTo>
                <a:lnTo>
                  <a:pt x="8354" y="10281"/>
                </a:lnTo>
                <a:lnTo>
                  <a:pt x="8629" y="10190"/>
                </a:lnTo>
                <a:close/>
                <a:moveTo>
                  <a:pt x="2938" y="13861"/>
                </a:moveTo>
                <a:lnTo>
                  <a:pt x="2938" y="17717"/>
                </a:lnTo>
                <a:lnTo>
                  <a:pt x="1194" y="17717"/>
                </a:lnTo>
                <a:lnTo>
                  <a:pt x="1194" y="13861"/>
                </a:lnTo>
                <a:close/>
                <a:moveTo>
                  <a:pt x="6518" y="12255"/>
                </a:moveTo>
                <a:lnTo>
                  <a:pt x="6839" y="12301"/>
                </a:lnTo>
                <a:lnTo>
                  <a:pt x="7115" y="12393"/>
                </a:lnTo>
                <a:lnTo>
                  <a:pt x="7344" y="12530"/>
                </a:lnTo>
                <a:lnTo>
                  <a:pt x="7528" y="12760"/>
                </a:lnTo>
                <a:lnTo>
                  <a:pt x="7665" y="12943"/>
                </a:lnTo>
                <a:lnTo>
                  <a:pt x="7849" y="13127"/>
                </a:lnTo>
                <a:lnTo>
                  <a:pt x="8032" y="13265"/>
                </a:lnTo>
                <a:lnTo>
                  <a:pt x="8216" y="13402"/>
                </a:lnTo>
                <a:lnTo>
                  <a:pt x="8446" y="13494"/>
                </a:lnTo>
                <a:lnTo>
                  <a:pt x="8629" y="13586"/>
                </a:lnTo>
                <a:lnTo>
                  <a:pt x="8905" y="13632"/>
                </a:lnTo>
                <a:lnTo>
                  <a:pt x="11016" y="13632"/>
                </a:lnTo>
                <a:lnTo>
                  <a:pt x="11199" y="13678"/>
                </a:lnTo>
                <a:lnTo>
                  <a:pt x="11383" y="13770"/>
                </a:lnTo>
                <a:lnTo>
                  <a:pt x="11475" y="13907"/>
                </a:lnTo>
                <a:lnTo>
                  <a:pt x="11566" y="14045"/>
                </a:lnTo>
                <a:lnTo>
                  <a:pt x="11612" y="14228"/>
                </a:lnTo>
                <a:lnTo>
                  <a:pt x="11566" y="14412"/>
                </a:lnTo>
                <a:lnTo>
                  <a:pt x="11475" y="14596"/>
                </a:lnTo>
                <a:lnTo>
                  <a:pt x="11337" y="14733"/>
                </a:lnTo>
                <a:lnTo>
                  <a:pt x="11245" y="14779"/>
                </a:lnTo>
                <a:lnTo>
                  <a:pt x="11153" y="14825"/>
                </a:lnTo>
                <a:lnTo>
                  <a:pt x="7803" y="14825"/>
                </a:lnTo>
                <a:lnTo>
                  <a:pt x="7574" y="14871"/>
                </a:lnTo>
                <a:lnTo>
                  <a:pt x="7390" y="15009"/>
                </a:lnTo>
                <a:lnTo>
                  <a:pt x="7252" y="15192"/>
                </a:lnTo>
                <a:lnTo>
                  <a:pt x="7206" y="15376"/>
                </a:lnTo>
                <a:lnTo>
                  <a:pt x="7252" y="15605"/>
                </a:lnTo>
                <a:lnTo>
                  <a:pt x="7390" y="15789"/>
                </a:lnTo>
                <a:lnTo>
                  <a:pt x="7574" y="15927"/>
                </a:lnTo>
                <a:lnTo>
                  <a:pt x="7803" y="15973"/>
                </a:lnTo>
                <a:lnTo>
                  <a:pt x="11750" y="15973"/>
                </a:lnTo>
                <a:lnTo>
                  <a:pt x="12576" y="15927"/>
                </a:lnTo>
                <a:lnTo>
                  <a:pt x="13035" y="15881"/>
                </a:lnTo>
                <a:lnTo>
                  <a:pt x="13494" y="15789"/>
                </a:lnTo>
                <a:lnTo>
                  <a:pt x="14045" y="15651"/>
                </a:lnTo>
                <a:lnTo>
                  <a:pt x="14596" y="15422"/>
                </a:lnTo>
                <a:lnTo>
                  <a:pt x="17304" y="14183"/>
                </a:lnTo>
                <a:lnTo>
                  <a:pt x="17671" y="14183"/>
                </a:lnTo>
                <a:lnTo>
                  <a:pt x="17808" y="14274"/>
                </a:lnTo>
                <a:lnTo>
                  <a:pt x="17900" y="14412"/>
                </a:lnTo>
                <a:lnTo>
                  <a:pt x="17946" y="14550"/>
                </a:lnTo>
                <a:lnTo>
                  <a:pt x="17946" y="14733"/>
                </a:lnTo>
                <a:lnTo>
                  <a:pt x="17854" y="14871"/>
                </a:lnTo>
                <a:lnTo>
                  <a:pt x="17717" y="15009"/>
                </a:lnTo>
                <a:lnTo>
                  <a:pt x="14320" y="17028"/>
                </a:lnTo>
                <a:lnTo>
                  <a:pt x="13678" y="17304"/>
                </a:lnTo>
                <a:lnTo>
                  <a:pt x="13035" y="17533"/>
                </a:lnTo>
                <a:lnTo>
                  <a:pt x="12347" y="17671"/>
                </a:lnTo>
                <a:lnTo>
                  <a:pt x="11704" y="17717"/>
                </a:lnTo>
                <a:lnTo>
                  <a:pt x="4040" y="17717"/>
                </a:lnTo>
                <a:lnTo>
                  <a:pt x="4040" y="13265"/>
                </a:lnTo>
                <a:lnTo>
                  <a:pt x="4085" y="12989"/>
                </a:lnTo>
                <a:lnTo>
                  <a:pt x="4177" y="12714"/>
                </a:lnTo>
                <a:lnTo>
                  <a:pt x="4361" y="12530"/>
                </a:lnTo>
                <a:lnTo>
                  <a:pt x="4590" y="12439"/>
                </a:lnTo>
                <a:lnTo>
                  <a:pt x="4774" y="12347"/>
                </a:lnTo>
                <a:lnTo>
                  <a:pt x="5003" y="12301"/>
                </a:lnTo>
                <a:lnTo>
                  <a:pt x="5416" y="12255"/>
                </a:lnTo>
                <a:close/>
                <a:moveTo>
                  <a:pt x="5921" y="1"/>
                </a:moveTo>
                <a:lnTo>
                  <a:pt x="5738" y="138"/>
                </a:lnTo>
                <a:lnTo>
                  <a:pt x="5600" y="322"/>
                </a:lnTo>
                <a:lnTo>
                  <a:pt x="5554" y="551"/>
                </a:lnTo>
                <a:lnTo>
                  <a:pt x="5554" y="965"/>
                </a:lnTo>
                <a:lnTo>
                  <a:pt x="5600" y="1286"/>
                </a:lnTo>
                <a:lnTo>
                  <a:pt x="5646" y="1607"/>
                </a:lnTo>
                <a:lnTo>
                  <a:pt x="5692" y="1882"/>
                </a:lnTo>
                <a:lnTo>
                  <a:pt x="5829" y="2204"/>
                </a:lnTo>
                <a:lnTo>
                  <a:pt x="5967" y="2479"/>
                </a:lnTo>
                <a:lnTo>
                  <a:pt x="6105" y="2709"/>
                </a:lnTo>
                <a:lnTo>
                  <a:pt x="6288" y="2984"/>
                </a:lnTo>
                <a:lnTo>
                  <a:pt x="6472" y="3213"/>
                </a:lnTo>
                <a:lnTo>
                  <a:pt x="6701" y="3397"/>
                </a:lnTo>
                <a:lnTo>
                  <a:pt x="6977" y="3581"/>
                </a:lnTo>
                <a:lnTo>
                  <a:pt x="7206" y="3718"/>
                </a:lnTo>
                <a:lnTo>
                  <a:pt x="7482" y="3856"/>
                </a:lnTo>
                <a:lnTo>
                  <a:pt x="7803" y="3994"/>
                </a:lnTo>
                <a:lnTo>
                  <a:pt x="8078" y="4040"/>
                </a:lnTo>
                <a:lnTo>
                  <a:pt x="8400" y="4085"/>
                </a:lnTo>
                <a:lnTo>
                  <a:pt x="8721" y="4131"/>
                </a:lnTo>
                <a:lnTo>
                  <a:pt x="10373" y="4131"/>
                </a:lnTo>
                <a:lnTo>
                  <a:pt x="10373" y="9042"/>
                </a:lnTo>
                <a:lnTo>
                  <a:pt x="8950" y="9042"/>
                </a:lnTo>
                <a:lnTo>
                  <a:pt x="8446" y="9088"/>
                </a:lnTo>
                <a:lnTo>
                  <a:pt x="7941" y="9180"/>
                </a:lnTo>
                <a:lnTo>
                  <a:pt x="7482" y="9363"/>
                </a:lnTo>
                <a:lnTo>
                  <a:pt x="7069" y="9639"/>
                </a:lnTo>
                <a:lnTo>
                  <a:pt x="6701" y="9914"/>
                </a:lnTo>
                <a:lnTo>
                  <a:pt x="6380" y="10281"/>
                </a:lnTo>
                <a:lnTo>
                  <a:pt x="6105" y="10694"/>
                </a:lnTo>
                <a:lnTo>
                  <a:pt x="5875" y="11108"/>
                </a:lnTo>
                <a:lnTo>
                  <a:pt x="5416" y="11108"/>
                </a:lnTo>
                <a:lnTo>
                  <a:pt x="4957" y="11153"/>
                </a:lnTo>
                <a:lnTo>
                  <a:pt x="4544" y="11245"/>
                </a:lnTo>
                <a:lnTo>
                  <a:pt x="4131" y="11383"/>
                </a:lnTo>
                <a:lnTo>
                  <a:pt x="3810" y="11567"/>
                </a:lnTo>
                <a:lnTo>
                  <a:pt x="3535" y="11796"/>
                </a:lnTo>
                <a:lnTo>
                  <a:pt x="3305" y="12071"/>
                </a:lnTo>
                <a:lnTo>
                  <a:pt x="3122" y="12393"/>
                </a:lnTo>
                <a:lnTo>
                  <a:pt x="2984" y="12714"/>
                </a:lnTo>
                <a:lnTo>
                  <a:pt x="597" y="12714"/>
                </a:lnTo>
                <a:lnTo>
                  <a:pt x="368" y="12760"/>
                </a:lnTo>
                <a:lnTo>
                  <a:pt x="184" y="12897"/>
                </a:lnTo>
                <a:lnTo>
                  <a:pt x="47" y="13081"/>
                </a:lnTo>
                <a:lnTo>
                  <a:pt x="1" y="13265"/>
                </a:lnTo>
                <a:lnTo>
                  <a:pt x="1" y="18267"/>
                </a:lnTo>
                <a:lnTo>
                  <a:pt x="47" y="18497"/>
                </a:lnTo>
                <a:lnTo>
                  <a:pt x="184" y="18680"/>
                </a:lnTo>
                <a:lnTo>
                  <a:pt x="368" y="18772"/>
                </a:lnTo>
                <a:lnTo>
                  <a:pt x="597" y="18818"/>
                </a:lnTo>
                <a:lnTo>
                  <a:pt x="12071" y="18818"/>
                </a:lnTo>
                <a:lnTo>
                  <a:pt x="12484" y="18772"/>
                </a:lnTo>
                <a:lnTo>
                  <a:pt x="13311" y="18589"/>
                </a:lnTo>
                <a:lnTo>
                  <a:pt x="14091" y="18359"/>
                </a:lnTo>
                <a:lnTo>
                  <a:pt x="14504" y="18176"/>
                </a:lnTo>
                <a:lnTo>
                  <a:pt x="14871" y="17992"/>
                </a:lnTo>
                <a:lnTo>
                  <a:pt x="18313" y="15973"/>
                </a:lnTo>
                <a:lnTo>
                  <a:pt x="18543" y="15789"/>
                </a:lnTo>
                <a:lnTo>
                  <a:pt x="18772" y="15559"/>
                </a:lnTo>
                <a:lnTo>
                  <a:pt x="18910" y="15284"/>
                </a:lnTo>
                <a:lnTo>
                  <a:pt x="19002" y="15009"/>
                </a:lnTo>
                <a:lnTo>
                  <a:pt x="19093" y="14733"/>
                </a:lnTo>
                <a:lnTo>
                  <a:pt x="19093" y="14412"/>
                </a:lnTo>
                <a:lnTo>
                  <a:pt x="19002" y="14137"/>
                </a:lnTo>
                <a:lnTo>
                  <a:pt x="18910" y="13861"/>
                </a:lnTo>
                <a:lnTo>
                  <a:pt x="18772" y="13678"/>
                </a:lnTo>
                <a:lnTo>
                  <a:pt x="18635" y="13494"/>
                </a:lnTo>
                <a:lnTo>
                  <a:pt x="18497" y="13356"/>
                </a:lnTo>
                <a:lnTo>
                  <a:pt x="18313" y="13219"/>
                </a:lnTo>
                <a:lnTo>
                  <a:pt x="18130" y="13127"/>
                </a:lnTo>
                <a:lnTo>
                  <a:pt x="17900" y="13081"/>
                </a:lnTo>
                <a:lnTo>
                  <a:pt x="17717" y="13035"/>
                </a:lnTo>
                <a:lnTo>
                  <a:pt x="17487" y="12989"/>
                </a:lnTo>
                <a:lnTo>
                  <a:pt x="17166" y="13035"/>
                </a:lnTo>
                <a:lnTo>
                  <a:pt x="16890" y="13127"/>
                </a:lnTo>
                <a:lnTo>
                  <a:pt x="16340" y="13356"/>
                </a:lnTo>
                <a:lnTo>
                  <a:pt x="16340" y="12347"/>
                </a:lnTo>
                <a:lnTo>
                  <a:pt x="16340" y="11980"/>
                </a:lnTo>
                <a:lnTo>
                  <a:pt x="16248" y="11658"/>
                </a:lnTo>
                <a:lnTo>
                  <a:pt x="16202" y="11337"/>
                </a:lnTo>
                <a:lnTo>
                  <a:pt x="16064" y="11062"/>
                </a:lnTo>
                <a:lnTo>
                  <a:pt x="15927" y="10740"/>
                </a:lnTo>
                <a:lnTo>
                  <a:pt x="15789" y="10465"/>
                </a:lnTo>
                <a:lnTo>
                  <a:pt x="15605" y="10236"/>
                </a:lnTo>
                <a:lnTo>
                  <a:pt x="15376" y="10006"/>
                </a:lnTo>
                <a:lnTo>
                  <a:pt x="15146" y="9777"/>
                </a:lnTo>
                <a:lnTo>
                  <a:pt x="14871" y="9593"/>
                </a:lnTo>
                <a:lnTo>
                  <a:pt x="14596" y="9409"/>
                </a:lnTo>
                <a:lnTo>
                  <a:pt x="14320" y="9272"/>
                </a:lnTo>
                <a:lnTo>
                  <a:pt x="13999" y="9180"/>
                </a:lnTo>
                <a:lnTo>
                  <a:pt x="13724" y="9088"/>
                </a:lnTo>
                <a:lnTo>
                  <a:pt x="13356" y="9042"/>
                </a:lnTo>
                <a:lnTo>
                  <a:pt x="11521" y="9042"/>
                </a:lnTo>
                <a:lnTo>
                  <a:pt x="11521" y="8262"/>
                </a:lnTo>
                <a:lnTo>
                  <a:pt x="13173" y="8262"/>
                </a:lnTo>
                <a:lnTo>
                  <a:pt x="13494" y="8216"/>
                </a:lnTo>
                <a:lnTo>
                  <a:pt x="13815" y="8170"/>
                </a:lnTo>
                <a:lnTo>
                  <a:pt x="14137" y="8124"/>
                </a:lnTo>
                <a:lnTo>
                  <a:pt x="14412" y="7987"/>
                </a:lnTo>
                <a:lnTo>
                  <a:pt x="14687" y="7849"/>
                </a:lnTo>
                <a:lnTo>
                  <a:pt x="14963" y="7711"/>
                </a:lnTo>
                <a:lnTo>
                  <a:pt x="15192" y="7528"/>
                </a:lnTo>
                <a:lnTo>
                  <a:pt x="15422" y="7344"/>
                </a:lnTo>
                <a:lnTo>
                  <a:pt x="15605" y="7115"/>
                </a:lnTo>
                <a:lnTo>
                  <a:pt x="15789" y="6885"/>
                </a:lnTo>
                <a:lnTo>
                  <a:pt x="15973" y="6610"/>
                </a:lnTo>
                <a:lnTo>
                  <a:pt x="16110" y="6334"/>
                </a:lnTo>
                <a:lnTo>
                  <a:pt x="16202" y="6059"/>
                </a:lnTo>
                <a:lnTo>
                  <a:pt x="16294" y="5738"/>
                </a:lnTo>
                <a:lnTo>
                  <a:pt x="16340" y="5416"/>
                </a:lnTo>
                <a:lnTo>
                  <a:pt x="16340" y="5095"/>
                </a:lnTo>
                <a:lnTo>
                  <a:pt x="16340" y="4682"/>
                </a:lnTo>
                <a:lnTo>
                  <a:pt x="16294" y="4453"/>
                </a:lnTo>
                <a:lnTo>
                  <a:pt x="16156" y="4269"/>
                </a:lnTo>
                <a:lnTo>
                  <a:pt x="15973" y="4177"/>
                </a:lnTo>
                <a:lnTo>
                  <a:pt x="15789" y="4131"/>
                </a:lnTo>
                <a:lnTo>
                  <a:pt x="13081" y="4131"/>
                </a:lnTo>
                <a:lnTo>
                  <a:pt x="12714" y="4223"/>
                </a:lnTo>
                <a:lnTo>
                  <a:pt x="12347" y="4361"/>
                </a:lnTo>
                <a:lnTo>
                  <a:pt x="12071" y="4499"/>
                </a:lnTo>
                <a:lnTo>
                  <a:pt x="11658" y="4728"/>
                </a:lnTo>
                <a:lnTo>
                  <a:pt x="11521" y="4866"/>
                </a:lnTo>
                <a:lnTo>
                  <a:pt x="11521" y="3122"/>
                </a:lnTo>
                <a:lnTo>
                  <a:pt x="11475" y="2800"/>
                </a:lnTo>
                <a:lnTo>
                  <a:pt x="11429" y="2479"/>
                </a:lnTo>
                <a:lnTo>
                  <a:pt x="11383" y="2204"/>
                </a:lnTo>
                <a:lnTo>
                  <a:pt x="11245" y="1928"/>
                </a:lnTo>
                <a:lnTo>
                  <a:pt x="11108" y="1607"/>
                </a:lnTo>
                <a:lnTo>
                  <a:pt x="10970" y="1378"/>
                </a:lnTo>
                <a:lnTo>
                  <a:pt x="10786" y="1148"/>
                </a:lnTo>
                <a:lnTo>
                  <a:pt x="10603" y="919"/>
                </a:lnTo>
                <a:lnTo>
                  <a:pt x="10373" y="689"/>
                </a:lnTo>
                <a:lnTo>
                  <a:pt x="10098" y="506"/>
                </a:lnTo>
                <a:lnTo>
                  <a:pt x="9868" y="368"/>
                </a:lnTo>
                <a:lnTo>
                  <a:pt x="9593" y="230"/>
                </a:lnTo>
                <a:lnTo>
                  <a:pt x="9272" y="138"/>
                </a:lnTo>
                <a:lnTo>
                  <a:pt x="8996" y="47"/>
                </a:lnTo>
                <a:lnTo>
                  <a:pt x="8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 name="Google Shape;908;p61"/>
          <p:cNvGrpSpPr/>
          <p:nvPr/>
        </p:nvGrpSpPr>
        <p:grpSpPr>
          <a:xfrm>
            <a:off x="6195524" y="1907457"/>
            <a:ext cx="230138" cy="439139"/>
            <a:chOff x="6195524" y="2120507"/>
            <a:chExt cx="230138" cy="439139"/>
          </a:xfrm>
        </p:grpSpPr>
        <p:sp>
          <p:nvSpPr>
            <p:cNvPr id="909" name="Google Shape;909;p61"/>
            <p:cNvSpPr/>
            <p:nvPr/>
          </p:nvSpPr>
          <p:spPr>
            <a:xfrm>
              <a:off x="6195524" y="2120507"/>
              <a:ext cx="230138" cy="439139"/>
            </a:xfrm>
            <a:custGeom>
              <a:rect b="b" l="l" r="r" t="t"/>
              <a:pathLst>
                <a:path extrusionOk="0" h="19093" w="10006">
                  <a:moveTo>
                    <a:pt x="7344" y="1102"/>
                  </a:moveTo>
                  <a:lnTo>
                    <a:pt x="7436" y="1147"/>
                  </a:lnTo>
                  <a:lnTo>
                    <a:pt x="7482" y="1193"/>
                  </a:lnTo>
                  <a:lnTo>
                    <a:pt x="7527" y="1239"/>
                  </a:lnTo>
                  <a:lnTo>
                    <a:pt x="7527" y="1331"/>
                  </a:lnTo>
                  <a:lnTo>
                    <a:pt x="7527" y="4314"/>
                  </a:lnTo>
                  <a:lnTo>
                    <a:pt x="7527" y="4406"/>
                  </a:lnTo>
                  <a:lnTo>
                    <a:pt x="7482" y="4452"/>
                  </a:lnTo>
                  <a:lnTo>
                    <a:pt x="7436" y="4498"/>
                  </a:lnTo>
                  <a:lnTo>
                    <a:pt x="2525" y="4498"/>
                  </a:lnTo>
                  <a:lnTo>
                    <a:pt x="2479" y="4452"/>
                  </a:lnTo>
                  <a:lnTo>
                    <a:pt x="2433" y="4406"/>
                  </a:lnTo>
                  <a:lnTo>
                    <a:pt x="2433" y="4314"/>
                  </a:lnTo>
                  <a:lnTo>
                    <a:pt x="2433" y="1331"/>
                  </a:lnTo>
                  <a:lnTo>
                    <a:pt x="2433" y="1239"/>
                  </a:lnTo>
                  <a:lnTo>
                    <a:pt x="2479" y="1193"/>
                  </a:lnTo>
                  <a:lnTo>
                    <a:pt x="2525" y="1147"/>
                  </a:lnTo>
                  <a:lnTo>
                    <a:pt x="2617" y="1102"/>
                  </a:lnTo>
                  <a:close/>
                  <a:moveTo>
                    <a:pt x="5737" y="5645"/>
                  </a:moveTo>
                  <a:lnTo>
                    <a:pt x="5737" y="8812"/>
                  </a:lnTo>
                  <a:lnTo>
                    <a:pt x="4269" y="8812"/>
                  </a:lnTo>
                  <a:lnTo>
                    <a:pt x="4269" y="5645"/>
                  </a:lnTo>
                  <a:close/>
                  <a:moveTo>
                    <a:pt x="5737" y="9959"/>
                  </a:moveTo>
                  <a:lnTo>
                    <a:pt x="5737" y="11566"/>
                  </a:lnTo>
                  <a:lnTo>
                    <a:pt x="5692" y="11749"/>
                  </a:lnTo>
                  <a:lnTo>
                    <a:pt x="5600" y="11933"/>
                  </a:lnTo>
                  <a:lnTo>
                    <a:pt x="5462" y="12025"/>
                  </a:lnTo>
                  <a:lnTo>
                    <a:pt x="5233" y="12071"/>
                  </a:lnTo>
                  <a:lnTo>
                    <a:pt x="4728" y="12071"/>
                  </a:lnTo>
                  <a:lnTo>
                    <a:pt x="4544" y="12025"/>
                  </a:lnTo>
                  <a:lnTo>
                    <a:pt x="4406" y="11933"/>
                  </a:lnTo>
                  <a:lnTo>
                    <a:pt x="4315" y="11749"/>
                  </a:lnTo>
                  <a:lnTo>
                    <a:pt x="4269" y="11566"/>
                  </a:lnTo>
                  <a:lnTo>
                    <a:pt x="4269" y="9959"/>
                  </a:lnTo>
                  <a:close/>
                  <a:moveTo>
                    <a:pt x="8399" y="11199"/>
                  </a:moveTo>
                  <a:lnTo>
                    <a:pt x="8537" y="11245"/>
                  </a:lnTo>
                  <a:lnTo>
                    <a:pt x="8767" y="11382"/>
                  </a:lnTo>
                  <a:lnTo>
                    <a:pt x="8858" y="11612"/>
                  </a:lnTo>
                  <a:lnTo>
                    <a:pt x="8904" y="11749"/>
                  </a:lnTo>
                  <a:lnTo>
                    <a:pt x="8904" y="11887"/>
                  </a:lnTo>
                  <a:lnTo>
                    <a:pt x="8858" y="12943"/>
                  </a:lnTo>
                  <a:lnTo>
                    <a:pt x="8767" y="14090"/>
                  </a:lnTo>
                  <a:lnTo>
                    <a:pt x="8675" y="14687"/>
                  </a:lnTo>
                  <a:lnTo>
                    <a:pt x="8583" y="15237"/>
                  </a:lnTo>
                  <a:lnTo>
                    <a:pt x="8445" y="15788"/>
                  </a:lnTo>
                  <a:lnTo>
                    <a:pt x="8216" y="16293"/>
                  </a:lnTo>
                  <a:lnTo>
                    <a:pt x="7986" y="16706"/>
                  </a:lnTo>
                  <a:lnTo>
                    <a:pt x="7711" y="17027"/>
                  </a:lnTo>
                  <a:lnTo>
                    <a:pt x="7390" y="17303"/>
                  </a:lnTo>
                  <a:lnTo>
                    <a:pt x="7023" y="17532"/>
                  </a:lnTo>
                  <a:lnTo>
                    <a:pt x="6564" y="17670"/>
                  </a:lnTo>
                  <a:lnTo>
                    <a:pt x="6105" y="17808"/>
                  </a:lnTo>
                  <a:lnTo>
                    <a:pt x="5600" y="17854"/>
                  </a:lnTo>
                  <a:lnTo>
                    <a:pt x="5003" y="17899"/>
                  </a:lnTo>
                  <a:lnTo>
                    <a:pt x="4406" y="17854"/>
                  </a:lnTo>
                  <a:lnTo>
                    <a:pt x="3902" y="17808"/>
                  </a:lnTo>
                  <a:lnTo>
                    <a:pt x="3397" y="17670"/>
                  </a:lnTo>
                  <a:lnTo>
                    <a:pt x="2984" y="17532"/>
                  </a:lnTo>
                  <a:lnTo>
                    <a:pt x="2617" y="17303"/>
                  </a:lnTo>
                  <a:lnTo>
                    <a:pt x="2295" y="17027"/>
                  </a:lnTo>
                  <a:lnTo>
                    <a:pt x="2020" y="16706"/>
                  </a:lnTo>
                  <a:lnTo>
                    <a:pt x="1790" y="16293"/>
                  </a:lnTo>
                  <a:lnTo>
                    <a:pt x="1561" y="15788"/>
                  </a:lnTo>
                  <a:lnTo>
                    <a:pt x="1423" y="15237"/>
                  </a:lnTo>
                  <a:lnTo>
                    <a:pt x="1286" y="14687"/>
                  </a:lnTo>
                  <a:lnTo>
                    <a:pt x="1240" y="14090"/>
                  </a:lnTo>
                  <a:lnTo>
                    <a:pt x="1148" y="12897"/>
                  </a:lnTo>
                  <a:lnTo>
                    <a:pt x="1102" y="11887"/>
                  </a:lnTo>
                  <a:lnTo>
                    <a:pt x="1102" y="11749"/>
                  </a:lnTo>
                  <a:lnTo>
                    <a:pt x="1102" y="11612"/>
                  </a:lnTo>
                  <a:lnTo>
                    <a:pt x="1240" y="11382"/>
                  </a:lnTo>
                  <a:lnTo>
                    <a:pt x="1469" y="11245"/>
                  </a:lnTo>
                  <a:lnTo>
                    <a:pt x="1607" y="11199"/>
                  </a:lnTo>
                  <a:lnTo>
                    <a:pt x="3121" y="11199"/>
                  </a:lnTo>
                  <a:lnTo>
                    <a:pt x="3121" y="11566"/>
                  </a:lnTo>
                  <a:lnTo>
                    <a:pt x="3167" y="11887"/>
                  </a:lnTo>
                  <a:lnTo>
                    <a:pt x="3259" y="12208"/>
                  </a:lnTo>
                  <a:lnTo>
                    <a:pt x="3397" y="12484"/>
                  </a:lnTo>
                  <a:lnTo>
                    <a:pt x="3626" y="12713"/>
                  </a:lnTo>
                  <a:lnTo>
                    <a:pt x="3856" y="12897"/>
                  </a:lnTo>
                  <a:lnTo>
                    <a:pt x="4131" y="13080"/>
                  </a:lnTo>
                  <a:lnTo>
                    <a:pt x="4406" y="13172"/>
                  </a:lnTo>
                  <a:lnTo>
                    <a:pt x="5554" y="13172"/>
                  </a:lnTo>
                  <a:lnTo>
                    <a:pt x="5875" y="13080"/>
                  </a:lnTo>
                  <a:lnTo>
                    <a:pt x="6151" y="12897"/>
                  </a:lnTo>
                  <a:lnTo>
                    <a:pt x="6380" y="12713"/>
                  </a:lnTo>
                  <a:lnTo>
                    <a:pt x="6564" y="12484"/>
                  </a:lnTo>
                  <a:lnTo>
                    <a:pt x="6747" y="12208"/>
                  </a:lnTo>
                  <a:lnTo>
                    <a:pt x="6839" y="11887"/>
                  </a:lnTo>
                  <a:lnTo>
                    <a:pt x="6885" y="11566"/>
                  </a:lnTo>
                  <a:lnTo>
                    <a:pt x="6885" y="11199"/>
                  </a:lnTo>
                  <a:close/>
                  <a:moveTo>
                    <a:pt x="2617" y="0"/>
                  </a:moveTo>
                  <a:lnTo>
                    <a:pt x="2341" y="46"/>
                  </a:lnTo>
                  <a:lnTo>
                    <a:pt x="2112" y="92"/>
                  </a:lnTo>
                  <a:lnTo>
                    <a:pt x="1882" y="229"/>
                  </a:lnTo>
                  <a:lnTo>
                    <a:pt x="1699" y="367"/>
                  </a:lnTo>
                  <a:lnTo>
                    <a:pt x="1515" y="597"/>
                  </a:lnTo>
                  <a:lnTo>
                    <a:pt x="1423" y="826"/>
                  </a:lnTo>
                  <a:lnTo>
                    <a:pt x="1331" y="1056"/>
                  </a:lnTo>
                  <a:lnTo>
                    <a:pt x="1331" y="1331"/>
                  </a:lnTo>
                  <a:lnTo>
                    <a:pt x="1331" y="4360"/>
                  </a:lnTo>
                  <a:lnTo>
                    <a:pt x="1331" y="4636"/>
                  </a:lnTo>
                  <a:lnTo>
                    <a:pt x="1423" y="4865"/>
                  </a:lnTo>
                  <a:lnTo>
                    <a:pt x="1515" y="5094"/>
                  </a:lnTo>
                  <a:lnTo>
                    <a:pt x="1699" y="5278"/>
                  </a:lnTo>
                  <a:lnTo>
                    <a:pt x="1882" y="5462"/>
                  </a:lnTo>
                  <a:lnTo>
                    <a:pt x="2112" y="5553"/>
                  </a:lnTo>
                  <a:lnTo>
                    <a:pt x="2341" y="5645"/>
                  </a:lnTo>
                  <a:lnTo>
                    <a:pt x="3121" y="5645"/>
                  </a:lnTo>
                  <a:lnTo>
                    <a:pt x="3121" y="10051"/>
                  </a:lnTo>
                  <a:lnTo>
                    <a:pt x="1744" y="10051"/>
                  </a:lnTo>
                  <a:lnTo>
                    <a:pt x="1331" y="10097"/>
                  </a:lnTo>
                  <a:lnTo>
                    <a:pt x="1010" y="10235"/>
                  </a:lnTo>
                  <a:lnTo>
                    <a:pt x="689" y="10418"/>
                  </a:lnTo>
                  <a:lnTo>
                    <a:pt x="413" y="10648"/>
                  </a:lnTo>
                  <a:lnTo>
                    <a:pt x="230" y="10923"/>
                  </a:lnTo>
                  <a:lnTo>
                    <a:pt x="46" y="11245"/>
                  </a:lnTo>
                  <a:lnTo>
                    <a:pt x="0" y="11612"/>
                  </a:lnTo>
                  <a:lnTo>
                    <a:pt x="0" y="11979"/>
                  </a:lnTo>
                  <a:lnTo>
                    <a:pt x="46" y="13080"/>
                  </a:lnTo>
                  <a:lnTo>
                    <a:pt x="138" y="14320"/>
                  </a:lnTo>
                  <a:lnTo>
                    <a:pt x="230" y="14962"/>
                  </a:lnTo>
                  <a:lnTo>
                    <a:pt x="322" y="15605"/>
                  </a:lnTo>
                  <a:lnTo>
                    <a:pt x="551" y="16247"/>
                  </a:lnTo>
                  <a:lnTo>
                    <a:pt x="781" y="16890"/>
                  </a:lnTo>
                  <a:lnTo>
                    <a:pt x="1102" y="17395"/>
                  </a:lnTo>
                  <a:lnTo>
                    <a:pt x="1469" y="17854"/>
                  </a:lnTo>
                  <a:lnTo>
                    <a:pt x="1928" y="18221"/>
                  </a:lnTo>
                  <a:lnTo>
                    <a:pt x="2433" y="18542"/>
                  </a:lnTo>
                  <a:lnTo>
                    <a:pt x="2984" y="18771"/>
                  </a:lnTo>
                  <a:lnTo>
                    <a:pt x="3580" y="18955"/>
                  </a:lnTo>
                  <a:lnTo>
                    <a:pt x="4269" y="19047"/>
                  </a:lnTo>
                  <a:lnTo>
                    <a:pt x="5003" y="19093"/>
                  </a:lnTo>
                  <a:lnTo>
                    <a:pt x="5737" y="19047"/>
                  </a:lnTo>
                  <a:lnTo>
                    <a:pt x="6426" y="18955"/>
                  </a:lnTo>
                  <a:lnTo>
                    <a:pt x="7023" y="18771"/>
                  </a:lnTo>
                  <a:lnTo>
                    <a:pt x="7573" y="18542"/>
                  </a:lnTo>
                  <a:lnTo>
                    <a:pt x="8078" y="18221"/>
                  </a:lnTo>
                  <a:lnTo>
                    <a:pt x="8491" y="17854"/>
                  </a:lnTo>
                  <a:lnTo>
                    <a:pt x="8904" y="17395"/>
                  </a:lnTo>
                  <a:lnTo>
                    <a:pt x="9226" y="16890"/>
                  </a:lnTo>
                  <a:lnTo>
                    <a:pt x="9455" y="16247"/>
                  </a:lnTo>
                  <a:lnTo>
                    <a:pt x="9639" y="15605"/>
                  </a:lnTo>
                  <a:lnTo>
                    <a:pt x="9776" y="14962"/>
                  </a:lnTo>
                  <a:lnTo>
                    <a:pt x="9868" y="14320"/>
                  </a:lnTo>
                  <a:lnTo>
                    <a:pt x="9960" y="13080"/>
                  </a:lnTo>
                  <a:lnTo>
                    <a:pt x="10006" y="11979"/>
                  </a:lnTo>
                  <a:lnTo>
                    <a:pt x="10006" y="11612"/>
                  </a:lnTo>
                  <a:lnTo>
                    <a:pt x="9914" y="11245"/>
                  </a:lnTo>
                  <a:lnTo>
                    <a:pt x="9776" y="10923"/>
                  </a:lnTo>
                  <a:lnTo>
                    <a:pt x="9593" y="10648"/>
                  </a:lnTo>
                  <a:lnTo>
                    <a:pt x="9317" y="10418"/>
                  </a:lnTo>
                  <a:lnTo>
                    <a:pt x="8996" y="10235"/>
                  </a:lnTo>
                  <a:lnTo>
                    <a:pt x="8629" y="10097"/>
                  </a:lnTo>
                  <a:lnTo>
                    <a:pt x="8262" y="10051"/>
                  </a:lnTo>
                  <a:lnTo>
                    <a:pt x="6885" y="10051"/>
                  </a:lnTo>
                  <a:lnTo>
                    <a:pt x="6885" y="5645"/>
                  </a:lnTo>
                  <a:lnTo>
                    <a:pt x="7619" y="5645"/>
                  </a:lnTo>
                  <a:lnTo>
                    <a:pt x="7849" y="5553"/>
                  </a:lnTo>
                  <a:lnTo>
                    <a:pt x="8078" y="5462"/>
                  </a:lnTo>
                  <a:lnTo>
                    <a:pt x="8262" y="5278"/>
                  </a:lnTo>
                  <a:lnTo>
                    <a:pt x="8445" y="5094"/>
                  </a:lnTo>
                  <a:lnTo>
                    <a:pt x="8537" y="4865"/>
                  </a:lnTo>
                  <a:lnTo>
                    <a:pt x="8629" y="4590"/>
                  </a:lnTo>
                  <a:lnTo>
                    <a:pt x="8629" y="4360"/>
                  </a:lnTo>
                  <a:lnTo>
                    <a:pt x="8629" y="1331"/>
                  </a:lnTo>
                  <a:lnTo>
                    <a:pt x="8629" y="1056"/>
                  </a:lnTo>
                  <a:lnTo>
                    <a:pt x="8537" y="826"/>
                  </a:lnTo>
                  <a:lnTo>
                    <a:pt x="8445" y="597"/>
                  </a:lnTo>
                  <a:lnTo>
                    <a:pt x="8262" y="367"/>
                  </a:lnTo>
                  <a:lnTo>
                    <a:pt x="8078" y="229"/>
                  </a:lnTo>
                  <a:lnTo>
                    <a:pt x="7849" y="92"/>
                  </a:lnTo>
                  <a:lnTo>
                    <a:pt x="7619" y="46"/>
                  </a:lnTo>
                  <a:lnTo>
                    <a:pt x="7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1"/>
            <p:cNvSpPr/>
            <p:nvPr/>
          </p:nvSpPr>
          <p:spPr>
            <a:xfrm>
              <a:off x="6267307" y="2154271"/>
              <a:ext cx="86572" cy="62307"/>
            </a:xfrm>
            <a:custGeom>
              <a:rect b="b" l="l" r="r" t="t"/>
              <a:pathLst>
                <a:path extrusionOk="0" h="2709" w="3764">
                  <a:moveTo>
                    <a:pt x="2616" y="1102"/>
                  </a:moveTo>
                  <a:lnTo>
                    <a:pt x="2616" y="1607"/>
                  </a:lnTo>
                  <a:lnTo>
                    <a:pt x="1148" y="1607"/>
                  </a:lnTo>
                  <a:lnTo>
                    <a:pt x="1148" y="1102"/>
                  </a:lnTo>
                  <a:close/>
                  <a:moveTo>
                    <a:pt x="597" y="1"/>
                  </a:moveTo>
                  <a:lnTo>
                    <a:pt x="368" y="47"/>
                  </a:lnTo>
                  <a:lnTo>
                    <a:pt x="184" y="138"/>
                  </a:lnTo>
                  <a:lnTo>
                    <a:pt x="46" y="322"/>
                  </a:lnTo>
                  <a:lnTo>
                    <a:pt x="0" y="551"/>
                  </a:lnTo>
                  <a:lnTo>
                    <a:pt x="0" y="2158"/>
                  </a:lnTo>
                  <a:lnTo>
                    <a:pt x="46" y="2341"/>
                  </a:lnTo>
                  <a:lnTo>
                    <a:pt x="184" y="2525"/>
                  </a:lnTo>
                  <a:lnTo>
                    <a:pt x="368" y="2663"/>
                  </a:lnTo>
                  <a:lnTo>
                    <a:pt x="597" y="2709"/>
                  </a:lnTo>
                  <a:lnTo>
                    <a:pt x="3167" y="2709"/>
                  </a:lnTo>
                  <a:lnTo>
                    <a:pt x="3397" y="2663"/>
                  </a:lnTo>
                  <a:lnTo>
                    <a:pt x="3580" y="2525"/>
                  </a:lnTo>
                  <a:lnTo>
                    <a:pt x="3718" y="2341"/>
                  </a:lnTo>
                  <a:lnTo>
                    <a:pt x="3764" y="2158"/>
                  </a:lnTo>
                  <a:lnTo>
                    <a:pt x="3764" y="551"/>
                  </a:lnTo>
                  <a:lnTo>
                    <a:pt x="3718" y="322"/>
                  </a:lnTo>
                  <a:lnTo>
                    <a:pt x="3580" y="138"/>
                  </a:lnTo>
                  <a:lnTo>
                    <a:pt x="3397" y="47"/>
                  </a:lnTo>
                  <a:lnTo>
                    <a:pt x="31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61"/>
          <p:cNvGrpSpPr/>
          <p:nvPr/>
        </p:nvGrpSpPr>
        <p:grpSpPr>
          <a:xfrm>
            <a:off x="6820457" y="1907457"/>
            <a:ext cx="253368" cy="439139"/>
            <a:chOff x="6820457" y="2120507"/>
            <a:chExt cx="253368" cy="439139"/>
          </a:xfrm>
        </p:grpSpPr>
        <p:sp>
          <p:nvSpPr>
            <p:cNvPr id="912" name="Google Shape;912;p61"/>
            <p:cNvSpPr/>
            <p:nvPr/>
          </p:nvSpPr>
          <p:spPr>
            <a:xfrm>
              <a:off x="6820457" y="2120507"/>
              <a:ext cx="253368" cy="439139"/>
            </a:xfrm>
            <a:custGeom>
              <a:rect b="b" l="l" r="r" t="t"/>
              <a:pathLst>
                <a:path extrusionOk="0" h="19093" w="11016">
                  <a:moveTo>
                    <a:pt x="7894" y="1102"/>
                  </a:moveTo>
                  <a:lnTo>
                    <a:pt x="7986" y="1147"/>
                  </a:lnTo>
                  <a:lnTo>
                    <a:pt x="8032" y="1147"/>
                  </a:lnTo>
                  <a:lnTo>
                    <a:pt x="8078" y="1239"/>
                  </a:lnTo>
                  <a:lnTo>
                    <a:pt x="8078" y="1285"/>
                  </a:lnTo>
                  <a:lnTo>
                    <a:pt x="8078" y="4314"/>
                  </a:lnTo>
                  <a:lnTo>
                    <a:pt x="8078" y="4406"/>
                  </a:lnTo>
                  <a:lnTo>
                    <a:pt x="8032" y="4452"/>
                  </a:lnTo>
                  <a:lnTo>
                    <a:pt x="7986" y="4498"/>
                  </a:lnTo>
                  <a:lnTo>
                    <a:pt x="3075" y="4498"/>
                  </a:lnTo>
                  <a:lnTo>
                    <a:pt x="3029" y="4452"/>
                  </a:lnTo>
                  <a:lnTo>
                    <a:pt x="2983" y="4406"/>
                  </a:lnTo>
                  <a:lnTo>
                    <a:pt x="2983" y="4314"/>
                  </a:lnTo>
                  <a:lnTo>
                    <a:pt x="2983" y="1285"/>
                  </a:lnTo>
                  <a:lnTo>
                    <a:pt x="2983" y="1239"/>
                  </a:lnTo>
                  <a:lnTo>
                    <a:pt x="3029" y="1147"/>
                  </a:lnTo>
                  <a:lnTo>
                    <a:pt x="3075" y="1147"/>
                  </a:lnTo>
                  <a:lnTo>
                    <a:pt x="3167" y="1102"/>
                  </a:lnTo>
                  <a:close/>
                  <a:moveTo>
                    <a:pt x="6242" y="5645"/>
                  </a:moveTo>
                  <a:lnTo>
                    <a:pt x="6242" y="8812"/>
                  </a:lnTo>
                  <a:lnTo>
                    <a:pt x="4773" y="8812"/>
                  </a:lnTo>
                  <a:lnTo>
                    <a:pt x="4773" y="5645"/>
                  </a:lnTo>
                  <a:close/>
                  <a:moveTo>
                    <a:pt x="6242" y="9959"/>
                  </a:moveTo>
                  <a:lnTo>
                    <a:pt x="6242" y="11566"/>
                  </a:lnTo>
                  <a:lnTo>
                    <a:pt x="6242" y="11749"/>
                  </a:lnTo>
                  <a:lnTo>
                    <a:pt x="6104" y="11933"/>
                  </a:lnTo>
                  <a:lnTo>
                    <a:pt x="5967" y="12025"/>
                  </a:lnTo>
                  <a:lnTo>
                    <a:pt x="5783" y="12071"/>
                  </a:lnTo>
                  <a:lnTo>
                    <a:pt x="5278" y="12071"/>
                  </a:lnTo>
                  <a:lnTo>
                    <a:pt x="5049" y="12025"/>
                  </a:lnTo>
                  <a:lnTo>
                    <a:pt x="4911" y="11933"/>
                  </a:lnTo>
                  <a:lnTo>
                    <a:pt x="4819" y="11749"/>
                  </a:lnTo>
                  <a:lnTo>
                    <a:pt x="4773" y="11566"/>
                  </a:lnTo>
                  <a:lnTo>
                    <a:pt x="4773" y="9959"/>
                  </a:lnTo>
                  <a:close/>
                  <a:moveTo>
                    <a:pt x="9546" y="11520"/>
                  </a:moveTo>
                  <a:lnTo>
                    <a:pt x="9684" y="11566"/>
                  </a:lnTo>
                  <a:lnTo>
                    <a:pt x="9822" y="11658"/>
                  </a:lnTo>
                  <a:lnTo>
                    <a:pt x="9868" y="11749"/>
                  </a:lnTo>
                  <a:lnTo>
                    <a:pt x="9914" y="11887"/>
                  </a:lnTo>
                  <a:lnTo>
                    <a:pt x="9914" y="17578"/>
                  </a:lnTo>
                  <a:lnTo>
                    <a:pt x="9914" y="17670"/>
                  </a:lnTo>
                  <a:lnTo>
                    <a:pt x="9822" y="17762"/>
                  </a:lnTo>
                  <a:lnTo>
                    <a:pt x="9684" y="17854"/>
                  </a:lnTo>
                  <a:lnTo>
                    <a:pt x="9546" y="17899"/>
                  </a:lnTo>
                  <a:lnTo>
                    <a:pt x="9455" y="17899"/>
                  </a:lnTo>
                  <a:lnTo>
                    <a:pt x="9317" y="17854"/>
                  </a:lnTo>
                  <a:lnTo>
                    <a:pt x="9225" y="17808"/>
                  </a:lnTo>
                  <a:lnTo>
                    <a:pt x="9133" y="17716"/>
                  </a:lnTo>
                  <a:lnTo>
                    <a:pt x="9087" y="17578"/>
                  </a:lnTo>
                  <a:lnTo>
                    <a:pt x="9042" y="17486"/>
                  </a:lnTo>
                  <a:lnTo>
                    <a:pt x="9042" y="14044"/>
                  </a:lnTo>
                  <a:lnTo>
                    <a:pt x="8996" y="13861"/>
                  </a:lnTo>
                  <a:lnTo>
                    <a:pt x="8904" y="13723"/>
                  </a:lnTo>
                  <a:lnTo>
                    <a:pt x="8766" y="13631"/>
                  </a:lnTo>
                  <a:lnTo>
                    <a:pt x="8628" y="13585"/>
                  </a:lnTo>
                  <a:lnTo>
                    <a:pt x="6930" y="13585"/>
                  </a:lnTo>
                  <a:lnTo>
                    <a:pt x="6747" y="13631"/>
                  </a:lnTo>
                  <a:lnTo>
                    <a:pt x="6563" y="13677"/>
                  </a:lnTo>
                  <a:lnTo>
                    <a:pt x="6380" y="13769"/>
                  </a:lnTo>
                  <a:lnTo>
                    <a:pt x="6242" y="13861"/>
                  </a:lnTo>
                  <a:lnTo>
                    <a:pt x="6150" y="14044"/>
                  </a:lnTo>
                  <a:lnTo>
                    <a:pt x="6058" y="14182"/>
                  </a:lnTo>
                  <a:lnTo>
                    <a:pt x="5967" y="14365"/>
                  </a:lnTo>
                  <a:lnTo>
                    <a:pt x="5967" y="14549"/>
                  </a:lnTo>
                  <a:lnTo>
                    <a:pt x="5967" y="17486"/>
                  </a:lnTo>
                  <a:lnTo>
                    <a:pt x="5921" y="17670"/>
                  </a:lnTo>
                  <a:lnTo>
                    <a:pt x="5829" y="17808"/>
                  </a:lnTo>
                  <a:lnTo>
                    <a:pt x="5691" y="17899"/>
                  </a:lnTo>
                  <a:lnTo>
                    <a:pt x="5370" y="17899"/>
                  </a:lnTo>
                  <a:lnTo>
                    <a:pt x="5232" y="17762"/>
                  </a:lnTo>
                  <a:lnTo>
                    <a:pt x="5140" y="17624"/>
                  </a:lnTo>
                  <a:lnTo>
                    <a:pt x="5094" y="17486"/>
                  </a:lnTo>
                  <a:lnTo>
                    <a:pt x="5094" y="14549"/>
                  </a:lnTo>
                  <a:lnTo>
                    <a:pt x="5094" y="14365"/>
                  </a:lnTo>
                  <a:lnTo>
                    <a:pt x="5049" y="14182"/>
                  </a:lnTo>
                  <a:lnTo>
                    <a:pt x="4957" y="14044"/>
                  </a:lnTo>
                  <a:lnTo>
                    <a:pt x="4819" y="13861"/>
                  </a:lnTo>
                  <a:lnTo>
                    <a:pt x="4681" y="13769"/>
                  </a:lnTo>
                  <a:lnTo>
                    <a:pt x="4498" y="13677"/>
                  </a:lnTo>
                  <a:lnTo>
                    <a:pt x="4314" y="13631"/>
                  </a:lnTo>
                  <a:lnTo>
                    <a:pt x="4131" y="13585"/>
                  </a:lnTo>
                  <a:lnTo>
                    <a:pt x="2937" y="13585"/>
                  </a:lnTo>
                  <a:lnTo>
                    <a:pt x="2754" y="13631"/>
                  </a:lnTo>
                  <a:lnTo>
                    <a:pt x="2570" y="13677"/>
                  </a:lnTo>
                  <a:lnTo>
                    <a:pt x="2387" y="13769"/>
                  </a:lnTo>
                  <a:lnTo>
                    <a:pt x="2249" y="13861"/>
                  </a:lnTo>
                  <a:lnTo>
                    <a:pt x="2157" y="14044"/>
                  </a:lnTo>
                  <a:lnTo>
                    <a:pt x="2065" y="14182"/>
                  </a:lnTo>
                  <a:lnTo>
                    <a:pt x="1974" y="14365"/>
                  </a:lnTo>
                  <a:lnTo>
                    <a:pt x="1974" y="14549"/>
                  </a:lnTo>
                  <a:lnTo>
                    <a:pt x="1974" y="17486"/>
                  </a:lnTo>
                  <a:lnTo>
                    <a:pt x="1928" y="17624"/>
                  </a:lnTo>
                  <a:lnTo>
                    <a:pt x="1836" y="17762"/>
                  </a:lnTo>
                  <a:lnTo>
                    <a:pt x="1698" y="17854"/>
                  </a:lnTo>
                  <a:lnTo>
                    <a:pt x="1515" y="17899"/>
                  </a:lnTo>
                  <a:lnTo>
                    <a:pt x="1377" y="17854"/>
                  </a:lnTo>
                  <a:lnTo>
                    <a:pt x="1239" y="17762"/>
                  </a:lnTo>
                  <a:lnTo>
                    <a:pt x="1147" y="17624"/>
                  </a:lnTo>
                  <a:lnTo>
                    <a:pt x="1102" y="17441"/>
                  </a:lnTo>
                  <a:lnTo>
                    <a:pt x="1102" y="12346"/>
                  </a:lnTo>
                  <a:lnTo>
                    <a:pt x="1147" y="12162"/>
                  </a:lnTo>
                  <a:lnTo>
                    <a:pt x="1193" y="12025"/>
                  </a:lnTo>
                  <a:lnTo>
                    <a:pt x="1239" y="11887"/>
                  </a:lnTo>
                  <a:lnTo>
                    <a:pt x="1331" y="11795"/>
                  </a:lnTo>
                  <a:lnTo>
                    <a:pt x="1469" y="11658"/>
                  </a:lnTo>
                  <a:lnTo>
                    <a:pt x="1606" y="11612"/>
                  </a:lnTo>
                  <a:lnTo>
                    <a:pt x="1744" y="11566"/>
                  </a:lnTo>
                  <a:lnTo>
                    <a:pt x="1928" y="11520"/>
                  </a:lnTo>
                  <a:lnTo>
                    <a:pt x="3672" y="11520"/>
                  </a:lnTo>
                  <a:lnTo>
                    <a:pt x="3672" y="11566"/>
                  </a:lnTo>
                  <a:lnTo>
                    <a:pt x="3672" y="11887"/>
                  </a:lnTo>
                  <a:lnTo>
                    <a:pt x="3763" y="12208"/>
                  </a:lnTo>
                  <a:lnTo>
                    <a:pt x="3947" y="12484"/>
                  </a:lnTo>
                  <a:lnTo>
                    <a:pt x="4131" y="12713"/>
                  </a:lnTo>
                  <a:lnTo>
                    <a:pt x="4360" y="12897"/>
                  </a:lnTo>
                  <a:lnTo>
                    <a:pt x="4636" y="13034"/>
                  </a:lnTo>
                  <a:lnTo>
                    <a:pt x="4957" y="13126"/>
                  </a:lnTo>
                  <a:lnTo>
                    <a:pt x="5278" y="13172"/>
                  </a:lnTo>
                  <a:lnTo>
                    <a:pt x="5737" y="13172"/>
                  </a:lnTo>
                  <a:lnTo>
                    <a:pt x="6104" y="13126"/>
                  </a:lnTo>
                  <a:lnTo>
                    <a:pt x="6380" y="13034"/>
                  </a:lnTo>
                  <a:lnTo>
                    <a:pt x="6655" y="12897"/>
                  </a:lnTo>
                  <a:lnTo>
                    <a:pt x="6884" y="12713"/>
                  </a:lnTo>
                  <a:lnTo>
                    <a:pt x="7114" y="12484"/>
                  </a:lnTo>
                  <a:lnTo>
                    <a:pt x="7252" y="12208"/>
                  </a:lnTo>
                  <a:lnTo>
                    <a:pt x="7343" y="11887"/>
                  </a:lnTo>
                  <a:lnTo>
                    <a:pt x="7389" y="11566"/>
                  </a:lnTo>
                  <a:lnTo>
                    <a:pt x="7389" y="11520"/>
                  </a:lnTo>
                  <a:close/>
                  <a:moveTo>
                    <a:pt x="2891" y="0"/>
                  </a:moveTo>
                  <a:lnTo>
                    <a:pt x="2662" y="92"/>
                  </a:lnTo>
                  <a:lnTo>
                    <a:pt x="2433" y="229"/>
                  </a:lnTo>
                  <a:lnTo>
                    <a:pt x="2249" y="367"/>
                  </a:lnTo>
                  <a:lnTo>
                    <a:pt x="2065" y="551"/>
                  </a:lnTo>
                  <a:lnTo>
                    <a:pt x="1974" y="780"/>
                  </a:lnTo>
                  <a:lnTo>
                    <a:pt x="1882" y="1056"/>
                  </a:lnTo>
                  <a:lnTo>
                    <a:pt x="1882" y="1285"/>
                  </a:lnTo>
                  <a:lnTo>
                    <a:pt x="1882" y="4314"/>
                  </a:lnTo>
                  <a:lnTo>
                    <a:pt x="1882" y="4544"/>
                  </a:lnTo>
                  <a:lnTo>
                    <a:pt x="1974" y="4819"/>
                  </a:lnTo>
                  <a:lnTo>
                    <a:pt x="2065" y="5049"/>
                  </a:lnTo>
                  <a:lnTo>
                    <a:pt x="2249" y="5232"/>
                  </a:lnTo>
                  <a:lnTo>
                    <a:pt x="2433" y="5416"/>
                  </a:lnTo>
                  <a:lnTo>
                    <a:pt x="2662" y="5508"/>
                  </a:lnTo>
                  <a:lnTo>
                    <a:pt x="2891" y="5599"/>
                  </a:lnTo>
                  <a:lnTo>
                    <a:pt x="3672" y="5599"/>
                  </a:lnTo>
                  <a:lnTo>
                    <a:pt x="3672" y="10418"/>
                  </a:lnTo>
                  <a:lnTo>
                    <a:pt x="1928" y="10418"/>
                  </a:lnTo>
                  <a:lnTo>
                    <a:pt x="1515" y="10464"/>
                  </a:lnTo>
                  <a:lnTo>
                    <a:pt x="1193" y="10556"/>
                  </a:lnTo>
                  <a:lnTo>
                    <a:pt x="826" y="10740"/>
                  </a:lnTo>
                  <a:lnTo>
                    <a:pt x="551" y="10969"/>
                  </a:lnTo>
                  <a:lnTo>
                    <a:pt x="321" y="11290"/>
                  </a:lnTo>
                  <a:lnTo>
                    <a:pt x="138" y="11612"/>
                  </a:lnTo>
                  <a:lnTo>
                    <a:pt x="46" y="11979"/>
                  </a:lnTo>
                  <a:lnTo>
                    <a:pt x="0" y="12346"/>
                  </a:lnTo>
                  <a:lnTo>
                    <a:pt x="0" y="17486"/>
                  </a:lnTo>
                  <a:lnTo>
                    <a:pt x="46" y="17808"/>
                  </a:lnTo>
                  <a:lnTo>
                    <a:pt x="138" y="18129"/>
                  </a:lnTo>
                  <a:lnTo>
                    <a:pt x="275" y="18358"/>
                  </a:lnTo>
                  <a:lnTo>
                    <a:pt x="459" y="18634"/>
                  </a:lnTo>
                  <a:lnTo>
                    <a:pt x="688" y="18817"/>
                  </a:lnTo>
                  <a:lnTo>
                    <a:pt x="918" y="18955"/>
                  </a:lnTo>
                  <a:lnTo>
                    <a:pt x="1193" y="19047"/>
                  </a:lnTo>
                  <a:lnTo>
                    <a:pt x="1515" y="19093"/>
                  </a:lnTo>
                  <a:lnTo>
                    <a:pt x="1836" y="19047"/>
                  </a:lnTo>
                  <a:lnTo>
                    <a:pt x="2111" y="18955"/>
                  </a:lnTo>
                  <a:lnTo>
                    <a:pt x="2387" y="18817"/>
                  </a:lnTo>
                  <a:lnTo>
                    <a:pt x="2616" y="18634"/>
                  </a:lnTo>
                  <a:lnTo>
                    <a:pt x="2846" y="18404"/>
                  </a:lnTo>
                  <a:lnTo>
                    <a:pt x="2983" y="18129"/>
                  </a:lnTo>
                  <a:lnTo>
                    <a:pt x="3075" y="17854"/>
                  </a:lnTo>
                  <a:lnTo>
                    <a:pt x="3075" y="17532"/>
                  </a:lnTo>
                  <a:lnTo>
                    <a:pt x="3075" y="14733"/>
                  </a:lnTo>
                  <a:lnTo>
                    <a:pt x="3993" y="14733"/>
                  </a:lnTo>
                  <a:lnTo>
                    <a:pt x="3993" y="17486"/>
                  </a:lnTo>
                  <a:lnTo>
                    <a:pt x="4039" y="17808"/>
                  </a:lnTo>
                  <a:lnTo>
                    <a:pt x="4085" y="18083"/>
                  </a:lnTo>
                  <a:lnTo>
                    <a:pt x="4222" y="18358"/>
                  </a:lnTo>
                  <a:lnTo>
                    <a:pt x="4406" y="18588"/>
                  </a:lnTo>
                  <a:lnTo>
                    <a:pt x="4636" y="18771"/>
                  </a:lnTo>
                  <a:lnTo>
                    <a:pt x="4911" y="18955"/>
                  </a:lnTo>
                  <a:lnTo>
                    <a:pt x="5186" y="19047"/>
                  </a:lnTo>
                  <a:lnTo>
                    <a:pt x="5508" y="19093"/>
                  </a:lnTo>
                  <a:lnTo>
                    <a:pt x="5783" y="19047"/>
                  </a:lnTo>
                  <a:lnTo>
                    <a:pt x="6104" y="18955"/>
                  </a:lnTo>
                  <a:lnTo>
                    <a:pt x="6334" y="18817"/>
                  </a:lnTo>
                  <a:lnTo>
                    <a:pt x="6609" y="18634"/>
                  </a:lnTo>
                  <a:lnTo>
                    <a:pt x="6793" y="18404"/>
                  </a:lnTo>
                  <a:lnTo>
                    <a:pt x="6930" y="18129"/>
                  </a:lnTo>
                  <a:lnTo>
                    <a:pt x="7022" y="17854"/>
                  </a:lnTo>
                  <a:lnTo>
                    <a:pt x="7068" y="17532"/>
                  </a:lnTo>
                  <a:lnTo>
                    <a:pt x="7068" y="14733"/>
                  </a:lnTo>
                  <a:lnTo>
                    <a:pt x="7940" y="14733"/>
                  </a:lnTo>
                  <a:lnTo>
                    <a:pt x="7940" y="17532"/>
                  </a:lnTo>
                  <a:lnTo>
                    <a:pt x="7986" y="17854"/>
                  </a:lnTo>
                  <a:lnTo>
                    <a:pt x="8078" y="18129"/>
                  </a:lnTo>
                  <a:lnTo>
                    <a:pt x="8215" y="18404"/>
                  </a:lnTo>
                  <a:lnTo>
                    <a:pt x="8399" y="18634"/>
                  </a:lnTo>
                  <a:lnTo>
                    <a:pt x="8628" y="18817"/>
                  </a:lnTo>
                  <a:lnTo>
                    <a:pt x="8858" y="18955"/>
                  </a:lnTo>
                  <a:lnTo>
                    <a:pt x="9179" y="19047"/>
                  </a:lnTo>
                  <a:lnTo>
                    <a:pt x="9501" y="19093"/>
                  </a:lnTo>
                  <a:lnTo>
                    <a:pt x="9776" y="19047"/>
                  </a:lnTo>
                  <a:lnTo>
                    <a:pt x="10097" y="18955"/>
                  </a:lnTo>
                  <a:lnTo>
                    <a:pt x="10327" y="18817"/>
                  </a:lnTo>
                  <a:lnTo>
                    <a:pt x="10556" y="18634"/>
                  </a:lnTo>
                  <a:lnTo>
                    <a:pt x="10786" y="18404"/>
                  </a:lnTo>
                  <a:lnTo>
                    <a:pt x="10923" y="18129"/>
                  </a:lnTo>
                  <a:lnTo>
                    <a:pt x="11015" y="17854"/>
                  </a:lnTo>
                  <a:lnTo>
                    <a:pt x="11015" y="17532"/>
                  </a:lnTo>
                  <a:lnTo>
                    <a:pt x="11015" y="12346"/>
                  </a:lnTo>
                  <a:lnTo>
                    <a:pt x="10969" y="11979"/>
                  </a:lnTo>
                  <a:lnTo>
                    <a:pt x="10877" y="11612"/>
                  </a:lnTo>
                  <a:lnTo>
                    <a:pt x="10694" y="11290"/>
                  </a:lnTo>
                  <a:lnTo>
                    <a:pt x="10464" y="10969"/>
                  </a:lnTo>
                  <a:lnTo>
                    <a:pt x="10189" y="10740"/>
                  </a:lnTo>
                  <a:lnTo>
                    <a:pt x="9868" y="10556"/>
                  </a:lnTo>
                  <a:lnTo>
                    <a:pt x="9501" y="10464"/>
                  </a:lnTo>
                  <a:lnTo>
                    <a:pt x="9087" y="10418"/>
                  </a:lnTo>
                  <a:lnTo>
                    <a:pt x="7389" y="10418"/>
                  </a:lnTo>
                  <a:lnTo>
                    <a:pt x="7389" y="5599"/>
                  </a:lnTo>
                  <a:lnTo>
                    <a:pt x="8170" y="5599"/>
                  </a:lnTo>
                  <a:lnTo>
                    <a:pt x="8399" y="5508"/>
                  </a:lnTo>
                  <a:lnTo>
                    <a:pt x="8628" y="5416"/>
                  </a:lnTo>
                  <a:lnTo>
                    <a:pt x="8812" y="5232"/>
                  </a:lnTo>
                  <a:lnTo>
                    <a:pt x="8996" y="5049"/>
                  </a:lnTo>
                  <a:lnTo>
                    <a:pt x="9087" y="4819"/>
                  </a:lnTo>
                  <a:lnTo>
                    <a:pt x="9179" y="4590"/>
                  </a:lnTo>
                  <a:lnTo>
                    <a:pt x="9179" y="4314"/>
                  </a:lnTo>
                  <a:lnTo>
                    <a:pt x="9179" y="1285"/>
                  </a:lnTo>
                  <a:lnTo>
                    <a:pt x="9179" y="1056"/>
                  </a:lnTo>
                  <a:lnTo>
                    <a:pt x="9087" y="780"/>
                  </a:lnTo>
                  <a:lnTo>
                    <a:pt x="8996" y="551"/>
                  </a:lnTo>
                  <a:lnTo>
                    <a:pt x="8812" y="367"/>
                  </a:lnTo>
                  <a:lnTo>
                    <a:pt x="8628" y="229"/>
                  </a:lnTo>
                  <a:lnTo>
                    <a:pt x="8399" y="92"/>
                  </a:lnTo>
                  <a:lnTo>
                    <a:pt x="81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1"/>
            <p:cNvSpPr/>
            <p:nvPr/>
          </p:nvSpPr>
          <p:spPr>
            <a:xfrm>
              <a:off x="6904890" y="2154271"/>
              <a:ext cx="85537" cy="62307"/>
            </a:xfrm>
            <a:custGeom>
              <a:rect b="b" l="l" r="r" t="t"/>
              <a:pathLst>
                <a:path extrusionOk="0" h="2709" w="3719">
                  <a:moveTo>
                    <a:pt x="2571" y="1102"/>
                  </a:moveTo>
                  <a:lnTo>
                    <a:pt x="2571" y="1561"/>
                  </a:lnTo>
                  <a:lnTo>
                    <a:pt x="1102" y="1561"/>
                  </a:lnTo>
                  <a:lnTo>
                    <a:pt x="1102" y="1102"/>
                  </a:lnTo>
                  <a:close/>
                  <a:moveTo>
                    <a:pt x="322" y="1"/>
                  </a:moveTo>
                  <a:lnTo>
                    <a:pt x="138" y="138"/>
                  </a:lnTo>
                  <a:lnTo>
                    <a:pt x="47" y="322"/>
                  </a:lnTo>
                  <a:lnTo>
                    <a:pt x="1" y="551"/>
                  </a:lnTo>
                  <a:lnTo>
                    <a:pt x="1" y="2158"/>
                  </a:lnTo>
                  <a:lnTo>
                    <a:pt x="1" y="2341"/>
                  </a:lnTo>
                  <a:lnTo>
                    <a:pt x="138" y="2525"/>
                  </a:lnTo>
                  <a:lnTo>
                    <a:pt x="322" y="2663"/>
                  </a:lnTo>
                  <a:lnTo>
                    <a:pt x="551" y="2709"/>
                  </a:lnTo>
                  <a:lnTo>
                    <a:pt x="3168" y="2709"/>
                  </a:lnTo>
                  <a:lnTo>
                    <a:pt x="3351" y="2663"/>
                  </a:lnTo>
                  <a:lnTo>
                    <a:pt x="3535" y="2525"/>
                  </a:lnTo>
                  <a:lnTo>
                    <a:pt x="3672" y="2341"/>
                  </a:lnTo>
                  <a:lnTo>
                    <a:pt x="3718" y="2158"/>
                  </a:lnTo>
                  <a:lnTo>
                    <a:pt x="3718" y="551"/>
                  </a:lnTo>
                  <a:lnTo>
                    <a:pt x="3672" y="322"/>
                  </a:lnTo>
                  <a:lnTo>
                    <a:pt x="3535" y="138"/>
                  </a:lnTo>
                  <a:lnTo>
                    <a:pt x="33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61"/>
          <p:cNvGrpSpPr/>
          <p:nvPr/>
        </p:nvGrpSpPr>
        <p:grpSpPr>
          <a:xfrm>
            <a:off x="7424253" y="1907457"/>
            <a:ext cx="428605" cy="439139"/>
            <a:chOff x="7424253" y="2120507"/>
            <a:chExt cx="428605" cy="439139"/>
          </a:xfrm>
        </p:grpSpPr>
        <p:sp>
          <p:nvSpPr>
            <p:cNvPr id="915" name="Google Shape;915;p61"/>
            <p:cNvSpPr/>
            <p:nvPr/>
          </p:nvSpPr>
          <p:spPr>
            <a:xfrm>
              <a:off x="7510825" y="2331624"/>
              <a:ext cx="100303" cy="131974"/>
            </a:xfrm>
            <a:custGeom>
              <a:rect b="b" l="l" r="r" t="t"/>
              <a:pathLst>
                <a:path extrusionOk="0" h="5738" w="4361">
                  <a:moveTo>
                    <a:pt x="2203" y="1515"/>
                  </a:moveTo>
                  <a:lnTo>
                    <a:pt x="2570" y="2157"/>
                  </a:lnTo>
                  <a:lnTo>
                    <a:pt x="2892" y="2754"/>
                  </a:lnTo>
                  <a:lnTo>
                    <a:pt x="3121" y="3213"/>
                  </a:lnTo>
                  <a:lnTo>
                    <a:pt x="3213" y="3397"/>
                  </a:lnTo>
                  <a:lnTo>
                    <a:pt x="3213" y="3580"/>
                  </a:lnTo>
                  <a:lnTo>
                    <a:pt x="3213" y="3764"/>
                  </a:lnTo>
                  <a:lnTo>
                    <a:pt x="3121" y="3993"/>
                  </a:lnTo>
                  <a:lnTo>
                    <a:pt x="3029" y="4131"/>
                  </a:lnTo>
                  <a:lnTo>
                    <a:pt x="2938" y="4314"/>
                  </a:lnTo>
                  <a:lnTo>
                    <a:pt x="2754" y="4452"/>
                  </a:lnTo>
                  <a:lnTo>
                    <a:pt x="2570" y="4544"/>
                  </a:lnTo>
                  <a:lnTo>
                    <a:pt x="2387" y="4590"/>
                  </a:lnTo>
                  <a:lnTo>
                    <a:pt x="1974" y="4590"/>
                  </a:lnTo>
                  <a:lnTo>
                    <a:pt x="1790" y="4544"/>
                  </a:lnTo>
                  <a:lnTo>
                    <a:pt x="1607" y="4452"/>
                  </a:lnTo>
                  <a:lnTo>
                    <a:pt x="1469" y="4314"/>
                  </a:lnTo>
                  <a:lnTo>
                    <a:pt x="1331" y="4131"/>
                  </a:lnTo>
                  <a:lnTo>
                    <a:pt x="1239" y="3993"/>
                  </a:lnTo>
                  <a:lnTo>
                    <a:pt x="1148" y="3764"/>
                  </a:lnTo>
                  <a:lnTo>
                    <a:pt x="1148" y="3580"/>
                  </a:lnTo>
                  <a:lnTo>
                    <a:pt x="1148" y="3397"/>
                  </a:lnTo>
                  <a:lnTo>
                    <a:pt x="1239" y="3213"/>
                  </a:lnTo>
                  <a:lnTo>
                    <a:pt x="1469" y="2708"/>
                  </a:lnTo>
                  <a:lnTo>
                    <a:pt x="1790" y="2157"/>
                  </a:lnTo>
                  <a:lnTo>
                    <a:pt x="2203" y="1515"/>
                  </a:lnTo>
                  <a:close/>
                  <a:moveTo>
                    <a:pt x="2065" y="0"/>
                  </a:moveTo>
                  <a:lnTo>
                    <a:pt x="1928" y="46"/>
                  </a:lnTo>
                  <a:lnTo>
                    <a:pt x="1836" y="138"/>
                  </a:lnTo>
                  <a:lnTo>
                    <a:pt x="1744" y="230"/>
                  </a:lnTo>
                  <a:lnTo>
                    <a:pt x="1239" y="918"/>
                  </a:lnTo>
                  <a:lnTo>
                    <a:pt x="689" y="1836"/>
                  </a:lnTo>
                  <a:lnTo>
                    <a:pt x="413" y="2295"/>
                  </a:lnTo>
                  <a:lnTo>
                    <a:pt x="184" y="2754"/>
                  </a:lnTo>
                  <a:lnTo>
                    <a:pt x="46" y="3167"/>
                  </a:lnTo>
                  <a:lnTo>
                    <a:pt x="0" y="3580"/>
                  </a:lnTo>
                  <a:lnTo>
                    <a:pt x="46" y="3993"/>
                  </a:lnTo>
                  <a:lnTo>
                    <a:pt x="184" y="4406"/>
                  </a:lnTo>
                  <a:lnTo>
                    <a:pt x="367" y="4773"/>
                  </a:lnTo>
                  <a:lnTo>
                    <a:pt x="643" y="5095"/>
                  </a:lnTo>
                  <a:lnTo>
                    <a:pt x="964" y="5370"/>
                  </a:lnTo>
                  <a:lnTo>
                    <a:pt x="1331" y="5554"/>
                  </a:lnTo>
                  <a:lnTo>
                    <a:pt x="1744" y="5691"/>
                  </a:lnTo>
                  <a:lnTo>
                    <a:pt x="2203" y="5737"/>
                  </a:lnTo>
                  <a:lnTo>
                    <a:pt x="2616" y="5691"/>
                  </a:lnTo>
                  <a:lnTo>
                    <a:pt x="3029" y="5554"/>
                  </a:lnTo>
                  <a:lnTo>
                    <a:pt x="3396" y="5370"/>
                  </a:lnTo>
                  <a:lnTo>
                    <a:pt x="3718" y="5095"/>
                  </a:lnTo>
                  <a:lnTo>
                    <a:pt x="3993" y="4773"/>
                  </a:lnTo>
                  <a:lnTo>
                    <a:pt x="4177" y="4406"/>
                  </a:lnTo>
                  <a:lnTo>
                    <a:pt x="4314" y="3993"/>
                  </a:lnTo>
                  <a:lnTo>
                    <a:pt x="4360" y="3580"/>
                  </a:lnTo>
                  <a:lnTo>
                    <a:pt x="4314" y="3167"/>
                  </a:lnTo>
                  <a:lnTo>
                    <a:pt x="4177" y="2754"/>
                  </a:lnTo>
                  <a:lnTo>
                    <a:pt x="3947" y="2295"/>
                  </a:lnTo>
                  <a:lnTo>
                    <a:pt x="3718" y="1836"/>
                  </a:lnTo>
                  <a:lnTo>
                    <a:pt x="3121" y="918"/>
                  </a:lnTo>
                  <a:lnTo>
                    <a:pt x="2616" y="230"/>
                  </a:lnTo>
                  <a:lnTo>
                    <a:pt x="2524" y="138"/>
                  </a:lnTo>
                  <a:lnTo>
                    <a:pt x="2433" y="46"/>
                  </a:lnTo>
                  <a:lnTo>
                    <a:pt x="2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1"/>
            <p:cNvSpPr/>
            <p:nvPr/>
          </p:nvSpPr>
          <p:spPr>
            <a:xfrm>
              <a:off x="7424253" y="2120507"/>
              <a:ext cx="428605" cy="439139"/>
            </a:xfrm>
            <a:custGeom>
              <a:rect b="b" l="l" r="r" t="t"/>
              <a:pathLst>
                <a:path extrusionOk="0" h="19093" w="18635">
                  <a:moveTo>
                    <a:pt x="10052" y="1102"/>
                  </a:moveTo>
                  <a:lnTo>
                    <a:pt x="10190" y="1147"/>
                  </a:lnTo>
                  <a:lnTo>
                    <a:pt x="10327" y="1193"/>
                  </a:lnTo>
                  <a:lnTo>
                    <a:pt x="10557" y="1331"/>
                  </a:lnTo>
                  <a:lnTo>
                    <a:pt x="10694" y="1560"/>
                  </a:lnTo>
                  <a:lnTo>
                    <a:pt x="10740" y="1698"/>
                  </a:lnTo>
                  <a:lnTo>
                    <a:pt x="10740" y="1836"/>
                  </a:lnTo>
                  <a:lnTo>
                    <a:pt x="10740" y="6380"/>
                  </a:lnTo>
                  <a:lnTo>
                    <a:pt x="10740" y="6563"/>
                  </a:lnTo>
                  <a:lnTo>
                    <a:pt x="10694" y="6701"/>
                  </a:lnTo>
                  <a:lnTo>
                    <a:pt x="10557" y="6930"/>
                  </a:lnTo>
                  <a:lnTo>
                    <a:pt x="10327" y="7068"/>
                  </a:lnTo>
                  <a:lnTo>
                    <a:pt x="10190" y="7114"/>
                  </a:lnTo>
                  <a:lnTo>
                    <a:pt x="1699" y="7114"/>
                  </a:lnTo>
                  <a:lnTo>
                    <a:pt x="1561" y="7068"/>
                  </a:lnTo>
                  <a:lnTo>
                    <a:pt x="1332" y="6930"/>
                  </a:lnTo>
                  <a:lnTo>
                    <a:pt x="1148" y="6701"/>
                  </a:lnTo>
                  <a:lnTo>
                    <a:pt x="1148" y="6563"/>
                  </a:lnTo>
                  <a:lnTo>
                    <a:pt x="1102" y="6380"/>
                  </a:lnTo>
                  <a:lnTo>
                    <a:pt x="1102" y="1836"/>
                  </a:lnTo>
                  <a:lnTo>
                    <a:pt x="1148" y="1698"/>
                  </a:lnTo>
                  <a:lnTo>
                    <a:pt x="1148" y="1560"/>
                  </a:lnTo>
                  <a:lnTo>
                    <a:pt x="1332" y="1331"/>
                  </a:lnTo>
                  <a:lnTo>
                    <a:pt x="1561" y="1193"/>
                  </a:lnTo>
                  <a:lnTo>
                    <a:pt x="1699" y="1147"/>
                  </a:lnTo>
                  <a:lnTo>
                    <a:pt x="1837" y="1102"/>
                  </a:lnTo>
                  <a:close/>
                  <a:moveTo>
                    <a:pt x="16110" y="5462"/>
                  </a:moveTo>
                  <a:lnTo>
                    <a:pt x="16110" y="8124"/>
                  </a:lnTo>
                  <a:lnTo>
                    <a:pt x="16064" y="8261"/>
                  </a:lnTo>
                  <a:lnTo>
                    <a:pt x="16018" y="8399"/>
                  </a:lnTo>
                  <a:lnTo>
                    <a:pt x="15881" y="8628"/>
                  </a:lnTo>
                  <a:lnTo>
                    <a:pt x="15651" y="8766"/>
                  </a:lnTo>
                  <a:lnTo>
                    <a:pt x="15514" y="8812"/>
                  </a:lnTo>
                  <a:lnTo>
                    <a:pt x="14596" y="8812"/>
                  </a:lnTo>
                  <a:lnTo>
                    <a:pt x="14596" y="6150"/>
                  </a:lnTo>
                  <a:lnTo>
                    <a:pt x="14596" y="6012"/>
                  </a:lnTo>
                  <a:lnTo>
                    <a:pt x="14642" y="5875"/>
                  </a:lnTo>
                  <a:lnTo>
                    <a:pt x="14825" y="5645"/>
                  </a:lnTo>
                  <a:lnTo>
                    <a:pt x="15009" y="5508"/>
                  </a:lnTo>
                  <a:lnTo>
                    <a:pt x="15146" y="5462"/>
                  </a:lnTo>
                  <a:close/>
                  <a:moveTo>
                    <a:pt x="11429" y="12254"/>
                  </a:moveTo>
                  <a:lnTo>
                    <a:pt x="11429" y="13907"/>
                  </a:lnTo>
                  <a:lnTo>
                    <a:pt x="10924" y="13907"/>
                  </a:lnTo>
                  <a:lnTo>
                    <a:pt x="10924" y="12254"/>
                  </a:lnTo>
                  <a:close/>
                  <a:moveTo>
                    <a:pt x="9822" y="8215"/>
                  </a:moveTo>
                  <a:lnTo>
                    <a:pt x="9822" y="15972"/>
                  </a:lnTo>
                  <a:lnTo>
                    <a:pt x="2066" y="15972"/>
                  </a:lnTo>
                  <a:lnTo>
                    <a:pt x="2066" y="8215"/>
                  </a:lnTo>
                  <a:close/>
                  <a:moveTo>
                    <a:pt x="10740" y="17073"/>
                  </a:moveTo>
                  <a:lnTo>
                    <a:pt x="10740" y="17945"/>
                  </a:lnTo>
                  <a:lnTo>
                    <a:pt x="1102" y="17945"/>
                  </a:lnTo>
                  <a:lnTo>
                    <a:pt x="1102" y="17073"/>
                  </a:lnTo>
                  <a:close/>
                  <a:moveTo>
                    <a:pt x="1837" y="0"/>
                  </a:moveTo>
                  <a:lnTo>
                    <a:pt x="1469" y="46"/>
                  </a:lnTo>
                  <a:lnTo>
                    <a:pt x="1102" y="138"/>
                  </a:lnTo>
                  <a:lnTo>
                    <a:pt x="827" y="321"/>
                  </a:lnTo>
                  <a:lnTo>
                    <a:pt x="551" y="551"/>
                  </a:lnTo>
                  <a:lnTo>
                    <a:pt x="322" y="826"/>
                  </a:lnTo>
                  <a:lnTo>
                    <a:pt x="138" y="1147"/>
                  </a:lnTo>
                  <a:lnTo>
                    <a:pt x="47" y="1469"/>
                  </a:lnTo>
                  <a:lnTo>
                    <a:pt x="1" y="1836"/>
                  </a:lnTo>
                  <a:lnTo>
                    <a:pt x="1" y="6425"/>
                  </a:lnTo>
                  <a:lnTo>
                    <a:pt x="1" y="6655"/>
                  </a:lnTo>
                  <a:lnTo>
                    <a:pt x="47" y="6884"/>
                  </a:lnTo>
                  <a:lnTo>
                    <a:pt x="138" y="7160"/>
                  </a:lnTo>
                  <a:lnTo>
                    <a:pt x="276" y="7343"/>
                  </a:lnTo>
                  <a:lnTo>
                    <a:pt x="414" y="7573"/>
                  </a:lnTo>
                  <a:lnTo>
                    <a:pt x="551" y="7711"/>
                  </a:lnTo>
                  <a:lnTo>
                    <a:pt x="735" y="7894"/>
                  </a:lnTo>
                  <a:lnTo>
                    <a:pt x="964" y="8032"/>
                  </a:lnTo>
                  <a:lnTo>
                    <a:pt x="964" y="15972"/>
                  </a:lnTo>
                  <a:lnTo>
                    <a:pt x="322" y="15972"/>
                  </a:lnTo>
                  <a:lnTo>
                    <a:pt x="138" y="16110"/>
                  </a:lnTo>
                  <a:lnTo>
                    <a:pt x="47" y="16293"/>
                  </a:lnTo>
                  <a:lnTo>
                    <a:pt x="1" y="16523"/>
                  </a:lnTo>
                  <a:lnTo>
                    <a:pt x="1" y="18496"/>
                  </a:lnTo>
                  <a:lnTo>
                    <a:pt x="47" y="18726"/>
                  </a:lnTo>
                  <a:lnTo>
                    <a:pt x="138" y="18909"/>
                  </a:lnTo>
                  <a:lnTo>
                    <a:pt x="322" y="19047"/>
                  </a:lnTo>
                  <a:lnTo>
                    <a:pt x="551" y="19093"/>
                  </a:lnTo>
                  <a:lnTo>
                    <a:pt x="11337" y="19093"/>
                  </a:lnTo>
                  <a:lnTo>
                    <a:pt x="11521" y="19047"/>
                  </a:lnTo>
                  <a:lnTo>
                    <a:pt x="11704" y="18909"/>
                  </a:lnTo>
                  <a:lnTo>
                    <a:pt x="11842" y="18726"/>
                  </a:lnTo>
                  <a:lnTo>
                    <a:pt x="11888" y="18496"/>
                  </a:lnTo>
                  <a:lnTo>
                    <a:pt x="11888" y="16523"/>
                  </a:lnTo>
                  <a:lnTo>
                    <a:pt x="11842" y="16293"/>
                  </a:lnTo>
                  <a:lnTo>
                    <a:pt x="11704" y="16110"/>
                  </a:lnTo>
                  <a:lnTo>
                    <a:pt x="11521" y="15972"/>
                  </a:lnTo>
                  <a:lnTo>
                    <a:pt x="10924" y="15972"/>
                  </a:lnTo>
                  <a:lnTo>
                    <a:pt x="10924" y="15008"/>
                  </a:lnTo>
                  <a:lnTo>
                    <a:pt x="11980" y="15008"/>
                  </a:lnTo>
                  <a:lnTo>
                    <a:pt x="12209" y="14962"/>
                  </a:lnTo>
                  <a:lnTo>
                    <a:pt x="12393" y="14870"/>
                  </a:lnTo>
                  <a:lnTo>
                    <a:pt x="12484" y="14687"/>
                  </a:lnTo>
                  <a:lnTo>
                    <a:pt x="12530" y="14457"/>
                  </a:lnTo>
                  <a:lnTo>
                    <a:pt x="12530" y="13677"/>
                  </a:lnTo>
                  <a:lnTo>
                    <a:pt x="12943" y="13677"/>
                  </a:lnTo>
                  <a:lnTo>
                    <a:pt x="13311" y="13631"/>
                  </a:lnTo>
                  <a:lnTo>
                    <a:pt x="13586" y="13539"/>
                  </a:lnTo>
                  <a:lnTo>
                    <a:pt x="13861" y="13402"/>
                  </a:lnTo>
                  <a:lnTo>
                    <a:pt x="14137" y="13218"/>
                  </a:lnTo>
                  <a:lnTo>
                    <a:pt x="14320" y="12943"/>
                  </a:lnTo>
                  <a:lnTo>
                    <a:pt x="14458" y="12667"/>
                  </a:lnTo>
                  <a:lnTo>
                    <a:pt x="14550" y="12392"/>
                  </a:lnTo>
                  <a:lnTo>
                    <a:pt x="14596" y="12025"/>
                  </a:lnTo>
                  <a:lnTo>
                    <a:pt x="14596" y="9914"/>
                  </a:lnTo>
                  <a:lnTo>
                    <a:pt x="15376" y="9914"/>
                  </a:lnTo>
                  <a:lnTo>
                    <a:pt x="15743" y="9868"/>
                  </a:lnTo>
                  <a:lnTo>
                    <a:pt x="16064" y="9776"/>
                  </a:lnTo>
                  <a:lnTo>
                    <a:pt x="16386" y="9592"/>
                  </a:lnTo>
                  <a:lnTo>
                    <a:pt x="16661" y="9363"/>
                  </a:lnTo>
                  <a:lnTo>
                    <a:pt x="16890" y="9133"/>
                  </a:lnTo>
                  <a:lnTo>
                    <a:pt x="17074" y="8812"/>
                  </a:lnTo>
                  <a:lnTo>
                    <a:pt x="17166" y="8445"/>
                  </a:lnTo>
                  <a:lnTo>
                    <a:pt x="17212" y="8078"/>
                  </a:lnTo>
                  <a:lnTo>
                    <a:pt x="17212" y="3763"/>
                  </a:lnTo>
                  <a:lnTo>
                    <a:pt x="17212" y="3580"/>
                  </a:lnTo>
                  <a:lnTo>
                    <a:pt x="17304" y="3396"/>
                  </a:lnTo>
                  <a:lnTo>
                    <a:pt x="17395" y="3213"/>
                  </a:lnTo>
                  <a:lnTo>
                    <a:pt x="17533" y="3029"/>
                  </a:lnTo>
                  <a:lnTo>
                    <a:pt x="18543" y="2019"/>
                  </a:lnTo>
                  <a:lnTo>
                    <a:pt x="18635" y="1882"/>
                  </a:lnTo>
                  <a:lnTo>
                    <a:pt x="18635" y="1652"/>
                  </a:lnTo>
                  <a:lnTo>
                    <a:pt x="18589" y="1469"/>
                  </a:lnTo>
                  <a:lnTo>
                    <a:pt x="18497" y="1331"/>
                  </a:lnTo>
                  <a:lnTo>
                    <a:pt x="18359" y="1239"/>
                  </a:lnTo>
                  <a:lnTo>
                    <a:pt x="18221" y="1147"/>
                  </a:lnTo>
                  <a:lnTo>
                    <a:pt x="17946" y="1147"/>
                  </a:lnTo>
                  <a:lnTo>
                    <a:pt x="17808" y="1193"/>
                  </a:lnTo>
                  <a:lnTo>
                    <a:pt x="17671" y="1285"/>
                  </a:lnTo>
                  <a:lnTo>
                    <a:pt x="16707" y="2249"/>
                  </a:lnTo>
                  <a:lnTo>
                    <a:pt x="16477" y="2570"/>
                  </a:lnTo>
                  <a:lnTo>
                    <a:pt x="16294" y="2891"/>
                  </a:lnTo>
                  <a:lnTo>
                    <a:pt x="16156" y="3213"/>
                  </a:lnTo>
                  <a:lnTo>
                    <a:pt x="16110" y="3488"/>
                  </a:lnTo>
                  <a:lnTo>
                    <a:pt x="16064" y="3993"/>
                  </a:lnTo>
                  <a:lnTo>
                    <a:pt x="16064" y="4314"/>
                  </a:lnTo>
                  <a:lnTo>
                    <a:pt x="14825" y="4314"/>
                  </a:lnTo>
                  <a:lnTo>
                    <a:pt x="14550" y="4360"/>
                  </a:lnTo>
                  <a:lnTo>
                    <a:pt x="14320" y="4452"/>
                  </a:lnTo>
                  <a:lnTo>
                    <a:pt x="14091" y="4544"/>
                  </a:lnTo>
                  <a:lnTo>
                    <a:pt x="13861" y="4727"/>
                  </a:lnTo>
                  <a:lnTo>
                    <a:pt x="13724" y="4911"/>
                  </a:lnTo>
                  <a:lnTo>
                    <a:pt x="13586" y="5140"/>
                  </a:lnTo>
                  <a:lnTo>
                    <a:pt x="13494" y="5416"/>
                  </a:lnTo>
                  <a:lnTo>
                    <a:pt x="13494" y="5691"/>
                  </a:lnTo>
                  <a:lnTo>
                    <a:pt x="13494" y="12071"/>
                  </a:lnTo>
                  <a:lnTo>
                    <a:pt x="13448" y="12254"/>
                  </a:lnTo>
                  <a:lnTo>
                    <a:pt x="13311" y="12392"/>
                  </a:lnTo>
                  <a:lnTo>
                    <a:pt x="13173" y="12530"/>
                  </a:lnTo>
                  <a:lnTo>
                    <a:pt x="12989" y="12576"/>
                  </a:lnTo>
                  <a:lnTo>
                    <a:pt x="12530" y="12576"/>
                  </a:lnTo>
                  <a:lnTo>
                    <a:pt x="12530" y="11658"/>
                  </a:lnTo>
                  <a:lnTo>
                    <a:pt x="12484" y="11428"/>
                  </a:lnTo>
                  <a:lnTo>
                    <a:pt x="12393" y="11290"/>
                  </a:lnTo>
                  <a:lnTo>
                    <a:pt x="12209" y="11153"/>
                  </a:lnTo>
                  <a:lnTo>
                    <a:pt x="11980" y="11107"/>
                  </a:lnTo>
                  <a:lnTo>
                    <a:pt x="10924" y="11107"/>
                  </a:lnTo>
                  <a:lnTo>
                    <a:pt x="10924" y="8032"/>
                  </a:lnTo>
                  <a:lnTo>
                    <a:pt x="11153" y="7894"/>
                  </a:lnTo>
                  <a:lnTo>
                    <a:pt x="11337" y="7711"/>
                  </a:lnTo>
                  <a:lnTo>
                    <a:pt x="11521" y="7527"/>
                  </a:lnTo>
                  <a:lnTo>
                    <a:pt x="11658" y="7343"/>
                  </a:lnTo>
                  <a:lnTo>
                    <a:pt x="11750" y="7114"/>
                  </a:lnTo>
                  <a:lnTo>
                    <a:pt x="11842" y="6884"/>
                  </a:lnTo>
                  <a:lnTo>
                    <a:pt x="11888" y="6655"/>
                  </a:lnTo>
                  <a:lnTo>
                    <a:pt x="11934" y="6380"/>
                  </a:lnTo>
                  <a:lnTo>
                    <a:pt x="11934" y="1836"/>
                  </a:lnTo>
                  <a:lnTo>
                    <a:pt x="11888" y="1469"/>
                  </a:lnTo>
                  <a:lnTo>
                    <a:pt x="11750" y="1147"/>
                  </a:lnTo>
                  <a:lnTo>
                    <a:pt x="11612" y="826"/>
                  </a:lnTo>
                  <a:lnTo>
                    <a:pt x="11383" y="551"/>
                  </a:lnTo>
                  <a:lnTo>
                    <a:pt x="11108" y="321"/>
                  </a:lnTo>
                  <a:lnTo>
                    <a:pt x="10786" y="138"/>
                  </a:lnTo>
                  <a:lnTo>
                    <a:pt x="10465" y="46"/>
                  </a:lnTo>
                  <a:lnTo>
                    <a:pt x="100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1"/>
            <p:cNvSpPr/>
            <p:nvPr/>
          </p:nvSpPr>
          <p:spPr>
            <a:xfrm>
              <a:off x="7463307" y="2159561"/>
              <a:ext cx="195316" cy="104512"/>
            </a:xfrm>
            <a:custGeom>
              <a:rect b="b" l="l" r="r" t="t"/>
              <a:pathLst>
                <a:path extrusionOk="0" h="4544" w="8492">
                  <a:moveTo>
                    <a:pt x="4682" y="1193"/>
                  </a:moveTo>
                  <a:lnTo>
                    <a:pt x="5141" y="1239"/>
                  </a:lnTo>
                  <a:lnTo>
                    <a:pt x="5600" y="1331"/>
                  </a:lnTo>
                  <a:lnTo>
                    <a:pt x="6059" y="1561"/>
                  </a:lnTo>
                  <a:lnTo>
                    <a:pt x="6426" y="1836"/>
                  </a:lnTo>
                  <a:lnTo>
                    <a:pt x="6748" y="2157"/>
                  </a:lnTo>
                  <a:lnTo>
                    <a:pt x="7023" y="2570"/>
                  </a:lnTo>
                  <a:lnTo>
                    <a:pt x="7207" y="2983"/>
                  </a:lnTo>
                  <a:lnTo>
                    <a:pt x="7298" y="3442"/>
                  </a:lnTo>
                  <a:lnTo>
                    <a:pt x="5141" y="3442"/>
                  </a:lnTo>
                  <a:lnTo>
                    <a:pt x="5600" y="2433"/>
                  </a:lnTo>
                  <a:lnTo>
                    <a:pt x="5646" y="2203"/>
                  </a:lnTo>
                  <a:lnTo>
                    <a:pt x="5600" y="1974"/>
                  </a:lnTo>
                  <a:lnTo>
                    <a:pt x="5508" y="1790"/>
                  </a:lnTo>
                  <a:lnTo>
                    <a:pt x="5325" y="1698"/>
                  </a:lnTo>
                  <a:lnTo>
                    <a:pt x="5095" y="1652"/>
                  </a:lnTo>
                  <a:lnTo>
                    <a:pt x="4866" y="1652"/>
                  </a:lnTo>
                  <a:lnTo>
                    <a:pt x="4728" y="1790"/>
                  </a:lnTo>
                  <a:lnTo>
                    <a:pt x="4590" y="1974"/>
                  </a:lnTo>
                  <a:lnTo>
                    <a:pt x="3902" y="3442"/>
                  </a:lnTo>
                  <a:lnTo>
                    <a:pt x="1194" y="3442"/>
                  </a:lnTo>
                  <a:lnTo>
                    <a:pt x="1286" y="2983"/>
                  </a:lnTo>
                  <a:lnTo>
                    <a:pt x="1515" y="2570"/>
                  </a:lnTo>
                  <a:lnTo>
                    <a:pt x="1745" y="2157"/>
                  </a:lnTo>
                  <a:lnTo>
                    <a:pt x="2066" y="1836"/>
                  </a:lnTo>
                  <a:lnTo>
                    <a:pt x="2479" y="1561"/>
                  </a:lnTo>
                  <a:lnTo>
                    <a:pt x="2892" y="1331"/>
                  </a:lnTo>
                  <a:lnTo>
                    <a:pt x="3351" y="1239"/>
                  </a:lnTo>
                  <a:lnTo>
                    <a:pt x="3810" y="1193"/>
                  </a:lnTo>
                  <a:close/>
                  <a:moveTo>
                    <a:pt x="3810" y="0"/>
                  </a:moveTo>
                  <a:lnTo>
                    <a:pt x="3443" y="46"/>
                  </a:lnTo>
                  <a:lnTo>
                    <a:pt x="3076" y="92"/>
                  </a:lnTo>
                  <a:lnTo>
                    <a:pt x="2709" y="184"/>
                  </a:lnTo>
                  <a:lnTo>
                    <a:pt x="2342" y="321"/>
                  </a:lnTo>
                  <a:lnTo>
                    <a:pt x="2020" y="459"/>
                  </a:lnTo>
                  <a:lnTo>
                    <a:pt x="1699" y="689"/>
                  </a:lnTo>
                  <a:lnTo>
                    <a:pt x="1378" y="872"/>
                  </a:lnTo>
                  <a:lnTo>
                    <a:pt x="1148" y="1148"/>
                  </a:lnTo>
                  <a:lnTo>
                    <a:pt x="873" y="1423"/>
                  </a:lnTo>
                  <a:lnTo>
                    <a:pt x="643" y="1698"/>
                  </a:lnTo>
                  <a:lnTo>
                    <a:pt x="460" y="2020"/>
                  </a:lnTo>
                  <a:lnTo>
                    <a:pt x="322" y="2341"/>
                  </a:lnTo>
                  <a:lnTo>
                    <a:pt x="184" y="2708"/>
                  </a:lnTo>
                  <a:lnTo>
                    <a:pt x="93" y="3075"/>
                  </a:lnTo>
                  <a:lnTo>
                    <a:pt x="47" y="3442"/>
                  </a:lnTo>
                  <a:lnTo>
                    <a:pt x="1" y="3855"/>
                  </a:lnTo>
                  <a:lnTo>
                    <a:pt x="1" y="3993"/>
                  </a:lnTo>
                  <a:lnTo>
                    <a:pt x="47" y="4223"/>
                  </a:lnTo>
                  <a:lnTo>
                    <a:pt x="184" y="4406"/>
                  </a:lnTo>
                  <a:lnTo>
                    <a:pt x="368" y="4498"/>
                  </a:lnTo>
                  <a:lnTo>
                    <a:pt x="552" y="4544"/>
                  </a:lnTo>
                  <a:lnTo>
                    <a:pt x="8124" y="4544"/>
                  </a:lnTo>
                  <a:lnTo>
                    <a:pt x="8170" y="4498"/>
                  </a:lnTo>
                  <a:lnTo>
                    <a:pt x="8308" y="4406"/>
                  </a:lnTo>
                  <a:lnTo>
                    <a:pt x="8400" y="4314"/>
                  </a:lnTo>
                  <a:lnTo>
                    <a:pt x="8492" y="4131"/>
                  </a:lnTo>
                  <a:lnTo>
                    <a:pt x="8492" y="3947"/>
                  </a:lnTo>
                  <a:lnTo>
                    <a:pt x="8492" y="3855"/>
                  </a:lnTo>
                  <a:lnTo>
                    <a:pt x="8446" y="3442"/>
                  </a:lnTo>
                  <a:lnTo>
                    <a:pt x="8400" y="3075"/>
                  </a:lnTo>
                  <a:lnTo>
                    <a:pt x="8308" y="2708"/>
                  </a:lnTo>
                  <a:lnTo>
                    <a:pt x="8170" y="2341"/>
                  </a:lnTo>
                  <a:lnTo>
                    <a:pt x="8033" y="2020"/>
                  </a:lnTo>
                  <a:lnTo>
                    <a:pt x="7849" y="1698"/>
                  </a:lnTo>
                  <a:lnTo>
                    <a:pt x="7620" y="1423"/>
                  </a:lnTo>
                  <a:lnTo>
                    <a:pt x="7344" y="1148"/>
                  </a:lnTo>
                  <a:lnTo>
                    <a:pt x="7115" y="872"/>
                  </a:lnTo>
                  <a:lnTo>
                    <a:pt x="6793" y="689"/>
                  </a:lnTo>
                  <a:lnTo>
                    <a:pt x="6472" y="459"/>
                  </a:lnTo>
                  <a:lnTo>
                    <a:pt x="6151" y="321"/>
                  </a:lnTo>
                  <a:lnTo>
                    <a:pt x="5784" y="184"/>
                  </a:lnTo>
                  <a:lnTo>
                    <a:pt x="5417" y="92"/>
                  </a:lnTo>
                  <a:lnTo>
                    <a:pt x="5049" y="46"/>
                  </a:lnTo>
                  <a:lnTo>
                    <a:pt x="46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61"/>
          <p:cNvGrpSpPr/>
          <p:nvPr/>
        </p:nvGrpSpPr>
        <p:grpSpPr>
          <a:xfrm>
            <a:off x="1341811" y="2602034"/>
            <a:ext cx="327267" cy="438104"/>
            <a:chOff x="1341811" y="2815084"/>
            <a:chExt cx="327267" cy="438104"/>
          </a:xfrm>
        </p:grpSpPr>
        <p:sp>
          <p:nvSpPr>
            <p:cNvPr id="919" name="Google Shape;919;p61"/>
            <p:cNvSpPr/>
            <p:nvPr/>
          </p:nvSpPr>
          <p:spPr>
            <a:xfrm>
              <a:off x="1341811" y="2815084"/>
              <a:ext cx="327267" cy="438104"/>
            </a:xfrm>
            <a:custGeom>
              <a:rect b="b" l="l" r="r" t="t"/>
              <a:pathLst>
                <a:path extrusionOk="0" h="19048" w="14229">
                  <a:moveTo>
                    <a:pt x="8124" y="1148"/>
                  </a:moveTo>
                  <a:lnTo>
                    <a:pt x="8262" y="1194"/>
                  </a:lnTo>
                  <a:lnTo>
                    <a:pt x="8400" y="1286"/>
                  </a:lnTo>
                  <a:lnTo>
                    <a:pt x="8491" y="1377"/>
                  </a:lnTo>
                  <a:lnTo>
                    <a:pt x="8583" y="1469"/>
                  </a:lnTo>
                  <a:lnTo>
                    <a:pt x="8675" y="1607"/>
                  </a:lnTo>
                  <a:lnTo>
                    <a:pt x="8721" y="1745"/>
                  </a:lnTo>
                  <a:lnTo>
                    <a:pt x="8721" y="1882"/>
                  </a:lnTo>
                  <a:lnTo>
                    <a:pt x="8721" y="2433"/>
                  </a:lnTo>
                  <a:lnTo>
                    <a:pt x="5554" y="2433"/>
                  </a:lnTo>
                  <a:lnTo>
                    <a:pt x="5554" y="1882"/>
                  </a:lnTo>
                  <a:lnTo>
                    <a:pt x="5554" y="1745"/>
                  </a:lnTo>
                  <a:lnTo>
                    <a:pt x="5600" y="1607"/>
                  </a:lnTo>
                  <a:lnTo>
                    <a:pt x="5692" y="1469"/>
                  </a:lnTo>
                  <a:lnTo>
                    <a:pt x="5783" y="1377"/>
                  </a:lnTo>
                  <a:lnTo>
                    <a:pt x="5875" y="1286"/>
                  </a:lnTo>
                  <a:lnTo>
                    <a:pt x="6013" y="1194"/>
                  </a:lnTo>
                  <a:lnTo>
                    <a:pt x="6151" y="1148"/>
                  </a:lnTo>
                  <a:close/>
                  <a:moveTo>
                    <a:pt x="12897" y="3581"/>
                  </a:moveTo>
                  <a:lnTo>
                    <a:pt x="12989" y="3626"/>
                  </a:lnTo>
                  <a:lnTo>
                    <a:pt x="13081" y="3718"/>
                  </a:lnTo>
                  <a:lnTo>
                    <a:pt x="13081" y="3856"/>
                  </a:lnTo>
                  <a:lnTo>
                    <a:pt x="13081" y="4820"/>
                  </a:lnTo>
                  <a:lnTo>
                    <a:pt x="1102" y="4820"/>
                  </a:lnTo>
                  <a:lnTo>
                    <a:pt x="1102" y="3856"/>
                  </a:lnTo>
                  <a:lnTo>
                    <a:pt x="1148" y="3718"/>
                  </a:lnTo>
                  <a:lnTo>
                    <a:pt x="1194" y="3626"/>
                  </a:lnTo>
                  <a:lnTo>
                    <a:pt x="1286" y="3581"/>
                  </a:lnTo>
                  <a:close/>
                  <a:moveTo>
                    <a:pt x="11750" y="5967"/>
                  </a:moveTo>
                  <a:lnTo>
                    <a:pt x="11429" y="17946"/>
                  </a:lnTo>
                  <a:lnTo>
                    <a:pt x="2800" y="17946"/>
                  </a:lnTo>
                  <a:lnTo>
                    <a:pt x="2479" y="5967"/>
                  </a:lnTo>
                  <a:close/>
                  <a:moveTo>
                    <a:pt x="6334" y="1"/>
                  </a:moveTo>
                  <a:lnTo>
                    <a:pt x="5967" y="47"/>
                  </a:lnTo>
                  <a:lnTo>
                    <a:pt x="5600" y="138"/>
                  </a:lnTo>
                  <a:lnTo>
                    <a:pt x="5279" y="322"/>
                  </a:lnTo>
                  <a:lnTo>
                    <a:pt x="5003" y="551"/>
                  </a:lnTo>
                  <a:lnTo>
                    <a:pt x="4774" y="827"/>
                  </a:lnTo>
                  <a:lnTo>
                    <a:pt x="4590" y="1148"/>
                  </a:lnTo>
                  <a:lnTo>
                    <a:pt x="4498" y="1515"/>
                  </a:lnTo>
                  <a:lnTo>
                    <a:pt x="4452" y="1882"/>
                  </a:lnTo>
                  <a:lnTo>
                    <a:pt x="4452" y="2433"/>
                  </a:lnTo>
                  <a:lnTo>
                    <a:pt x="1423" y="2433"/>
                  </a:lnTo>
                  <a:lnTo>
                    <a:pt x="1148" y="2479"/>
                  </a:lnTo>
                  <a:lnTo>
                    <a:pt x="873" y="2571"/>
                  </a:lnTo>
                  <a:lnTo>
                    <a:pt x="643" y="2708"/>
                  </a:lnTo>
                  <a:lnTo>
                    <a:pt x="414" y="2846"/>
                  </a:lnTo>
                  <a:lnTo>
                    <a:pt x="230" y="3076"/>
                  </a:lnTo>
                  <a:lnTo>
                    <a:pt x="138" y="3305"/>
                  </a:lnTo>
                  <a:lnTo>
                    <a:pt x="46" y="3581"/>
                  </a:lnTo>
                  <a:lnTo>
                    <a:pt x="1" y="3856"/>
                  </a:lnTo>
                  <a:lnTo>
                    <a:pt x="1" y="5279"/>
                  </a:lnTo>
                  <a:lnTo>
                    <a:pt x="1" y="5416"/>
                  </a:lnTo>
                  <a:lnTo>
                    <a:pt x="46" y="5554"/>
                  </a:lnTo>
                  <a:lnTo>
                    <a:pt x="184" y="5738"/>
                  </a:lnTo>
                  <a:lnTo>
                    <a:pt x="414" y="5875"/>
                  </a:lnTo>
                  <a:lnTo>
                    <a:pt x="551" y="5921"/>
                  </a:lnTo>
                  <a:lnTo>
                    <a:pt x="689" y="5967"/>
                  </a:lnTo>
                  <a:lnTo>
                    <a:pt x="1331" y="5967"/>
                  </a:lnTo>
                  <a:lnTo>
                    <a:pt x="1653" y="18497"/>
                  </a:lnTo>
                  <a:lnTo>
                    <a:pt x="1699" y="18726"/>
                  </a:lnTo>
                  <a:lnTo>
                    <a:pt x="1836" y="18910"/>
                  </a:lnTo>
                  <a:lnTo>
                    <a:pt x="2020" y="19002"/>
                  </a:lnTo>
                  <a:lnTo>
                    <a:pt x="2249" y="19047"/>
                  </a:lnTo>
                  <a:lnTo>
                    <a:pt x="12025" y="19047"/>
                  </a:lnTo>
                  <a:lnTo>
                    <a:pt x="12209" y="19002"/>
                  </a:lnTo>
                  <a:lnTo>
                    <a:pt x="12392" y="18910"/>
                  </a:lnTo>
                  <a:lnTo>
                    <a:pt x="12530" y="18726"/>
                  </a:lnTo>
                  <a:lnTo>
                    <a:pt x="12576" y="18497"/>
                  </a:lnTo>
                  <a:lnTo>
                    <a:pt x="12897" y="5967"/>
                  </a:lnTo>
                  <a:lnTo>
                    <a:pt x="13586" y="5967"/>
                  </a:lnTo>
                  <a:lnTo>
                    <a:pt x="13678" y="5921"/>
                  </a:lnTo>
                  <a:lnTo>
                    <a:pt x="13815" y="5875"/>
                  </a:lnTo>
                  <a:lnTo>
                    <a:pt x="14045" y="5738"/>
                  </a:lnTo>
                  <a:lnTo>
                    <a:pt x="14182" y="5554"/>
                  </a:lnTo>
                  <a:lnTo>
                    <a:pt x="14228" y="5416"/>
                  </a:lnTo>
                  <a:lnTo>
                    <a:pt x="14228" y="5279"/>
                  </a:lnTo>
                  <a:lnTo>
                    <a:pt x="14228" y="3856"/>
                  </a:lnTo>
                  <a:lnTo>
                    <a:pt x="14228" y="3581"/>
                  </a:lnTo>
                  <a:lnTo>
                    <a:pt x="14137" y="3305"/>
                  </a:lnTo>
                  <a:lnTo>
                    <a:pt x="13999" y="3076"/>
                  </a:lnTo>
                  <a:lnTo>
                    <a:pt x="13815" y="2846"/>
                  </a:lnTo>
                  <a:lnTo>
                    <a:pt x="13632" y="2708"/>
                  </a:lnTo>
                  <a:lnTo>
                    <a:pt x="13356" y="2571"/>
                  </a:lnTo>
                  <a:lnTo>
                    <a:pt x="13127" y="2479"/>
                  </a:lnTo>
                  <a:lnTo>
                    <a:pt x="12806" y="2433"/>
                  </a:lnTo>
                  <a:lnTo>
                    <a:pt x="9868" y="2433"/>
                  </a:lnTo>
                  <a:lnTo>
                    <a:pt x="9868" y="1882"/>
                  </a:lnTo>
                  <a:lnTo>
                    <a:pt x="9822" y="1515"/>
                  </a:lnTo>
                  <a:lnTo>
                    <a:pt x="9731" y="1148"/>
                  </a:lnTo>
                  <a:lnTo>
                    <a:pt x="9547" y="827"/>
                  </a:lnTo>
                  <a:lnTo>
                    <a:pt x="9317" y="551"/>
                  </a:lnTo>
                  <a:lnTo>
                    <a:pt x="9042" y="322"/>
                  </a:lnTo>
                  <a:lnTo>
                    <a:pt x="8721" y="138"/>
                  </a:lnTo>
                  <a:lnTo>
                    <a:pt x="8354" y="47"/>
                  </a:lnTo>
                  <a:lnTo>
                    <a:pt x="79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1"/>
            <p:cNvSpPr/>
            <p:nvPr/>
          </p:nvSpPr>
          <p:spPr>
            <a:xfrm>
              <a:off x="1466379" y="3009319"/>
              <a:ext cx="74957" cy="68632"/>
            </a:xfrm>
            <a:custGeom>
              <a:rect b="b" l="l" r="r" t="t"/>
              <a:pathLst>
                <a:path extrusionOk="0" h="2984" w="3259">
                  <a:moveTo>
                    <a:pt x="1423" y="0"/>
                  </a:moveTo>
                  <a:lnTo>
                    <a:pt x="1285" y="92"/>
                  </a:lnTo>
                  <a:lnTo>
                    <a:pt x="1148" y="276"/>
                  </a:lnTo>
                  <a:lnTo>
                    <a:pt x="46" y="2112"/>
                  </a:lnTo>
                  <a:lnTo>
                    <a:pt x="0" y="2249"/>
                  </a:lnTo>
                  <a:lnTo>
                    <a:pt x="0" y="2433"/>
                  </a:lnTo>
                  <a:lnTo>
                    <a:pt x="0" y="2571"/>
                  </a:lnTo>
                  <a:lnTo>
                    <a:pt x="46" y="2708"/>
                  </a:lnTo>
                  <a:lnTo>
                    <a:pt x="138" y="2800"/>
                  </a:lnTo>
                  <a:lnTo>
                    <a:pt x="276" y="2892"/>
                  </a:lnTo>
                  <a:lnTo>
                    <a:pt x="413" y="2938"/>
                  </a:lnTo>
                  <a:lnTo>
                    <a:pt x="551" y="2984"/>
                  </a:lnTo>
                  <a:lnTo>
                    <a:pt x="689" y="2938"/>
                  </a:lnTo>
                  <a:lnTo>
                    <a:pt x="826" y="2892"/>
                  </a:lnTo>
                  <a:lnTo>
                    <a:pt x="964" y="2800"/>
                  </a:lnTo>
                  <a:lnTo>
                    <a:pt x="1056" y="2708"/>
                  </a:lnTo>
                  <a:lnTo>
                    <a:pt x="1607" y="1699"/>
                  </a:lnTo>
                  <a:lnTo>
                    <a:pt x="2203" y="2708"/>
                  </a:lnTo>
                  <a:lnTo>
                    <a:pt x="2341" y="2846"/>
                  </a:lnTo>
                  <a:lnTo>
                    <a:pt x="2525" y="2938"/>
                  </a:lnTo>
                  <a:lnTo>
                    <a:pt x="2754" y="2984"/>
                  </a:lnTo>
                  <a:lnTo>
                    <a:pt x="2984" y="2892"/>
                  </a:lnTo>
                  <a:lnTo>
                    <a:pt x="3121" y="2754"/>
                  </a:lnTo>
                  <a:lnTo>
                    <a:pt x="3259" y="2571"/>
                  </a:lnTo>
                  <a:lnTo>
                    <a:pt x="3259" y="2341"/>
                  </a:lnTo>
                  <a:lnTo>
                    <a:pt x="3167" y="2112"/>
                  </a:lnTo>
                  <a:lnTo>
                    <a:pt x="2111" y="276"/>
                  </a:lnTo>
                  <a:lnTo>
                    <a:pt x="2020" y="138"/>
                  </a:lnTo>
                  <a:lnTo>
                    <a:pt x="1882" y="46"/>
                  </a:lnTo>
                  <a:lnTo>
                    <a:pt x="17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1"/>
            <p:cNvSpPr/>
            <p:nvPr/>
          </p:nvSpPr>
          <p:spPr>
            <a:xfrm>
              <a:off x="1419919" y="3089543"/>
              <a:ext cx="70748" cy="67574"/>
            </a:xfrm>
            <a:custGeom>
              <a:rect b="b" l="l" r="r" t="t"/>
              <a:pathLst>
                <a:path extrusionOk="0" h="2938" w="3076">
                  <a:moveTo>
                    <a:pt x="1470" y="1"/>
                  </a:moveTo>
                  <a:lnTo>
                    <a:pt x="1286" y="92"/>
                  </a:lnTo>
                  <a:lnTo>
                    <a:pt x="1102" y="276"/>
                  </a:lnTo>
                  <a:lnTo>
                    <a:pt x="93" y="2066"/>
                  </a:lnTo>
                  <a:lnTo>
                    <a:pt x="47" y="2204"/>
                  </a:lnTo>
                  <a:lnTo>
                    <a:pt x="1" y="2387"/>
                  </a:lnTo>
                  <a:lnTo>
                    <a:pt x="47" y="2525"/>
                  </a:lnTo>
                  <a:lnTo>
                    <a:pt x="93" y="2617"/>
                  </a:lnTo>
                  <a:lnTo>
                    <a:pt x="184" y="2754"/>
                  </a:lnTo>
                  <a:lnTo>
                    <a:pt x="276" y="2846"/>
                  </a:lnTo>
                  <a:lnTo>
                    <a:pt x="414" y="2892"/>
                  </a:lnTo>
                  <a:lnTo>
                    <a:pt x="552" y="2938"/>
                  </a:lnTo>
                  <a:lnTo>
                    <a:pt x="2525" y="2938"/>
                  </a:lnTo>
                  <a:lnTo>
                    <a:pt x="2709" y="2892"/>
                  </a:lnTo>
                  <a:lnTo>
                    <a:pt x="2892" y="2754"/>
                  </a:lnTo>
                  <a:lnTo>
                    <a:pt x="3030" y="2617"/>
                  </a:lnTo>
                  <a:lnTo>
                    <a:pt x="3076" y="2387"/>
                  </a:lnTo>
                  <a:lnTo>
                    <a:pt x="3030" y="2158"/>
                  </a:lnTo>
                  <a:lnTo>
                    <a:pt x="2938" y="1974"/>
                  </a:lnTo>
                  <a:lnTo>
                    <a:pt x="2755" y="1836"/>
                  </a:lnTo>
                  <a:lnTo>
                    <a:pt x="2525" y="1791"/>
                  </a:lnTo>
                  <a:lnTo>
                    <a:pt x="1515" y="1791"/>
                  </a:lnTo>
                  <a:lnTo>
                    <a:pt x="2112" y="827"/>
                  </a:lnTo>
                  <a:lnTo>
                    <a:pt x="2158" y="643"/>
                  </a:lnTo>
                  <a:lnTo>
                    <a:pt x="2158" y="414"/>
                  </a:lnTo>
                  <a:lnTo>
                    <a:pt x="2066" y="230"/>
                  </a:lnTo>
                  <a:lnTo>
                    <a:pt x="1883" y="92"/>
                  </a:lnTo>
                  <a:lnTo>
                    <a:pt x="16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1"/>
            <p:cNvSpPr/>
            <p:nvPr/>
          </p:nvSpPr>
          <p:spPr>
            <a:xfrm>
              <a:off x="1513874" y="3087427"/>
              <a:ext cx="72864" cy="69690"/>
            </a:xfrm>
            <a:custGeom>
              <a:rect b="b" l="l" r="r" t="t"/>
              <a:pathLst>
                <a:path extrusionOk="0" h="3030" w="3168">
                  <a:moveTo>
                    <a:pt x="1469" y="1"/>
                  </a:moveTo>
                  <a:lnTo>
                    <a:pt x="1240" y="47"/>
                  </a:lnTo>
                  <a:lnTo>
                    <a:pt x="1102" y="184"/>
                  </a:lnTo>
                  <a:lnTo>
                    <a:pt x="964" y="414"/>
                  </a:lnTo>
                  <a:lnTo>
                    <a:pt x="964" y="597"/>
                  </a:lnTo>
                  <a:lnTo>
                    <a:pt x="1056" y="827"/>
                  </a:lnTo>
                  <a:lnTo>
                    <a:pt x="1653" y="1883"/>
                  </a:lnTo>
                  <a:lnTo>
                    <a:pt x="597" y="1883"/>
                  </a:lnTo>
                  <a:lnTo>
                    <a:pt x="368" y="1928"/>
                  </a:lnTo>
                  <a:lnTo>
                    <a:pt x="184" y="2066"/>
                  </a:lnTo>
                  <a:lnTo>
                    <a:pt x="46" y="2204"/>
                  </a:lnTo>
                  <a:lnTo>
                    <a:pt x="1" y="2433"/>
                  </a:lnTo>
                  <a:lnTo>
                    <a:pt x="46" y="2663"/>
                  </a:lnTo>
                  <a:lnTo>
                    <a:pt x="184" y="2846"/>
                  </a:lnTo>
                  <a:lnTo>
                    <a:pt x="322" y="2984"/>
                  </a:lnTo>
                  <a:lnTo>
                    <a:pt x="551" y="3030"/>
                  </a:lnTo>
                  <a:lnTo>
                    <a:pt x="2617" y="3030"/>
                  </a:lnTo>
                  <a:lnTo>
                    <a:pt x="2800" y="2984"/>
                  </a:lnTo>
                  <a:lnTo>
                    <a:pt x="2892" y="2938"/>
                  </a:lnTo>
                  <a:lnTo>
                    <a:pt x="3030" y="2846"/>
                  </a:lnTo>
                  <a:lnTo>
                    <a:pt x="3122" y="2709"/>
                  </a:lnTo>
                  <a:lnTo>
                    <a:pt x="3167" y="2617"/>
                  </a:lnTo>
                  <a:lnTo>
                    <a:pt x="3167" y="2479"/>
                  </a:lnTo>
                  <a:lnTo>
                    <a:pt x="3167" y="2296"/>
                  </a:lnTo>
                  <a:lnTo>
                    <a:pt x="3122" y="2158"/>
                  </a:lnTo>
                  <a:lnTo>
                    <a:pt x="2020" y="276"/>
                  </a:lnTo>
                  <a:lnTo>
                    <a:pt x="1882" y="93"/>
                  </a:lnTo>
                  <a:lnTo>
                    <a:pt x="16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61"/>
          <p:cNvGrpSpPr/>
          <p:nvPr/>
        </p:nvGrpSpPr>
        <p:grpSpPr>
          <a:xfrm>
            <a:off x="2689841" y="2619974"/>
            <a:ext cx="439139" cy="402224"/>
            <a:chOff x="2689841" y="2833024"/>
            <a:chExt cx="439139" cy="402224"/>
          </a:xfrm>
        </p:grpSpPr>
        <p:sp>
          <p:nvSpPr>
            <p:cNvPr id="924" name="Google Shape;924;p61"/>
            <p:cNvSpPr/>
            <p:nvPr/>
          </p:nvSpPr>
          <p:spPr>
            <a:xfrm>
              <a:off x="2809119" y="2833024"/>
              <a:ext cx="200583" cy="167877"/>
            </a:xfrm>
            <a:custGeom>
              <a:rect b="b" l="l" r="r" t="t"/>
              <a:pathLst>
                <a:path extrusionOk="0" h="7299" w="8721">
                  <a:moveTo>
                    <a:pt x="4360" y="1148"/>
                  </a:moveTo>
                  <a:lnTo>
                    <a:pt x="5095" y="1194"/>
                  </a:lnTo>
                  <a:lnTo>
                    <a:pt x="5875" y="1286"/>
                  </a:lnTo>
                  <a:lnTo>
                    <a:pt x="6609" y="1470"/>
                  </a:lnTo>
                  <a:lnTo>
                    <a:pt x="7344" y="1699"/>
                  </a:lnTo>
                  <a:lnTo>
                    <a:pt x="5370" y="6013"/>
                  </a:lnTo>
                  <a:lnTo>
                    <a:pt x="4865" y="5876"/>
                  </a:lnTo>
                  <a:lnTo>
                    <a:pt x="3856" y="5876"/>
                  </a:lnTo>
                  <a:lnTo>
                    <a:pt x="3351" y="6013"/>
                  </a:lnTo>
                  <a:lnTo>
                    <a:pt x="1377" y="1699"/>
                  </a:lnTo>
                  <a:lnTo>
                    <a:pt x="2066" y="1470"/>
                  </a:lnTo>
                  <a:lnTo>
                    <a:pt x="2800" y="1286"/>
                  </a:lnTo>
                  <a:lnTo>
                    <a:pt x="3580" y="1194"/>
                  </a:lnTo>
                  <a:lnTo>
                    <a:pt x="4360" y="1148"/>
                  </a:lnTo>
                  <a:close/>
                  <a:moveTo>
                    <a:pt x="4360" y="1"/>
                  </a:moveTo>
                  <a:lnTo>
                    <a:pt x="3351" y="47"/>
                  </a:lnTo>
                  <a:lnTo>
                    <a:pt x="2846" y="139"/>
                  </a:lnTo>
                  <a:lnTo>
                    <a:pt x="2341" y="230"/>
                  </a:lnTo>
                  <a:lnTo>
                    <a:pt x="1836" y="322"/>
                  </a:lnTo>
                  <a:lnTo>
                    <a:pt x="1331" y="506"/>
                  </a:lnTo>
                  <a:lnTo>
                    <a:pt x="826" y="643"/>
                  </a:lnTo>
                  <a:lnTo>
                    <a:pt x="367" y="873"/>
                  </a:lnTo>
                  <a:lnTo>
                    <a:pt x="184" y="1011"/>
                  </a:lnTo>
                  <a:lnTo>
                    <a:pt x="46" y="1194"/>
                  </a:lnTo>
                  <a:lnTo>
                    <a:pt x="0" y="1424"/>
                  </a:lnTo>
                  <a:lnTo>
                    <a:pt x="92" y="1653"/>
                  </a:lnTo>
                  <a:lnTo>
                    <a:pt x="2525" y="6977"/>
                  </a:lnTo>
                  <a:lnTo>
                    <a:pt x="2662" y="7161"/>
                  </a:lnTo>
                  <a:lnTo>
                    <a:pt x="2846" y="7252"/>
                  </a:lnTo>
                  <a:lnTo>
                    <a:pt x="3075" y="7298"/>
                  </a:lnTo>
                  <a:lnTo>
                    <a:pt x="3305" y="7252"/>
                  </a:lnTo>
                  <a:lnTo>
                    <a:pt x="3534" y="7115"/>
                  </a:lnTo>
                  <a:lnTo>
                    <a:pt x="3810" y="7069"/>
                  </a:lnTo>
                  <a:lnTo>
                    <a:pt x="4085" y="7023"/>
                  </a:lnTo>
                  <a:lnTo>
                    <a:pt x="4360" y="7023"/>
                  </a:lnTo>
                  <a:lnTo>
                    <a:pt x="4865" y="7069"/>
                  </a:lnTo>
                  <a:lnTo>
                    <a:pt x="5187" y="7161"/>
                  </a:lnTo>
                  <a:lnTo>
                    <a:pt x="5462" y="7252"/>
                  </a:lnTo>
                  <a:lnTo>
                    <a:pt x="5691" y="7298"/>
                  </a:lnTo>
                  <a:lnTo>
                    <a:pt x="5829" y="7252"/>
                  </a:lnTo>
                  <a:lnTo>
                    <a:pt x="5967" y="7207"/>
                  </a:lnTo>
                  <a:lnTo>
                    <a:pt x="6104" y="7115"/>
                  </a:lnTo>
                  <a:lnTo>
                    <a:pt x="6196" y="6977"/>
                  </a:lnTo>
                  <a:lnTo>
                    <a:pt x="8675" y="1653"/>
                  </a:lnTo>
                  <a:lnTo>
                    <a:pt x="8721" y="1424"/>
                  </a:lnTo>
                  <a:lnTo>
                    <a:pt x="8675" y="1194"/>
                  </a:lnTo>
                  <a:lnTo>
                    <a:pt x="8537" y="1011"/>
                  </a:lnTo>
                  <a:lnTo>
                    <a:pt x="8353" y="873"/>
                  </a:lnTo>
                  <a:lnTo>
                    <a:pt x="7894" y="643"/>
                  </a:lnTo>
                  <a:lnTo>
                    <a:pt x="7390" y="506"/>
                  </a:lnTo>
                  <a:lnTo>
                    <a:pt x="6885" y="322"/>
                  </a:lnTo>
                  <a:lnTo>
                    <a:pt x="6426" y="230"/>
                  </a:lnTo>
                  <a:lnTo>
                    <a:pt x="5921" y="139"/>
                  </a:lnTo>
                  <a:lnTo>
                    <a:pt x="5370" y="47"/>
                  </a:lnTo>
                  <a:lnTo>
                    <a:pt x="43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1"/>
            <p:cNvSpPr/>
            <p:nvPr/>
          </p:nvSpPr>
          <p:spPr>
            <a:xfrm>
              <a:off x="2937896" y="3046257"/>
              <a:ext cx="191084" cy="188991"/>
            </a:xfrm>
            <a:custGeom>
              <a:rect b="b" l="l" r="r" t="t"/>
              <a:pathLst>
                <a:path extrusionOk="0" h="8217" w="8308">
                  <a:moveTo>
                    <a:pt x="2387" y="1194"/>
                  </a:moveTo>
                  <a:lnTo>
                    <a:pt x="7069" y="1653"/>
                  </a:lnTo>
                  <a:lnTo>
                    <a:pt x="6931" y="2387"/>
                  </a:lnTo>
                  <a:lnTo>
                    <a:pt x="6701" y="3122"/>
                  </a:lnTo>
                  <a:lnTo>
                    <a:pt x="6426" y="3810"/>
                  </a:lnTo>
                  <a:lnTo>
                    <a:pt x="6059" y="4499"/>
                  </a:lnTo>
                  <a:lnTo>
                    <a:pt x="5646" y="5141"/>
                  </a:lnTo>
                  <a:lnTo>
                    <a:pt x="5187" y="5738"/>
                  </a:lnTo>
                  <a:lnTo>
                    <a:pt x="4682" y="6335"/>
                  </a:lnTo>
                  <a:lnTo>
                    <a:pt x="4085" y="6839"/>
                  </a:lnTo>
                  <a:lnTo>
                    <a:pt x="1332" y="2984"/>
                  </a:lnTo>
                  <a:lnTo>
                    <a:pt x="1699" y="2571"/>
                  </a:lnTo>
                  <a:lnTo>
                    <a:pt x="1974" y="2158"/>
                  </a:lnTo>
                  <a:lnTo>
                    <a:pt x="2204" y="1699"/>
                  </a:lnTo>
                  <a:lnTo>
                    <a:pt x="2387" y="1194"/>
                  </a:lnTo>
                  <a:close/>
                  <a:moveTo>
                    <a:pt x="1928" y="1"/>
                  </a:moveTo>
                  <a:lnTo>
                    <a:pt x="1699" y="47"/>
                  </a:lnTo>
                  <a:lnTo>
                    <a:pt x="1515" y="139"/>
                  </a:lnTo>
                  <a:lnTo>
                    <a:pt x="1378" y="322"/>
                  </a:lnTo>
                  <a:lnTo>
                    <a:pt x="1332" y="552"/>
                  </a:lnTo>
                  <a:lnTo>
                    <a:pt x="1286" y="827"/>
                  </a:lnTo>
                  <a:lnTo>
                    <a:pt x="1194" y="1056"/>
                  </a:lnTo>
                  <a:lnTo>
                    <a:pt x="1102" y="1332"/>
                  </a:lnTo>
                  <a:lnTo>
                    <a:pt x="964" y="1561"/>
                  </a:lnTo>
                  <a:lnTo>
                    <a:pt x="827" y="1791"/>
                  </a:lnTo>
                  <a:lnTo>
                    <a:pt x="643" y="2020"/>
                  </a:lnTo>
                  <a:lnTo>
                    <a:pt x="460" y="2204"/>
                  </a:lnTo>
                  <a:lnTo>
                    <a:pt x="230" y="2387"/>
                  </a:lnTo>
                  <a:lnTo>
                    <a:pt x="92" y="2571"/>
                  </a:lnTo>
                  <a:lnTo>
                    <a:pt x="1" y="2755"/>
                  </a:lnTo>
                  <a:lnTo>
                    <a:pt x="1" y="2984"/>
                  </a:lnTo>
                  <a:lnTo>
                    <a:pt x="92" y="3214"/>
                  </a:lnTo>
                  <a:lnTo>
                    <a:pt x="3489" y="7987"/>
                  </a:lnTo>
                  <a:lnTo>
                    <a:pt x="3672" y="8124"/>
                  </a:lnTo>
                  <a:lnTo>
                    <a:pt x="3856" y="8216"/>
                  </a:lnTo>
                  <a:lnTo>
                    <a:pt x="4085" y="8216"/>
                  </a:lnTo>
                  <a:lnTo>
                    <a:pt x="4269" y="8124"/>
                  </a:lnTo>
                  <a:lnTo>
                    <a:pt x="4728" y="7803"/>
                  </a:lnTo>
                  <a:lnTo>
                    <a:pt x="5095" y="7482"/>
                  </a:lnTo>
                  <a:lnTo>
                    <a:pt x="5508" y="7115"/>
                  </a:lnTo>
                  <a:lnTo>
                    <a:pt x="5829" y="6748"/>
                  </a:lnTo>
                  <a:lnTo>
                    <a:pt x="6197" y="6335"/>
                  </a:lnTo>
                  <a:lnTo>
                    <a:pt x="6518" y="5921"/>
                  </a:lnTo>
                  <a:lnTo>
                    <a:pt x="6793" y="5508"/>
                  </a:lnTo>
                  <a:lnTo>
                    <a:pt x="7069" y="5095"/>
                  </a:lnTo>
                  <a:lnTo>
                    <a:pt x="7298" y="4636"/>
                  </a:lnTo>
                  <a:lnTo>
                    <a:pt x="7528" y="4177"/>
                  </a:lnTo>
                  <a:lnTo>
                    <a:pt x="7711" y="3673"/>
                  </a:lnTo>
                  <a:lnTo>
                    <a:pt x="7895" y="3214"/>
                  </a:lnTo>
                  <a:lnTo>
                    <a:pt x="8032" y="2709"/>
                  </a:lnTo>
                  <a:lnTo>
                    <a:pt x="8170" y="2204"/>
                  </a:lnTo>
                  <a:lnTo>
                    <a:pt x="8216" y="1699"/>
                  </a:lnTo>
                  <a:lnTo>
                    <a:pt x="8308" y="1194"/>
                  </a:lnTo>
                  <a:lnTo>
                    <a:pt x="8262" y="965"/>
                  </a:lnTo>
                  <a:lnTo>
                    <a:pt x="8170" y="735"/>
                  </a:lnTo>
                  <a:lnTo>
                    <a:pt x="7987" y="597"/>
                  </a:lnTo>
                  <a:lnTo>
                    <a:pt x="7757" y="552"/>
                  </a:lnTo>
                  <a:lnTo>
                    <a:pt x="19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1"/>
            <p:cNvSpPr/>
            <p:nvPr/>
          </p:nvSpPr>
          <p:spPr>
            <a:xfrm>
              <a:off x="2689841" y="3046257"/>
              <a:ext cx="191084" cy="188991"/>
            </a:xfrm>
            <a:custGeom>
              <a:rect b="b" l="l" r="r" t="t"/>
              <a:pathLst>
                <a:path extrusionOk="0" h="8217" w="8308">
                  <a:moveTo>
                    <a:pt x="5967" y="1194"/>
                  </a:moveTo>
                  <a:lnTo>
                    <a:pt x="6104" y="1699"/>
                  </a:lnTo>
                  <a:lnTo>
                    <a:pt x="6334" y="2158"/>
                  </a:lnTo>
                  <a:lnTo>
                    <a:pt x="6609" y="2571"/>
                  </a:lnTo>
                  <a:lnTo>
                    <a:pt x="6976" y="2984"/>
                  </a:lnTo>
                  <a:lnTo>
                    <a:pt x="4222" y="6839"/>
                  </a:lnTo>
                  <a:lnTo>
                    <a:pt x="3672" y="6335"/>
                  </a:lnTo>
                  <a:lnTo>
                    <a:pt x="3121" y="5738"/>
                  </a:lnTo>
                  <a:lnTo>
                    <a:pt x="2662" y="5141"/>
                  </a:lnTo>
                  <a:lnTo>
                    <a:pt x="2249" y="4499"/>
                  </a:lnTo>
                  <a:lnTo>
                    <a:pt x="1882" y="3810"/>
                  </a:lnTo>
                  <a:lnTo>
                    <a:pt x="1606" y="3122"/>
                  </a:lnTo>
                  <a:lnTo>
                    <a:pt x="1377" y="2387"/>
                  </a:lnTo>
                  <a:lnTo>
                    <a:pt x="1239" y="1653"/>
                  </a:lnTo>
                  <a:lnTo>
                    <a:pt x="5967" y="1194"/>
                  </a:lnTo>
                  <a:close/>
                  <a:moveTo>
                    <a:pt x="6380" y="1"/>
                  </a:moveTo>
                  <a:lnTo>
                    <a:pt x="551" y="552"/>
                  </a:lnTo>
                  <a:lnTo>
                    <a:pt x="321" y="597"/>
                  </a:lnTo>
                  <a:lnTo>
                    <a:pt x="138" y="735"/>
                  </a:lnTo>
                  <a:lnTo>
                    <a:pt x="46" y="965"/>
                  </a:lnTo>
                  <a:lnTo>
                    <a:pt x="0" y="1194"/>
                  </a:lnTo>
                  <a:lnTo>
                    <a:pt x="92" y="1699"/>
                  </a:lnTo>
                  <a:lnTo>
                    <a:pt x="184" y="2204"/>
                  </a:lnTo>
                  <a:lnTo>
                    <a:pt x="275" y="2709"/>
                  </a:lnTo>
                  <a:lnTo>
                    <a:pt x="413" y="3214"/>
                  </a:lnTo>
                  <a:lnTo>
                    <a:pt x="597" y="3673"/>
                  </a:lnTo>
                  <a:lnTo>
                    <a:pt x="780" y="4177"/>
                  </a:lnTo>
                  <a:lnTo>
                    <a:pt x="1010" y="4636"/>
                  </a:lnTo>
                  <a:lnTo>
                    <a:pt x="1239" y="5095"/>
                  </a:lnTo>
                  <a:lnTo>
                    <a:pt x="1515" y="5508"/>
                  </a:lnTo>
                  <a:lnTo>
                    <a:pt x="1790" y="5921"/>
                  </a:lnTo>
                  <a:lnTo>
                    <a:pt x="2111" y="6335"/>
                  </a:lnTo>
                  <a:lnTo>
                    <a:pt x="2478" y="6748"/>
                  </a:lnTo>
                  <a:lnTo>
                    <a:pt x="2800" y="7115"/>
                  </a:lnTo>
                  <a:lnTo>
                    <a:pt x="3213" y="7482"/>
                  </a:lnTo>
                  <a:lnTo>
                    <a:pt x="3580" y="7803"/>
                  </a:lnTo>
                  <a:lnTo>
                    <a:pt x="4039" y="8124"/>
                  </a:lnTo>
                  <a:lnTo>
                    <a:pt x="4222" y="8216"/>
                  </a:lnTo>
                  <a:lnTo>
                    <a:pt x="4452" y="8216"/>
                  </a:lnTo>
                  <a:lnTo>
                    <a:pt x="4636" y="8124"/>
                  </a:lnTo>
                  <a:lnTo>
                    <a:pt x="4819" y="7987"/>
                  </a:lnTo>
                  <a:lnTo>
                    <a:pt x="8215" y="3214"/>
                  </a:lnTo>
                  <a:lnTo>
                    <a:pt x="8307" y="2984"/>
                  </a:lnTo>
                  <a:lnTo>
                    <a:pt x="8307" y="2755"/>
                  </a:lnTo>
                  <a:lnTo>
                    <a:pt x="8215" y="2571"/>
                  </a:lnTo>
                  <a:lnTo>
                    <a:pt x="8078" y="2387"/>
                  </a:lnTo>
                  <a:lnTo>
                    <a:pt x="7848" y="2204"/>
                  </a:lnTo>
                  <a:lnTo>
                    <a:pt x="7665" y="2020"/>
                  </a:lnTo>
                  <a:lnTo>
                    <a:pt x="7481" y="1791"/>
                  </a:lnTo>
                  <a:lnTo>
                    <a:pt x="7343" y="1561"/>
                  </a:lnTo>
                  <a:lnTo>
                    <a:pt x="7206" y="1332"/>
                  </a:lnTo>
                  <a:lnTo>
                    <a:pt x="7114" y="1056"/>
                  </a:lnTo>
                  <a:lnTo>
                    <a:pt x="7022" y="827"/>
                  </a:lnTo>
                  <a:lnTo>
                    <a:pt x="6976" y="552"/>
                  </a:lnTo>
                  <a:lnTo>
                    <a:pt x="6930" y="322"/>
                  </a:lnTo>
                  <a:lnTo>
                    <a:pt x="6793" y="139"/>
                  </a:lnTo>
                  <a:lnTo>
                    <a:pt x="6609" y="47"/>
                  </a:lnTo>
                  <a:lnTo>
                    <a:pt x="63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1"/>
            <p:cNvSpPr/>
            <p:nvPr/>
          </p:nvSpPr>
          <p:spPr>
            <a:xfrm>
              <a:off x="2866113" y="3009319"/>
              <a:ext cx="86595" cy="87630"/>
            </a:xfrm>
            <a:custGeom>
              <a:rect b="b" l="l" r="r" t="t"/>
              <a:pathLst>
                <a:path extrusionOk="0" h="3810" w="3765">
                  <a:moveTo>
                    <a:pt x="1882" y="1148"/>
                  </a:moveTo>
                  <a:lnTo>
                    <a:pt x="2020" y="1194"/>
                  </a:lnTo>
                  <a:lnTo>
                    <a:pt x="2158" y="1240"/>
                  </a:lnTo>
                  <a:lnTo>
                    <a:pt x="2295" y="1286"/>
                  </a:lnTo>
                  <a:lnTo>
                    <a:pt x="2387" y="1377"/>
                  </a:lnTo>
                  <a:lnTo>
                    <a:pt x="2479" y="1469"/>
                  </a:lnTo>
                  <a:lnTo>
                    <a:pt x="2571" y="1607"/>
                  </a:lnTo>
                  <a:lnTo>
                    <a:pt x="2617" y="1745"/>
                  </a:lnTo>
                  <a:lnTo>
                    <a:pt x="2617" y="1882"/>
                  </a:lnTo>
                  <a:lnTo>
                    <a:pt x="2617" y="2066"/>
                  </a:lnTo>
                  <a:lnTo>
                    <a:pt x="2571" y="2203"/>
                  </a:lnTo>
                  <a:lnTo>
                    <a:pt x="2479" y="2295"/>
                  </a:lnTo>
                  <a:lnTo>
                    <a:pt x="2387" y="2433"/>
                  </a:lnTo>
                  <a:lnTo>
                    <a:pt x="2295" y="2525"/>
                  </a:lnTo>
                  <a:lnTo>
                    <a:pt x="2158" y="2571"/>
                  </a:lnTo>
                  <a:lnTo>
                    <a:pt x="2020" y="2617"/>
                  </a:lnTo>
                  <a:lnTo>
                    <a:pt x="1882" y="2662"/>
                  </a:lnTo>
                  <a:lnTo>
                    <a:pt x="1745" y="2617"/>
                  </a:lnTo>
                  <a:lnTo>
                    <a:pt x="1607" y="2571"/>
                  </a:lnTo>
                  <a:lnTo>
                    <a:pt x="1469" y="2525"/>
                  </a:lnTo>
                  <a:lnTo>
                    <a:pt x="1378" y="2433"/>
                  </a:lnTo>
                  <a:lnTo>
                    <a:pt x="1286" y="2295"/>
                  </a:lnTo>
                  <a:lnTo>
                    <a:pt x="1194" y="2203"/>
                  </a:lnTo>
                  <a:lnTo>
                    <a:pt x="1148" y="2066"/>
                  </a:lnTo>
                  <a:lnTo>
                    <a:pt x="1148" y="1882"/>
                  </a:lnTo>
                  <a:lnTo>
                    <a:pt x="1148" y="1745"/>
                  </a:lnTo>
                  <a:lnTo>
                    <a:pt x="1194" y="1607"/>
                  </a:lnTo>
                  <a:lnTo>
                    <a:pt x="1286" y="1469"/>
                  </a:lnTo>
                  <a:lnTo>
                    <a:pt x="1378" y="1377"/>
                  </a:lnTo>
                  <a:lnTo>
                    <a:pt x="1469" y="1286"/>
                  </a:lnTo>
                  <a:lnTo>
                    <a:pt x="1607" y="1240"/>
                  </a:lnTo>
                  <a:lnTo>
                    <a:pt x="1745" y="1194"/>
                  </a:lnTo>
                  <a:lnTo>
                    <a:pt x="1882" y="1148"/>
                  </a:lnTo>
                  <a:close/>
                  <a:moveTo>
                    <a:pt x="1882" y="0"/>
                  </a:moveTo>
                  <a:lnTo>
                    <a:pt x="1515" y="46"/>
                  </a:lnTo>
                  <a:lnTo>
                    <a:pt x="1148" y="184"/>
                  </a:lnTo>
                  <a:lnTo>
                    <a:pt x="827" y="322"/>
                  </a:lnTo>
                  <a:lnTo>
                    <a:pt x="551" y="551"/>
                  </a:lnTo>
                  <a:lnTo>
                    <a:pt x="322" y="827"/>
                  </a:lnTo>
                  <a:lnTo>
                    <a:pt x="138" y="1148"/>
                  </a:lnTo>
                  <a:lnTo>
                    <a:pt x="47" y="1515"/>
                  </a:lnTo>
                  <a:lnTo>
                    <a:pt x="1" y="1882"/>
                  </a:lnTo>
                  <a:lnTo>
                    <a:pt x="47" y="2295"/>
                  </a:lnTo>
                  <a:lnTo>
                    <a:pt x="138" y="2617"/>
                  </a:lnTo>
                  <a:lnTo>
                    <a:pt x="322" y="2938"/>
                  </a:lnTo>
                  <a:lnTo>
                    <a:pt x="551" y="3259"/>
                  </a:lnTo>
                  <a:lnTo>
                    <a:pt x="827" y="3489"/>
                  </a:lnTo>
                  <a:lnTo>
                    <a:pt x="1148" y="3626"/>
                  </a:lnTo>
                  <a:lnTo>
                    <a:pt x="1515" y="3764"/>
                  </a:lnTo>
                  <a:lnTo>
                    <a:pt x="1882" y="3810"/>
                  </a:lnTo>
                  <a:lnTo>
                    <a:pt x="2250" y="3764"/>
                  </a:lnTo>
                  <a:lnTo>
                    <a:pt x="2617" y="3626"/>
                  </a:lnTo>
                  <a:lnTo>
                    <a:pt x="2938" y="3489"/>
                  </a:lnTo>
                  <a:lnTo>
                    <a:pt x="3213" y="3259"/>
                  </a:lnTo>
                  <a:lnTo>
                    <a:pt x="3443" y="2938"/>
                  </a:lnTo>
                  <a:lnTo>
                    <a:pt x="3626" y="2617"/>
                  </a:lnTo>
                  <a:lnTo>
                    <a:pt x="3718" y="2295"/>
                  </a:lnTo>
                  <a:lnTo>
                    <a:pt x="3764" y="1882"/>
                  </a:lnTo>
                  <a:lnTo>
                    <a:pt x="3718" y="1515"/>
                  </a:lnTo>
                  <a:lnTo>
                    <a:pt x="3626" y="1148"/>
                  </a:lnTo>
                  <a:lnTo>
                    <a:pt x="3443" y="827"/>
                  </a:lnTo>
                  <a:lnTo>
                    <a:pt x="3213" y="551"/>
                  </a:lnTo>
                  <a:lnTo>
                    <a:pt x="2938" y="322"/>
                  </a:lnTo>
                  <a:lnTo>
                    <a:pt x="2617" y="184"/>
                  </a:lnTo>
                  <a:lnTo>
                    <a:pt x="2250" y="46"/>
                  </a:lnTo>
                  <a:lnTo>
                    <a:pt x="18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61"/>
          <p:cNvGrpSpPr/>
          <p:nvPr/>
        </p:nvGrpSpPr>
        <p:grpSpPr>
          <a:xfrm>
            <a:off x="3422414" y="2602034"/>
            <a:ext cx="385342" cy="438104"/>
            <a:chOff x="3422414" y="2815084"/>
            <a:chExt cx="385342" cy="438104"/>
          </a:xfrm>
        </p:grpSpPr>
        <p:sp>
          <p:nvSpPr>
            <p:cNvPr id="929" name="Google Shape;929;p61"/>
            <p:cNvSpPr/>
            <p:nvPr/>
          </p:nvSpPr>
          <p:spPr>
            <a:xfrm>
              <a:off x="3422414" y="3038874"/>
              <a:ext cx="385342" cy="214314"/>
            </a:xfrm>
            <a:custGeom>
              <a:rect b="b" l="l" r="r" t="t"/>
              <a:pathLst>
                <a:path extrusionOk="0" h="9318" w="16754">
                  <a:moveTo>
                    <a:pt x="5830" y="1148"/>
                  </a:moveTo>
                  <a:lnTo>
                    <a:pt x="5738" y="2341"/>
                  </a:lnTo>
                  <a:lnTo>
                    <a:pt x="2617" y="2341"/>
                  </a:lnTo>
                  <a:lnTo>
                    <a:pt x="2892" y="1148"/>
                  </a:lnTo>
                  <a:close/>
                  <a:moveTo>
                    <a:pt x="9777" y="1148"/>
                  </a:moveTo>
                  <a:lnTo>
                    <a:pt x="9869" y="2341"/>
                  </a:lnTo>
                  <a:lnTo>
                    <a:pt x="6885" y="2341"/>
                  </a:lnTo>
                  <a:lnTo>
                    <a:pt x="6977" y="1148"/>
                  </a:lnTo>
                  <a:close/>
                  <a:moveTo>
                    <a:pt x="13816" y="1148"/>
                  </a:moveTo>
                  <a:lnTo>
                    <a:pt x="14137" y="2341"/>
                  </a:lnTo>
                  <a:lnTo>
                    <a:pt x="11016" y="2341"/>
                  </a:lnTo>
                  <a:lnTo>
                    <a:pt x="10924" y="1148"/>
                  </a:lnTo>
                  <a:close/>
                  <a:moveTo>
                    <a:pt x="5646" y="3535"/>
                  </a:moveTo>
                  <a:lnTo>
                    <a:pt x="5509" y="5279"/>
                  </a:lnTo>
                  <a:lnTo>
                    <a:pt x="1929" y="5279"/>
                  </a:lnTo>
                  <a:lnTo>
                    <a:pt x="2342" y="3535"/>
                  </a:lnTo>
                  <a:close/>
                  <a:moveTo>
                    <a:pt x="9960" y="3535"/>
                  </a:moveTo>
                  <a:lnTo>
                    <a:pt x="10098" y="5279"/>
                  </a:lnTo>
                  <a:lnTo>
                    <a:pt x="6656" y="5279"/>
                  </a:lnTo>
                  <a:lnTo>
                    <a:pt x="6794" y="3535"/>
                  </a:lnTo>
                  <a:close/>
                  <a:moveTo>
                    <a:pt x="14367" y="3535"/>
                  </a:moveTo>
                  <a:lnTo>
                    <a:pt x="14780" y="5279"/>
                  </a:lnTo>
                  <a:lnTo>
                    <a:pt x="11200" y="5279"/>
                  </a:lnTo>
                  <a:lnTo>
                    <a:pt x="11062" y="3535"/>
                  </a:lnTo>
                  <a:close/>
                  <a:moveTo>
                    <a:pt x="5463" y="6380"/>
                  </a:moveTo>
                  <a:lnTo>
                    <a:pt x="5325" y="8216"/>
                  </a:lnTo>
                  <a:lnTo>
                    <a:pt x="1240" y="8216"/>
                  </a:lnTo>
                  <a:lnTo>
                    <a:pt x="1653" y="6380"/>
                  </a:lnTo>
                  <a:close/>
                  <a:moveTo>
                    <a:pt x="10190" y="6380"/>
                  </a:moveTo>
                  <a:lnTo>
                    <a:pt x="10328" y="8216"/>
                  </a:lnTo>
                  <a:lnTo>
                    <a:pt x="6426" y="8216"/>
                  </a:lnTo>
                  <a:lnTo>
                    <a:pt x="6564" y="6380"/>
                  </a:lnTo>
                  <a:close/>
                  <a:moveTo>
                    <a:pt x="15055" y="6380"/>
                  </a:moveTo>
                  <a:lnTo>
                    <a:pt x="15468" y="8216"/>
                  </a:lnTo>
                  <a:lnTo>
                    <a:pt x="11429" y="8216"/>
                  </a:lnTo>
                  <a:lnTo>
                    <a:pt x="11291" y="6380"/>
                  </a:lnTo>
                  <a:close/>
                  <a:moveTo>
                    <a:pt x="2433" y="1"/>
                  </a:moveTo>
                  <a:lnTo>
                    <a:pt x="2250" y="46"/>
                  </a:lnTo>
                  <a:lnTo>
                    <a:pt x="2112" y="138"/>
                  </a:lnTo>
                  <a:lnTo>
                    <a:pt x="1975" y="276"/>
                  </a:lnTo>
                  <a:lnTo>
                    <a:pt x="1883" y="460"/>
                  </a:lnTo>
                  <a:lnTo>
                    <a:pt x="1" y="8629"/>
                  </a:lnTo>
                  <a:lnTo>
                    <a:pt x="1" y="8767"/>
                  </a:lnTo>
                  <a:lnTo>
                    <a:pt x="1" y="8904"/>
                  </a:lnTo>
                  <a:lnTo>
                    <a:pt x="47" y="8996"/>
                  </a:lnTo>
                  <a:lnTo>
                    <a:pt x="93" y="9134"/>
                  </a:lnTo>
                  <a:lnTo>
                    <a:pt x="185" y="9226"/>
                  </a:lnTo>
                  <a:lnTo>
                    <a:pt x="322" y="9272"/>
                  </a:lnTo>
                  <a:lnTo>
                    <a:pt x="414" y="9317"/>
                  </a:lnTo>
                  <a:lnTo>
                    <a:pt x="16340" y="9317"/>
                  </a:lnTo>
                  <a:lnTo>
                    <a:pt x="16478" y="9226"/>
                  </a:lnTo>
                  <a:lnTo>
                    <a:pt x="16615" y="9134"/>
                  </a:lnTo>
                  <a:lnTo>
                    <a:pt x="16707" y="8996"/>
                  </a:lnTo>
                  <a:lnTo>
                    <a:pt x="16753" y="8813"/>
                  </a:lnTo>
                  <a:lnTo>
                    <a:pt x="16707" y="8629"/>
                  </a:lnTo>
                  <a:lnTo>
                    <a:pt x="14825" y="460"/>
                  </a:lnTo>
                  <a:lnTo>
                    <a:pt x="14780" y="276"/>
                  </a:lnTo>
                  <a:lnTo>
                    <a:pt x="14642" y="138"/>
                  </a:lnTo>
                  <a:lnTo>
                    <a:pt x="14458" y="46"/>
                  </a:lnTo>
                  <a:lnTo>
                    <a:pt x="142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1"/>
            <p:cNvSpPr/>
            <p:nvPr/>
          </p:nvSpPr>
          <p:spPr>
            <a:xfrm>
              <a:off x="3559655" y="2861544"/>
              <a:ext cx="109802" cy="109802"/>
            </a:xfrm>
            <a:custGeom>
              <a:rect b="b" l="l" r="r" t="t"/>
              <a:pathLst>
                <a:path extrusionOk="0" h="4774" w="4774">
                  <a:moveTo>
                    <a:pt x="2662" y="1147"/>
                  </a:moveTo>
                  <a:lnTo>
                    <a:pt x="2892" y="1239"/>
                  </a:lnTo>
                  <a:lnTo>
                    <a:pt x="3076" y="1331"/>
                  </a:lnTo>
                  <a:lnTo>
                    <a:pt x="3305" y="1515"/>
                  </a:lnTo>
                  <a:lnTo>
                    <a:pt x="3443" y="1698"/>
                  </a:lnTo>
                  <a:lnTo>
                    <a:pt x="3535" y="1882"/>
                  </a:lnTo>
                  <a:lnTo>
                    <a:pt x="3626" y="2111"/>
                  </a:lnTo>
                  <a:lnTo>
                    <a:pt x="3672" y="2387"/>
                  </a:lnTo>
                  <a:lnTo>
                    <a:pt x="3626" y="2616"/>
                  </a:lnTo>
                  <a:lnTo>
                    <a:pt x="3535" y="2891"/>
                  </a:lnTo>
                  <a:lnTo>
                    <a:pt x="3443" y="3075"/>
                  </a:lnTo>
                  <a:lnTo>
                    <a:pt x="3305" y="3259"/>
                  </a:lnTo>
                  <a:lnTo>
                    <a:pt x="3076" y="3442"/>
                  </a:lnTo>
                  <a:lnTo>
                    <a:pt x="2892" y="3534"/>
                  </a:lnTo>
                  <a:lnTo>
                    <a:pt x="2662" y="3626"/>
                  </a:lnTo>
                  <a:lnTo>
                    <a:pt x="2158" y="3626"/>
                  </a:lnTo>
                  <a:lnTo>
                    <a:pt x="1928" y="3534"/>
                  </a:lnTo>
                  <a:lnTo>
                    <a:pt x="1699" y="3442"/>
                  </a:lnTo>
                  <a:lnTo>
                    <a:pt x="1515" y="3259"/>
                  </a:lnTo>
                  <a:lnTo>
                    <a:pt x="1377" y="3075"/>
                  </a:lnTo>
                  <a:lnTo>
                    <a:pt x="1240" y="2891"/>
                  </a:lnTo>
                  <a:lnTo>
                    <a:pt x="1148" y="2616"/>
                  </a:lnTo>
                  <a:lnTo>
                    <a:pt x="1148" y="2387"/>
                  </a:lnTo>
                  <a:lnTo>
                    <a:pt x="1148" y="2111"/>
                  </a:lnTo>
                  <a:lnTo>
                    <a:pt x="1240" y="1882"/>
                  </a:lnTo>
                  <a:lnTo>
                    <a:pt x="1377" y="1698"/>
                  </a:lnTo>
                  <a:lnTo>
                    <a:pt x="1515" y="1515"/>
                  </a:lnTo>
                  <a:lnTo>
                    <a:pt x="1699" y="1331"/>
                  </a:lnTo>
                  <a:lnTo>
                    <a:pt x="1928" y="1239"/>
                  </a:lnTo>
                  <a:lnTo>
                    <a:pt x="2158" y="1147"/>
                  </a:lnTo>
                  <a:close/>
                  <a:moveTo>
                    <a:pt x="2387" y="0"/>
                  </a:moveTo>
                  <a:lnTo>
                    <a:pt x="1928" y="46"/>
                  </a:lnTo>
                  <a:lnTo>
                    <a:pt x="1469" y="184"/>
                  </a:lnTo>
                  <a:lnTo>
                    <a:pt x="1056" y="413"/>
                  </a:lnTo>
                  <a:lnTo>
                    <a:pt x="689" y="688"/>
                  </a:lnTo>
                  <a:lnTo>
                    <a:pt x="414" y="1056"/>
                  </a:lnTo>
                  <a:lnTo>
                    <a:pt x="184" y="1469"/>
                  </a:lnTo>
                  <a:lnTo>
                    <a:pt x="46" y="1928"/>
                  </a:lnTo>
                  <a:lnTo>
                    <a:pt x="1" y="2387"/>
                  </a:lnTo>
                  <a:lnTo>
                    <a:pt x="46" y="2846"/>
                  </a:lnTo>
                  <a:lnTo>
                    <a:pt x="184" y="3305"/>
                  </a:lnTo>
                  <a:lnTo>
                    <a:pt x="414" y="3718"/>
                  </a:lnTo>
                  <a:lnTo>
                    <a:pt x="689" y="4085"/>
                  </a:lnTo>
                  <a:lnTo>
                    <a:pt x="1056" y="4360"/>
                  </a:lnTo>
                  <a:lnTo>
                    <a:pt x="1469" y="4590"/>
                  </a:lnTo>
                  <a:lnTo>
                    <a:pt x="1928" y="4727"/>
                  </a:lnTo>
                  <a:lnTo>
                    <a:pt x="2387" y="4773"/>
                  </a:lnTo>
                  <a:lnTo>
                    <a:pt x="2892" y="4727"/>
                  </a:lnTo>
                  <a:lnTo>
                    <a:pt x="3305" y="4590"/>
                  </a:lnTo>
                  <a:lnTo>
                    <a:pt x="3718" y="4360"/>
                  </a:lnTo>
                  <a:lnTo>
                    <a:pt x="4085" y="4085"/>
                  </a:lnTo>
                  <a:lnTo>
                    <a:pt x="4361" y="3718"/>
                  </a:lnTo>
                  <a:lnTo>
                    <a:pt x="4590" y="3305"/>
                  </a:lnTo>
                  <a:lnTo>
                    <a:pt x="4728" y="2846"/>
                  </a:lnTo>
                  <a:lnTo>
                    <a:pt x="4774" y="2387"/>
                  </a:lnTo>
                  <a:lnTo>
                    <a:pt x="4728" y="1928"/>
                  </a:lnTo>
                  <a:lnTo>
                    <a:pt x="4590" y="1469"/>
                  </a:lnTo>
                  <a:lnTo>
                    <a:pt x="4361" y="1056"/>
                  </a:lnTo>
                  <a:lnTo>
                    <a:pt x="4085" y="688"/>
                  </a:lnTo>
                  <a:lnTo>
                    <a:pt x="3718" y="413"/>
                  </a:lnTo>
                  <a:lnTo>
                    <a:pt x="3305" y="184"/>
                  </a:lnTo>
                  <a:lnTo>
                    <a:pt x="2892" y="46"/>
                  </a:lnTo>
                  <a:lnTo>
                    <a:pt x="23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1"/>
            <p:cNvSpPr/>
            <p:nvPr/>
          </p:nvSpPr>
          <p:spPr>
            <a:xfrm>
              <a:off x="3601883" y="2815084"/>
              <a:ext cx="25346" cy="42251"/>
            </a:xfrm>
            <a:custGeom>
              <a:rect b="b" l="l" r="r" t="t"/>
              <a:pathLst>
                <a:path extrusionOk="0" h="1837" w="1102">
                  <a:moveTo>
                    <a:pt x="597" y="1"/>
                  </a:moveTo>
                  <a:lnTo>
                    <a:pt x="368" y="47"/>
                  </a:lnTo>
                  <a:lnTo>
                    <a:pt x="184" y="138"/>
                  </a:lnTo>
                  <a:lnTo>
                    <a:pt x="46" y="322"/>
                  </a:lnTo>
                  <a:lnTo>
                    <a:pt x="0" y="551"/>
                  </a:lnTo>
                  <a:lnTo>
                    <a:pt x="0" y="1286"/>
                  </a:lnTo>
                  <a:lnTo>
                    <a:pt x="46" y="1515"/>
                  </a:lnTo>
                  <a:lnTo>
                    <a:pt x="184" y="1699"/>
                  </a:lnTo>
                  <a:lnTo>
                    <a:pt x="368" y="1836"/>
                  </a:lnTo>
                  <a:lnTo>
                    <a:pt x="597" y="1836"/>
                  </a:lnTo>
                  <a:lnTo>
                    <a:pt x="781" y="1791"/>
                  </a:lnTo>
                  <a:lnTo>
                    <a:pt x="964" y="1653"/>
                  </a:lnTo>
                  <a:lnTo>
                    <a:pt x="1102" y="1469"/>
                  </a:lnTo>
                  <a:lnTo>
                    <a:pt x="1102" y="1286"/>
                  </a:lnTo>
                  <a:lnTo>
                    <a:pt x="1102" y="551"/>
                  </a:lnTo>
                  <a:lnTo>
                    <a:pt x="1102" y="368"/>
                  </a:lnTo>
                  <a:lnTo>
                    <a:pt x="964" y="184"/>
                  </a:lnTo>
                  <a:lnTo>
                    <a:pt x="781" y="47"/>
                  </a:lnTo>
                  <a:lnTo>
                    <a:pt x="5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1"/>
            <p:cNvSpPr/>
            <p:nvPr/>
          </p:nvSpPr>
          <p:spPr>
            <a:xfrm>
              <a:off x="3601883" y="2975532"/>
              <a:ext cx="25346" cy="42251"/>
            </a:xfrm>
            <a:custGeom>
              <a:rect b="b" l="l" r="r" t="t"/>
              <a:pathLst>
                <a:path extrusionOk="0" h="1837" w="1102">
                  <a:moveTo>
                    <a:pt x="368" y="1"/>
                  </a:moveTo>
                  <a:lnTo>
                    <a:pt x="184" y="138"/>
                  </a:lnTo>
                  <a:lnTo>
                    <a:pt x="46" y="322"/>
                  </a:lnTo>
                  <a:lnTo>
                    <a:pt x="0" y="552"/>
                  </a:lnTo>
                  <a:lnTo>
                    <a:pt x="0" y="1286"/>
                  </a:lnTo>
                  <a:lnTo>
                    <a:pt x="46" y="1469"/>
                  </a:lnTo>
                  <a:lnTo>
                    <a:pt x="138" y="1653"/>
                  </a:lnTo>
                  <a:lnTo>
                    <a:pt x="322" y="1791"/>
                  </a:lnTo>
                  <a:lnTo>
                    <a:pt x="551" y="1837"/>
                  </a:lnTo>
                  <a:lnTo>
                    <a:pt x="781" y="1791"/>
                  </a:lnTo>
                  <a:lnTo>
                    <a:pt x="964" y="1699"/>
                  </a:lnTo>
                  <a:lnTo>
                    <a:pt x="1056" y="1515"/>
                  </a:lnTo>
                  <a:lnTo>
                    <a:pt x="1102" y="1286"/>
                  </a:lnTo>
                  <a:lnTo>
                    <a:pt x="1102" y="552"/>
                  </a:lnTo>
                  <a:lnTo>
                    <a:pt x="1102" y="368"/>
                  </a:lnTo>
                  <a:lnTo>
                    <a:pt x="964" y="184"/>
                  </a:lnTo>
                  <a:lnTo>
                    <a:pt x="781" y="47"/>
                  </a:lnTo>
                  <a:lnTo>
                    <a:pt x="5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1"/>
            <p:cNvSpPr/>
            <p:nvPr/>
          </p:nvSpPr>
          <p:spPr>
            <a:xfrm>
              <a:off x="3673666" y="2903749"/>
              <a:ext cx="42251" cy="25369"/>
            </a:xfrm>
            <a:custGeom>
              <a:rect b="b" l="l" r="r" t="t"/>
              <a:pathLst>
                <a:path extrusionOk="0" h="1103" w="1837">
                  <a:moveTo>
                    <a:pt x="551" y="1"/>
                  </a:moveTo>
                  <a:lnTo>
                    <a:pt x="322" y="47"/>
                  </a:lnTo>
                  <a:lnTo>
                    <a:pt x="138" y="184"/>
                  </a:lnTo>
                  <a:lnTo>
                    <a:pt x="46" y="368"/>
                  </a:lnTo>
                  <a:lnTo>
                    <a:pt x="0" y="598"/>
                  </a:lnTo>
                  <a:lnTo>
                    <a:pt x="46" y="781"/>
                  </a:lnTo>
                  <a:lnTo>
                    <a:pt x="184" y="965"/>
                  </a:lnTo>
                  <a:lnTo>
                    <a:pt x="367" y="1056"/>
                  </a:lnTo>
                  <a:lnTo>
                    <a:pt x="551" y="1102"/>
                  </a:lnTo>
                  <a:lnTo>
                    <a:pt x="1285" y="1102"/>
                  </a:lnTo>
                  <a:lnTo>
                    <a:pt x="1515" y="1056"/>
                  </a:lnTo>
                  <a:lnTo>
                    <a:pt x="1698" y="965"/>
                  </a:lnTo>
                  <a:lnTo>
                    <a:pt x="1790" y="781"/>
                  </a:lnTo>
                  <a:lnTo>
                    <a:pt x="1836" y="598"/>
                  </a:lnTo>
                  <a:lnTo>
                    <a:pt x="1836" y="368"/>
                  </a:lnTo>
                  <a:lnTo>
                    <a:pt x="1698" y="184"/>
                  </a:lnTo>
                  <a:lnTo>
                    <a:pt x="1515" y="47"/>
                  </a:lnTo>
                  <a:lnTo>
                    <a:pt x="12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1"/>
            <p:cNvSpPr/>
            <p:nvPr/>
          </p:nvSpPr>
          <p:spPr>
            <a:xfrm>
              <a:off x="3513218" y="2903749"/>
              <a:ext cx="43286" cy="25369"/>
            </a:xfrm>
            <a:custGeom>
              <a:rect b="b" l="l" r="r" t="t"/>
              <a:pathLst>
                <a:path extrusionOk="0" h="1103" w="1882">
                  <a:moveTo>
                    <a:pt x="551" y="1"/>
                  </a:moveTo>
                  <a:lnTo>
                    <a:pt x="367" y="47"/>
                  </a:lnTo>
                  <a:lnTo>
                    <a:pt x="184" y="139"/>
                  </a:lnTo>
                  <a:lnTo>
                    <a:pt x="46" y="322"/>
                  </a:lnTo>
                  <a:lnTo>
                    <a:pt x="0" y="552"/>
                  </a:lnTo>
                  <a:lnTo>
                    <a:pt x="46" y="781"/>
                  </a:lnTo>
                  <a:lnTo>
                    <a:pt x="138" y="965"/>
                  </a:lnTo>
                  <a:lnTo>
                    <a:pt x="321" y="1056"/>
                  </a:lnTo>
                  <a:lnTo>
                    <a:pt x="551" y="1102"/>
                  </a:lnTo>
                  <a:lnTo>
                    <a:pt x="1285" y="1102"/>
                  </a:lnTo>
                  <a:lnTo>
                    <a:pt x="1515" y="1056"/>
                  </a:lnTo>
                  <a:lnTo>
                    <a:pt x="1698" y="965"/>
                  </a:lnTo>
                  <a:lnTo>
                    <a:pt x="1790" y="781"/>
                  </a:lnTo>
                  <a:lnTo>
                    <a:pt x="1882" y="598"/>
                  </a:lnTo>
                  <a:lnTo>
                    <a:pt x="1836" y="368"/>
                  </a:lnTo>
                  <a:lnTo>
                    <a:pt x="1698" y="184"/>
                  </a:lnTo>
                  <a:lnTo>
                    <a:pt x="1515" y="47"/>
                  </a:lnTo>
                  <a:lnTo>
                    <a:pt x="12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1"/>
            <p:cNvSpPr/>
            <p:nvPr/>
          </p:nvSpPr>
          <p:spPr>
            <a:xfrm>
              <a:off x="3652552" y="2840430"/>
              <a:ext cx="38019" cy="38019"/>
            </a:xfrm>
            <a:custGeom>
              <a:rect b="b" l="l" r="r" t="t"/>
              <a:pathLst>
                <a:path extrusionOk="0" h="1653" w="1653">
                  <a:moveTo>
                    <a:pt x="1102" y="0"/>
                  </a:moveTo>
                  <a:lnTo>
                    <a:pt x="872" y="46"/>
                  </a:lnTo>
                  <a:lnTo>
                    <a:pt x="689" y="184"/>
                  </a:lnTo>
                  <a:lnTo>
                    <a:pt x="138" y="689"/>
                  </a:lnTo>
                  <a:lnTo>
                    <a:pt x="46" y="872"/>
                  </a:lnTo>
                  <a:lnTo>
                    <a:pt x="0" y="1102"/>
                  </a:lnTo>
                  <a:lnTo>
                    <a:pt x="46" y="1331"/>
                  </a:lnTo>
                  <a:lnTo>
                    <a:pt x="138" y="1515"/>
                  </a:lnTo>
                  <a:lnTo>
                    <a:pt x="322" y="1606"/>
                  </a:lnTo>
                  <a:lnTo>
                    <a:pt x="551" y="1652"/>
                  </a:lnTo>
                  <a:lnTo>
                    <a:pt x="781" y="1606"/>
                  </a:lnTo>
                  <a:lnTo>
                    <a:pt x="964" y="1515"/>
                  </a:lnTo>
                  <a:lnTo>
                    <a:pt x="1469" y="964"/>
                  </a:lnTo>
                  <a:lnTo>
                    <a:pt x="1607" y="780"/>
                  </a:lnTo>
                  <a:lnTo>
                    <a:pt x="1653" y="551"/>
                  </a:lnTo>
                  <a:lnTo>
                    <a:pt x="1607" y="367"/>
                  </a:lnTo>
                  <a:lnTo>
                    <a:pt x="1469" y="184"/>
                  </a:lnTo>
                  <a:lnTo>
                    <a:pt x="1285" y="46"/>
                  </a:lnTo>
                  <a:lnTo>
                    <a:pt x="11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1"/>
            <p:cNvSpPr/>
            <p:nvPr/>
          </p:nvSpPr>
          <p:spPr>
            <a:xfrm>
              <a:off x="3538541" y="2954418"/>
              <a:ext cx="39077" cy="38042"/>
            </a:xfrm>
            <a:custGeom>
              <a:rect b="b" l="l" r="r" t="t"/>
              <a:pathLst>
                <a:path extrusionOk="0" h="1654" w="1699">
                  <a:moveTo>
                    <a:pt x="919" y="1"/>
                  </a:moveTo>
                  <a:lnTo>
                    <a:pt x="735" y="139"/>
                  </a:lnTo>
                  <a:lnTo>
                    <a:pt x="184" y="689"/>
                  </a:lnTo>
                  <a:lnTo>
                    <a:pt x="46" y="873"/>
                  </a:lnTo>
                  <a:lnTo>
                    <a:pt x="1" y="1102"/>
                  </a:lnTo>
                  <a:lnTo>
                    <a:pt x="46" y="1286"/>
                  </a:lnTo>
                  <a:lnTo>
                    <a:pt x="184" y="1470"/>
                  </a:lnTo>
                  <a:lnTo>
                    <a:pt x="368" y="1607"/>
                  </a:lnTo>
                  <a:lnTo>
                    <a:pt x="597" y="1653"/>
                  </a:lnTo>
                  <a:lnTo>
                    <a:pt x="781" y="1607"/>
                  </a:lnTo>
                  <a:lnTo>
                    <a:pt x="964" y="1470"/>
                  </a:lnTo>
                  <a:lnTo>
                    <a:pt x="1515" y="965"/>
                  </a:lnTo>
                  <a:lnTo>
                    <a:pt x="1653" y="781"/>
                  </a:lnTo>
                  <a:lnTo>
                    <a:pt x="1699" y="552"/>
                  </a:lnTo>
                  <a:lnTo>
                    <a:pt x="1653" y="322"/>
                  </a:lnTo>
                  <a:lnTo>
                    <a:pt x="1515" y="139"/>
                  </a:lnTo>
                  <a:lnTo>
                    <a:pt x="13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1"/>
            <p:cNvSpPr/>
            <p:nvPr/>
          </p:nvSpPr>
          <p:spPr>
            <a:xfrm>
              <a:off x="3652552" y="2954418"/>
              <a:ext cx="38019" cy="38042"/>
            </a:xfrm>
            <a:custGeom>
              <a:rect b="b" l="l" r="r" t="t"/>
              <a:pathLst>
                <a:path extrusionOk="0" h="1654" w="1653">
                  <a:moveTo>
                    <a:pt x="322" y="1"/>
                  </a:moveTo>
                  <a:lnTo>
                    <a:pt x="138" y="139"/>
                  </a:lnTo>
                  <a:lnTo>
                    <a:pt x="46" y="322"/>
                  </a:lnTo>
                  <a:lnTo>
                    <a:pt x="0" y="552"/>
                  </a:lnTo>
                  <a:lnTo>
                    <a:pt x="46" y="781"/>
                  </a:lnTo>
                  <a:lnTo>
                    <a:pt x="138" y="965"/>
                  </a:lnTo>
                  <a:lnTo>
                    <a:pt x="689" y="1470"/>
                  </a:lnTo>
                  <a:lnTo>
                    <a:pt x="872" y="1607"/>
                  </a:lnTo>
                  <a:lnTo>
                    <a:pt x="1102" y="1653"/>
                  </a:lnTo>
                  <a:lnTo>
                    <a:pt x="1285" y="1607"/>
                  </a:lnTo>
                  <a:lnTo>
                    <a:pt x="1469" y="1470"/>
                  </a:lnTo>
                  <a:lnTo>
                    <a:pt x="1607" y="1286"/>
                  </a:lnTo>
                  <a:lnTo>
                    <a:pt x="1653" y="1102"/>
                  </a:lnTo>
                  <a:lnTo>
                    <a:pt x="1607" y="873"/>
                  </a:lnTo>
                  <a:lnTo>
                    <a:pt x="1469" y="689"/>
                  </a:lnTo>
                  <a:lnTo>
                    <a:pt x="964" y="139"/>
                  </a:lnTo>
                  <a:lnTo>
                    <a:pt x="7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1"/>
            <p:cNvSpPr/>
            <p:nvPr/>
          </p:nvSpPr>
          <p:spPr>
            <a:xfrm>
              <a:off x="3538541" y="2840430"/>
              <a:ext cx="39077" cy="38019"/>
            </a:xfrm>
            <a:custGeom>
              <a:rect b="b" l="l" r="r" t="t"/>
              <a:pathLst>
                <a:path extrusionOk="0" h="1653" w="1699">
                  <a:moveTo>
                    <a:pt x="597" y="0"/>
                  </a:moveTo>
                  <a:lnTo>
                    <a:pt x="368" y="46"/>
                  </a:lnTo>
                  <a:lnTo>
                    <a:pt x="184" y="184"/>
                  </a:lnTo>
                  <a:lnTo>
                    <a:pt x="46" y="367"/>
                  </a:lnTo>
                  <a:lnTo>
                    <a:pt x="1" y="551"/>
                  </a:lnTo>
                  <a:lnTo>
                    <a:pt x="46" y="780"/>
                  </a:lnTo>
                  <a:lnTo>
                    <a:pt x="184" y="964"/>
                  </a:lnTo>
                  <a:lnTo>
                    <a:pt x="735" y="1515"/>
                  </a:lnTo>
                  <a:lnTo>
                    <a:pt x="919" y="1606"/>
                  </a:lnTo>
                  <a:lnTo>
                    <a:pt x="1102" y="1652"/>
                  </a:lnTo>
                  <a:lnTo>
                    <a:pt x="1332" y="1606"/>
                  </a:lnTo>
                  <a:lnTo>
                    <a:pt x="1515" y="1515"/>
                  </a:lnTo>
                  <a:lnTo>
                    <a:pt x="1653" y="1331"/>
                  </a:lnTo>
                  <a:lnTo>
                    <a:pt x="1699" y="1102"/>
                  </a:lnTo>
                  <a:lnTo>
                    <a:pt x="1653" y="872"/>
                  </a:lnTo>
                  <a:lnTo>
                    <a:pt x="1515" y="689"/>
                  </a:lnTo>
                  <a:lnTo>
                    <a:pt x="964" y="184"/>
                  </a:lnTo>
                  <a:lnTo>
                    <a:pt x="781" y="46"/>
                  </a:lnTo>
                  <a:lnTo>
                    <a:pt x="5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61"/>
          <p:cNvGrpSpPr/>
          <p:nvPr/>
        </p:nvGrpSpPr>
        <p:grpSpPr>
          <a:xfrm>
            <a:off x="4012502" y="2602034"/>
            <a:ext cx="439162" cy="438104"/>
            <a:chOff x="4012502" y="2815084"/>
            <a:chExt cx="439162" cy="438104"/>
          </a:xfrm>
        </p:grpSpPr>
        <p:sp>
          <p:nvSpPr>
            <p:cNvPr id="940" name="Google Shape;940;p61"/>
            <p:cNvSpPr/>
            <p:nvPr/>
          </p:nvSpPr>
          <p:spPr>
            <a:xfrm>
              <a:off x="4012502" y="2815084"/>
              <a:ext cx="439162" cy="438104"/>
            </a:xfrm>
            <a:custGeom>
              <a:rect b="b" l="l" r="r" t="t"/>
              <a:pathLst>
                <a:path extrusionOk="0" h="19048" w="19094">
                  <a:moveTo>
                    <a:pt x="3764" y="1148"/>
                  </a:moveTo>
                  <a:lnTo>
                    <a:pt x="3902" y="1194"/>
                  </a:lnTo>
                  <a:lnTo>
                    <a:pt x="4040" y="1240"/>
                  </a:lnTo>
                  <a:lnTo>
                    <a:pt x="4132" y="1377"/>
                  </a:lnTo>
                  <a:lnTo>
                    <a:pt x="4223" y="1469"/>
                  </a:lnTo>
                  <a:lnTo>
                    <a:pt x="4315" y="1607"/>
                  </a:lnTo>
                  <a:lnTo>
                    <a:pt x="4361" y="1791"/>
                  </a:lnTo>
                  <a:lnTo>
                    <a:pt x="4361" y="1928"/>
                  </a:lnTo>
                  <a:lnTo>
                    <a:pt x="4315" y="2066"/>
                  </a:lnTo>
                  <a:lnTo>
                    <a:pt x="4269" y="2204"/>
                  </a:lnTo>
                  <a:lnTo>
                    <a:pt x="4178" y="2341"/>
                  </a:lnTo>
                  <a:lnTo>
                    <a:pt x="4086" y="2479"/>
                  </a:lnTo>
                  <a:lnTo>
                    <a:pt x="3902" y="2663"/>
                  </a:lnTo>
                  <a:lnTo>
                    <a:pt x="3856" y="2892"/>
                  </a:lnTo>
                  <a:lnTo>
                    <a:pt x="3902" y="3122"/>
                  </a:lnTo>
                  <a:lnTo>
                    <a:pt x="4040" y="3305"/>
                  </a:lnTo>
                  <a:lnTo>
                    <a:pt x="5784" y="5095"/>
                  </a:lnTo>
                  <a:lnTo>
                    <a:pt x="5692" y="5141"/>
                  </a:lnTo>
                  <a:lnTo>
                    <a:pt x="5325" y="5554"/>
                  </a:lnTo>
                  <a:lnTo>
                    <a:pt x="5004" y="5967"/>
                  </a:lnTo>
                  <a:lnTo>
                    <a:pt x="3214" y="4131"/>
                  </a:lnTo>
                  <a:lnTo>
                    <a:pt x="3030" y="4039"/>
                  </a:lnTo>
                  <a:lnTo>
                    <a:pt x="2801" y="3994"/>
                  </a:lnTo>
                  <a:lnTo>
                    <a:pt x="2571" y="4039"/>
                  </a:lnTo>
                  <a:lnTo>
                    <a:pt x="2388" y="4131"/>
                  </a:lnTo>
                  <a:lnTo>
                    <a:pt x="2296" y="4223"/>
                  </a:lnTo>
                  <a:lnTo>
                    <a:pt x="2158" y="4315"/>
                  </a:lnTo>
                  <a:lnTo>
                    <a:pt x="2020" y="4361"/>
                  </a:lnTo>
                  <a:lnTo>
                    <a:pt x="1883" y="4361"/>
                  </a:lnTo>
                  <a:lnTo>
                    <a:pt x="1653" y="4315"/>
                  </a:lnTo>
                  <a:lnTo>
                    <a:pt x="1470" y="4223"/>
                  </a:lnTo>
                  <a:lnTo>
                    <a:pt x="1286" y="4085"/>
                  </a:lnTo>
                  <a:lnTo>
                    <a:pt x="1194" y="3902"/>
                  </a:lnTo>
                  <a:lnTo>
                    <a:pt x="1148" y="3718"/>
                  </a:lnTo>
                  <a:lnTo>
                    <a:pt x="1148" y="3489"/>
                  </a:lnTo>
                  <a:lnTo>
                    <a:pt x="1240" y="3305"/>
                  </a:lnTo>
                  <a:lnTo>
                    <a:pt x="1332" y="3076"/>
                  </a:lnTo>
                  <a:lnTo>
                    <a:pt x="1561" y="2984"/>
                  </a:lnTo>
                  <a:lnTo>
                    <a:pt x="1745" y="2892"/>
                  </a:lnTo>
                  <a:lnTo>
                    <a:pt x="1975" y="2892"/>
                  </a:lnTo>
                  <a:lnTo>
                    <a:pt x="2204" y="2938"/>
                  </a:lnTo>
                  <a:lnTo>
                    <a:pt x="2388" y="2984"/>
                  </a:lnTo>
                  <a:lnTo>
                    <a:pt x="2525" y="2984"/>
                  </a:lnTo>
                  <a:lnTo>
                    <a:pt x="2709" y="2938"/>
                  </a:lnTo>
                  <a:lnTo>
                    <a:pt x="2847" y="2846"/>
                  </a:lnTo>
                  <a:lnTo>
                    <a:pt x="2938" y="2708"/>
                  </a:lnTo>
                  <a:lnTo>
                    <a:pt x="2984" y="2525"/>
                  </a:lnTo>
                  <a:lnTo>
                    <a:pt x="2984" y="2387"/>
                  </a:lnTo>
                  <a:lnTo>
                    <a:pt x="2938" y="2204"/>
                  </a:lnTo>
                  <a:lnTo>
                    <a:pt x="2892" y="1974"/>
                  </a:lnTo>
                  <a:lnTo>
                    <a:pt x="2892" y="1745"/>
                  </a:lnTo>
                  <a:lnTo>
                    <a:pt x="2984" y="1561"/>
                  </a:lnTo>
                  <a:lnTo>
                    <a:pt x="3076" y="1377"/>
                  </a:lnTo>
                  <a:lnTo>
                    <a:pt x="3214" y="1240"/>
                  </a:lnTo>
                  <a:lnTo>
                    <a:pt x="3351" y="1194"/>
                  </a:lnTo>
                  <a:lnTo>
                    <a:pt x="3489" y="1148"/>
                  </a:lnTo>
                  <a:close/>
                  <a:moveTo>
                    <a:pt x="15606" y="1148"/>
                  </a:moveTo>
                  <a:lnTo>
                    <a:pt x="15743" y="1194"/>
                  </a:lnTo>
                  <a:lnTo>
                    <a:pt x="15881" y="1240"/>
                  </a:lnTo>
                  <a:lnTo>
                    <a:pt x="15973" y="1377"/>
                  </a:lnTo>
                  <a:lnTo>
                    <a:pt x="16111" y="1561"/>
                  </a:lnTo>
                  <a:lnTo>
                    <a:pt x="16202" y="1745"/>
                  </a:lnTo>
                  <a:lnTo>
                    <a:pt x="16202" y="1974"/>
                  </a:lnTo>
                  <a:lnTo>
                    <a:pt x="16111" y="2204"/>
                  </a:lnTo>
                  <a:lnTo>
                    <a:pt x="16065" y="2387"/>
                  </a:lnTo>
                  <a:lnTo>
                    <a:pt x="16065" y="2525"/>
                  </a:lnTo>
                  <a:lnTo>
                    <a:pt x="16156" y="2708"/>
                  </a:lnTo>
                  <a:lnTo>
                    <a:pt x="16248" y="2846"/>
                  </a:lnTo>
                  <a:lnTo>
                    <a:pt x="16386" y="2938"/>
                  </a:lnTo>
                  <a:lnTo>
                    <a:pt x="16524" y="2984"/>
                  </a:lnTo>
                  <a:lnTo>
                    <a:pt x="16707" y="2984"/>
                  </a:lnTo>
                  <a:lnTo>
                    <a:pt x="16891" y="2938"/>
                  </a:lnTo>
                  <a:lnTo>
                    <a:pt x="17120" y="2892"/>
                  </a:lnTo>
                  <a:lnTo>
                    <a:pt x="17304" y="2892"/>
                  </a:lnTo>
                  <a:lnTo>
                    <a:pt x="17533" y="2984"/>
                  </a:lnTo>
                  <a:lnTo>
                    <a:pt x="17717" y="3076"/>
                  </a:lnTo>
                  <a:lnTo>
                    <a:pt x="17855" y="3305"/>
                  </a:lnTo>
                  <a:lnTo>
                    <a:pt x="17946" y="3489"/>
                  </a:lnTo>
                  <a:lnTo>
                    <a:pt x="17946" y="3718"/>
                  </a:lnTo>
                  <a:lnTo>
                    <a:pt x="17901" y="3902"/>
                  </a:lnTo>
                  <a:lnTo>
                    <a:pt x="17763" y="4085"/>
                  </a:lnTo>
                  <a:lnTo>
                    <a:pt x="17625" y="4223"/>
                  </a:lnTo>
                  <a:lnTo>
                    <a:pt x="17442" y="4315"/>
                  </a:lnTo>
                  <a:lnTo>
                    <a:pt x="17212" y="4361"/>
                  </a:lnTo>
                  <a:lnTo>
                    <a:pt x="17074" y="4361"/>
                  </a:lnTo>
                  <a:lnTo>
                    <a:pt x="16937" y="4315"/>
                  </a:lnTo>
                  <a:lnTo>
                    <a:pt x="16799" y="4223"/>
                  </a:lnTo>
                  <a:lnTo>
                    <a:pt x="16661" y="4131"/>
                  </a:lnTo>
                  <a:lnTo>
                    <a:pt x="16478" y="4039"/>
                  </a:lnTo>
                  <a:lnTo>
                    <a:pt x="16294" y="3994"/>
                  </a:lnTo>
                  <a:lnTo>
                    <a:pt x="16065" y="4039"/>
                  </a:lnTo>
                  <a:lnTo>
                    <a:pt x="15881" y="4131"/>
                  </a:lnTo>
                  <a:lnTo>
                    <a:pt x="14045" y="5967"/>
                  </a:lnTo>
                  <a:lnTo>
                    <a:pt x="13770" y="5600"/>
                  </a:lnTo>
                  <a:lnTo>
                    <a:pt x="13449" y="5233"/>
                  </a:lnTo>
                  <a:lnTo>
                    <a:pt x="13265" y="5095"/>
                  </a:lnTo>
                  <a:lnTo>
                    <a:pt x="15055" y="3305"/>
                  </a:lnTo>
                  <a:lnTo>
                    <a:pt x="15193" y="3122"/>
                  </a:lnTo>
                  <a:lnTo>
                    <a:pt x="15193" y="2892"/>
                  </a:lnTo>
                  <a:lnTo>
                    <a:pt x="15193" y="2708"/>
                  </a:lnTo>
                  <a:lnTo>
                    <a:pt x="15101" y="2571"/>
                  </a:lnTo>
                  <a:lnTo>
                    <a:pt x="14917" y="2387"/>
                  </a:lnTo>
                  <a:lnTo>
                    <a:pt x="14825" y="2295"/>
                  </a:lnTo>
                  <a:lnTo>
                    <a:pt x="14780" y="2158"/>
                  </a:lnTo>
                  <a:lnTo>
                    <a:pt x="14734" y="2020"/>
                  </a:lnTo>
                  <a:lnTo>
                    <a:pt x="14734" y="1882"/>
                  </a:lnTo>
                  <a:lnTo>
                    <a:pt x="14734" y="1745"/>
                  </a:lnTo>
                  <a:lnTo>
                    <a:pt x="14780" y="1607"/>
                  </a:lnTo>
                  <a:lnTo>
                    <a:pt x="14825" y="1469"/>
                  </a:lnTo>
                  <a:lnTo>
                    <a:pt x="14917" y="1377"/>
                  </a:lnTo>
                  <a:lnTo>
                    <a:pt x="15055" y="1240"/>
                  </a:lnTo>
                  <a:lnTo>
                    <a:pt x="15193" y="1194"/>
                  </a:lnTo>
                  <a:lnTo>
                    <a:pt x="15330" y="1148"/>
                  </a:lnTo>
                  <a:close/>
                  <a:moveTo>
                    <a:pt x="9593" y="4728"/>
                  </a:moveTo>
                  <a:lnTo>
                    <a:pt x="9960" y="4774"/>
                  </a:lnTo>
                  <a:lnTo>
                    <a:pt x="10328" y="4820"/>
                  </a:lnTo>
                  <a:lnTo>
                    <a:pt x="10649" y="4911"/>
                  </a:lnTo>
                  <a:lnTo>
                    <a:pt x="10970" y="5003"/>
                  </a:lnTo>
                  <a:lnTo>
                    <a:pt x="11567" y="5233"/>
                  </a:lnTo>
                  <a:lnTo>
                    <a:pt x="12118" y="5600"/>
                  </a:lnTo>
                  <a:lnTo>
                    <a:pt x="12622" y="6013"/>
                  </a:lnTo>
                  <a:lnTo>
                    <a:pt x="13036" y="6518"/>
                  </a:lnTo>
                  <a:lnTo>
                    <a:pt x="13357" y="7069"/>
                  </a:lnTo>
                  <a:lnTo>
                    <a:pt x="13632" y="7619"/>
                  </a:lnTo>
                  <a:lnTo>
                    <a:pt x="13816" y="8262"/>
                  </a:lnTo>
                  <a:lnTo>
                    <a:pt x="13908" y="8859"/>
                  </a:lnTo>
                  <a:lnTo>
                    <a:pt x="13908" y="9501"/>
                  </a:lnTo>
                  <a:lnTo>
                    <a:pt x="13816" y="10144"/>
                  </a:lnTo>
                  <a:lnTo>
                    <a:pt x="13586" y="10740"/>
                  </a:lnTo>
                  <a:lnTo>
                    <a:pt x="13449" y="11062"/>
                  </a:lnTo>
                  <a:lnTo>
                    <a:pt x="13311" y="11383"/>
                  </a:lnTo>
                  <a:lnTo>
                    <a:pt x="13081" y="11658"/>
                  </a:lnTo>
                  <a:lnTo>
                    <a:pt x="12898" y="11934"/>
                  </a:lnTo>
                  <a:lnTo>
                    <a:pt x="12622" y="12209"/>
                  </a:lnTo>
                  <a:lnTo>
                    <a:pt x="12347" y="12438"/>
                  </a:lnTo>
                  <a:lnTo>
                    <a:pt x="12164" y="12668"/>
                  </a:lnTo>
                  <a:lnTo>
                    <a:pt x="12026" y="12897"/>
                  </a:lnTo>
                  <a:lnTo>
                    <a:pt x="11934" y="13127"/>
                  </a:lnTo>
                  <a:lnTo>
                    <a:pt x="11888" y="13402"/>
                  </a:lnTo>
                  <a:lnTo>
                    <a:pt x="11888" y="14320"/>
                  </a:lnTo>
                  <a:lnTo>
                    <a:pt x="11062" y="14320"/>
                  </a:lnTo>
                  <a:lnTo>
                    <a:pt x="11062" y="13310"/>
                  </a:lnTo>
                  <a:lnTo>
                    <a:pt x="11062" y="13127"/>
                  </a:lnTo>
                  <a:lnTo>
                    <a:pt x="10970" y="12943"/>
                  </a:lnTo>
                  <a:lnTo>
                    <a:pt x="10833" y="12852"/>
                  </a:lnTo>
                  <a:lnTo>
                    <a:pt x="10649" y="12760"/>
                  </a:lnTo>
                  <a:lnTo>
                    <a:pt x="10511" y="12714"/>
                  </a:lnTo>
                  <a:lnTo>
                    <a:pt x="10374" y="12760"/>
                  </a:lnTo>
                  <a:lnTo>
                    <a:pt x="10236" y="12806"/>
                  </a:lnTo>
                  <a:lnTo>
                    <a:pt x="10144" y="12852"/>
                  </a:lnTo>
                  <a:lnTo>
                    <a:pt x="10052" y="12943"/>
                  </a:lnTo>
                  <a:lnTo>
                    <a:pt x="9960" y="13035"/>
                  </a:lnTo>
                  <a:lnTo>
                    <a:pt x="9960" y="13173"/>
                  </a:lnTo>
                  <a:lnTo>
                    <a:pt x="9915" y="13310"/>
                  </a:lnTo>
                  <a:lnTo>
                    <a:pt x="9915" y="14320"/>
                  </a:lnTo>
                  <a:lnTo>
                    <a:pt x="9134" y="14320"/>
                  </a:lnTo>
                  <a:lnTo>
                    <a:pt x="9134" y="13310"/>
                  </a:lnTo>
                  <a:lnTo>
                    <a:pt x="9088" y="13127"/>
                  </a:lnTo>
                  <a:lnTo>
                    <a:pt x="9043" y="12943"/>
                  </a:lnTo>
                  <a:lnTo>
                    <a:pt x="8905" y="12852"/>
                  </a:lnTo>
                  <a:lnTo>
                    <a:pt x="8721" y="12760"/>
                  </a:lnTo>
                  <a:lnTo>
                    <a:pt x="8584" y="12714"/>
                  </a:lnTo>
                  <a:lnTo>
                    <a:pt x="8446" y="12760"/>
                  </a:lnTo>
                  <a:lnTo>
                    <a:pt x="8308" y="12806"/>
                  </a:lnTo>
                  <a:lnTo>
                    <a:pt x="8216" y="12852"/>
                  </a:lnTo>
                  <a:lnTo>
                    <a:pt x="8125" y="12943"/>
                  </a:lnTo>
                  <a:lnTo>
                    <a:pt x="8033" y="13035"/>
                  </a:lnTo>
                  <a:lnTo>
                    <a:pt x="7987" y="13173"/>
                  </a:lnTo>
                  <a:lnTo>
                    <a:pt x="7987" y="13310"/>
                  </a:lnTo>
                  <a:lnTo>
                    <a:pt x="7987" y="14320"/>
                  </a:lnTo>
                  <a:lnTo>
                    <a:pt x="7161" y="14320"/>
                  </a:lnTo>
                  <a:lnTo>
                    <a:pt x="7161" y="13402"/>
                  </a:lnTo>
                  <a:lnTo>
                    <a:pt x="7161" y="13127"/>
                  </a:lnTo>
                  <a:lnTo>
                    <a:pt x="7069" y="12897"/>
                  </a:lnTo>
                  <a:lnTo>
                    <a:pt x="6931" y="12668"/>
                  </a:lnTo>
                  <a:lnTo>
                    <a:pt x="6702" y="12438"/>
                  </a:lnTo>
                  <a:lnTo>
                    <a:pt x="6426" y="12209"/>
                  </a:lnTo>
                  <a:lnTo>
                    <a:pt x="6197" y="11934"/>
                  </a:lnTo>
                  <a:lnTo>
                    <a:pt x="5968" y="11658"/>
                  </a:lnTo>
                  <a:lnTo>
                    <a:pt x="5784" y="11337"/>
                  </a:lnTo>
                  <a:lnTo>
                    <a:pt x="5600" y="11062"/>
                  </a:lnTo>
                  <a:lnTo>
                    <a:pt x="5463" y="10740"/>
                  </a:lnTo>
                  <a:lnTo>
                    <a:pt x="5279" y="10098"/>
                  </a:lnTo>
                  <a:lnTo>
                    <a:pt x="5187" y="9455"/>
                  </a:lnTo>
                  <a:lnTo>
                    <a:pt x="5187" y="8813"/>
                  </a:lnTo>
                  <a:lnTo>
                    <a:pt x="5279" y="8170"/>
                  </a:lnTo>
                  <a:lnTo>
                    <a:pt x="5463" y="7573"/>
                  </a:lnTo>
                  <a:lnTo>
                    <a:pt x="5738" y="6977"/>
                  </a:lnTo>
                  <a:lnTo>
                    <a:pt x="6059" y="6472"/>
                  </a:lnTo>
                  <a:lnTo>
                    <a:pt x="6518" y="5967"/>
                  </a:lnTo>
                  <a:lnTo>
                    <a:pt x="7023" y="5554"/>
                  </a:lnTo>
                  <a:lnTo>
                    <a:pt x="7574" y="5187"/>
                  </a:lnTo>
                  <a:lnTo>
                    <a:pt x="8171" y="4957"/>
                  </a:lnTo>
                  <a:lnTo>
                    <a:pt x="8538" y="4866"/>
                  </a:lnTo>
                  <a:lnTo>
                    <a:pt x="8859" y="4774"/>
                  </a:lnTo>
                  <a:lnTo>
                    <a:pt x="9226" y="4774"/>
                  </a:lnTo>
                  <a:lnTo>
                    <a:pt x="9593" y="4728"/>
                  </a:lnTo>
                  <a:close/>
                  <a:moveTo>
                    <a:pt x="5509" y="12852"/>
                  </a:moveTo>
                  <a:lnTo>
                    <a:pt x="5784" y="13127"/>
                  </a:lnTo>
                  <a:lnTo>
                    <a:pt x="5968" y="13265"/>
                  </a:lnTo>
                  <a:lnTo>
                    <a:pt x="6013" y="13356"/>
                  </a:lnTo>
                  <a:lnTo>
                    <a:pt x="6059" y="13402"/>
                  </a:lnTo>
                  <a:lnTo>
                    <a:pt x="6059" y="13953"/>
                  </a:lnTo>
                  <a:lnTo>
                    <a:pt x="4178" y="15881"/>
                  </a:lnTo>
                  <a:lnTo>
                    <a:pt x="4040" y="16064"/>
                  </a:lnTo>
                  <a:lnTo>
                    <a:pt x="3994" y="16294"/>
                  </a:lnTo>
                  <a:lnTo>
                    <a:pt x="4040" y="16477"/>
                  </a:lnTo>
                  <a:lnTo>
                    <a:pt x="4178" y="16661"/>
                  </a:lnTo>
                  <a:lnTo>
                    <a:pt x="4269" y="16799"/>
                  </a:lnTo>
                  <a:lnTo>
                    <a:pt x="4315" y="16936"/>
                  </a:lnTo>
                  <a:lnTo>
                    <a:pt x="4361" y="17074"/>
                  </a:lnTo>
                  <a:lnTo>
                    <a:pt x="4361" y="17212"/>
                  </a:lnTo>
                  <a:lnTo>
                    <a:pt x="4361" y="17349"/>
                  </a:lnTo>
                  <a:lnTo>
                    <a:pt x="4315" y="17487"/>
                  </a:lnTo>
                  <a:lnTo>
                    <a:pt x="4269" y="17625"/>
                  </a:lnTo>
                  <a:lnTo>
                    <a:pt x="4178" y="17716"/>
                  </a:lnTo>
                  <a:lnTo>
                    <a:pt x="4040" y="17808"/>
                  </a:lnTo>
                  <a:lnTo>
                    <a:pt x="3902" y="17900"/>
                  </a:lnTo>
                  <a:lnTo>
                    <a:pt x="3764" y="17946"/>
                  </a:lnTo>
                  <a:lnTo>
                    <a:pt x="3489" y="17946"/>
                  </a:lnTo>
                  <a:lnTo>
                    <a:pt x="3351" y="17900"/>
                  </a:lnTo>
                  <a:lnTo>
                    <a:pt x="3214" y="17808"/>
                  </a:lnTo>
                  <a:lnTo>
                    <a:pt x="3122" y="17716"/>
                  </a:lnTo>
                  <a:lnTo>
                    <a:pt x="2984" y="17533"/>
                  </a:lnTo>
                  <a:lnTo>
                    <a:pt x="2892" y="17303"/>
                  </a:lnTo>
                  <a:lnTo>
                    <a:pt x="2892" y="17120"/>
                  </a:lnTo>
                  <a:lnTo>
                    <a:pt x="2984" y="16890"/>
                  </a:lnTo>
                  <a:lnTo>
                    <a:pt x="3030" y="16707"/>
                  </a:lnTo>
                  <a:lnTo>
                    <a:pt x="3030" y="16523"/>
                  </a:lnTo>
                  <a:lnTo>
                    <a:pt x="2938" y="16386"/>
                  </a:lnTo>
                  <a:lnTo>
                    <a:pt x="2847" y="16248"/>
                  </a:lnTo>
                  <a:lnTo>
                    <a:pt x="2709" y="16156"/>
                  </a:lnTo>
                  <a:lnTo>
                    <a:pt x="2571" y="16064"/>
                  </a:lnTo>
                  <a:lnTo>
                    <a:pt x="2388" y="16064"/>
                  </a:lnTo>
                  <a:lnTo>
                    <a:pt x="2204" y="16110"/>
                  </a:lnTo>
                  <a:lnTo>
                    <a:pt x="1975" y="16202"/>
                  </a:lnTo>
                  <a:lnTo>
                    <a:pt x="1745" y="16202"/>
                  </a:lnTo>
                  <a:lnTo>
                    <a:pt x="1561" y="16110"/>
                  </a:lnTo>
                  <a:lnTo>
                    <a:pt x="1378" y="15972"/>
                  </a:lnTo>
                  <a:lnTo>
                    <a:pt x="1286" y="15881"/>
                  </a:lnTo>
                  <a:lnTo>
                    <a:pt x="1194" y="15743"/>
                  </a:lnTo>
                  <a:lnTo>
                    <a:pt x="1148" y="15605"/>
                  </a:lnTo>
                  <a:lnTo>
                    <a:pt x="1148" y="15468"/>
                  </a:lnTo>
                  <a:lnTo>
                    <a:pt x="1148" y="15330"/>
                  </a:lnTo>
                  <a:lnTo>
                    <a:pt x="1194" y="15192"/>
                  </a:lnTo>
                  <a:lnTo>
                    <a:pt x="1286" y="15055"/>
                  </a:lnTo>
                  <a:lnTo>
                    <a:pt x="1378" y="14917"/>
                  </a:lnTo>
                  <a:lnTo>
                    <a:pt x="1470" y="14825"/>
                  </a:lnTo>
                  <a:lnTo>
                    <a:pt x="1607" y="14779"/>
                  </a:lnTo>
                  <a:lnTo>
                    <a:pt x="1745" y="14733"/>
                  </a:lnTo>
                  <a:lnTo>
                    <a:pt x="2020" y="14733"/>
                  </a:lnTo>
                  <a:lnTo>
                    <a:pt x="2158" y="14779"/>
                  </a:lnTo>
                  <a:lnTo>
                    <a:pt x="2296" y="14825"/>
                  </a:lnTo>
                  <a:lnTo>
                    <a:pt x="2433" y="14917"/>
                  </a:lnTo>
                  <a:lnTo>
                    <a:pt x="2571" y="15100"/>
                  </a:lnTo>
                  <a:lnTo>
                    <a:pt x="2709" y="15192"/>
                  </a:lnTo>
                  <a:lnTo>
                    <a:pt x="2938" y="15238"/>
                  </a:lnTo>
                  <a:lnTo>
                    <a:pt x="3122" y="15192"/>
                  </a:lnTo>
                  <a:lnTo>
                    <a:pt x="3306" y="15055"/>
                  </a:lnTo>
                  <a:lnTo>
                    <a:pt x="5509" y="12852"/>
                  </a:lnTo>
                  <a:close/>
                  <a:moveTo>
                    <a:pt x="13586" y="12852"/>
                  </a:moveTo>
                  <a:lnTo>
                    <a:pt x="15789" y="15055"/>
                  </a:lnTo>
                  <a:lnTo>
                    <a:pt x="15973" y="15192"/>
                  </a:lnTo>
                  <a:lnTo>
                    <a:pt x="16202" y="15192"/>
                  </a:lnTo>
                  <a:lnTo>
                    <a:pt x="16432" y="15146"/>
                  </a:lnTo>
                  <a:lnTo>
                    <a:pt x="16615" y="15009"/>
                  </a:lnTo>
                  <a:lnTo>
                    <a:pt x="16753" y="14871"/>
                  </a:lnTo>
                  <a:lnTo>
                    <a:pt x="16891" y="14779"/>
                  </a:lnTo>
                  <a:lnTo>
                    <a:pt x="17029" y="14733"/>
                  </a:lnTo>
                  <a:lnTo>
                    <a:pt x="17350" y="14733"/>
                  </a:lnTo>
                  <a:lnTo>
                    <a:pt x="17487" y="14779"/>
                  </a:lnTo>
                  <a:lnTo>
                    <a:pt x="17625" y="14825"/>
                  </a:lnTo>
                  <a:lnTo>
                    <a:pt x="17717" y="14917"/>
                  </a:lnTo>
                  <a:lnTo>
                    <a:pt x="17809" y="15055"/>
                  </a:lnTo>
                  <a:lnTo>
                    <a:pt x="17901" y="15192"/>
                  </a:lnTo>
                  <a:lnTo>
                    <a:pt x="17946" y="15330"/>
                  </a:lnTo>
                  <a:lnTo>
                    <a:pt x="17946" y="15468"/>
                  </a:lnTo>
                  <a:lnTo>
                    <a:pt x="17946" y="15605"/>
                  </a:lnTo>
                  <a:lnTo>
                    <a:pt x="17901" y="15743"/>
                  </a:lnTo>
                  <a:lnTo>
                    <a:pt x="17809" y="15881"/>
                  </a:lnTo>
                  <a:lnTo>
                    <a:pt x="17717" y="15972"/>
                  </a:lnTo>
                  <a:lnTo>
                    <a:pt x="17533" y="16110"/>
                  </a:lnTo>
                  <a:lnTo>
                    <a:pt x="17350" y="16202"/>
                  </a:lnTo>
                  <a:lnTo>
                    <a:pt x="17120" y="16202"/>
                  </a:lnTo>
                  <a:lnTo>
                    <a:pt x="16891" y="16110"/>
                  </a:lnTo>
                  <a:lnTo>
                    <a:pt x="16707" y="16064"/>
                  </a:lnTo>
                  <a:lnTo>
                    <a:pt x="16524" y="16064"/>
                  </a:lnTo>
                  <a:lnTo>
                    <a:pt x="16386" y="16156"/>
                  </a:lnTo>
                  <a:lnTo>
                    <a:pt x="16248" y="16248"/>
                  </a:lnTo>
                  <a:lnTo>
                    <a:pt x="16156" y="16386"/>
                  </a:lnTo>
                  <a:lnTo>
                    <a:pt x="16111" y="16523"/>
                  </a:lnTo>
                  <a:lnTo>
                    <a:pt x="16065" y="16707"/>
                  </a:lnTo>
                  <a:lnTo>
                    <a:pt x="16156" y="16890"/>
                  </a:lnTo>
                  <a:lnTo>
                    <a:pt x="16202" y="17120"/>
                  </a:lnTo>
                  <a:lnTo>
                    <a:pt x="16202" y="17303"/>
                  </a:lnTo>
                  <a:lnTo>
                    <a:pt x="16111" y="17533"/>
                  </a:lnTo>
                  <a:lnTo>
                    <a:pt x="15973" y="17716"/>
                  </a:lnTo>
                  <a:lnTo>
                    <a:pt x="15881" y="17808"/>
                  </a:lnTo>
                  <a:lnTo>
                    <a:pt x="15743" y="17900"/>
                  </a:lnTo>
                  <a:lnTo>
                    <a:pt x="15606" y="17946"/>
                  </a:lnTo>
                  <a:lnTo>
                    <a:pt x="15330" y="17946"/>
                  </a:lnTo>
                  <a:lnTo>
                    <a:pt x="15193" y="17900"/>
                  </a:lnTo>
                  <a:lnTo>
                    <a:pt x="15055" y="17808"/>
                  </a:lnTo>
                  <a:lnTo>
                    <a:pt x="14963" y="17716"/>
                  </a:lnTo>
                  <a:lnTo>
                    <a:pt x="14871" y="17625"/>
                  </a:lnTo>
                  <a:lnTo>
                    <a:pt x="14780" y="17487"/>
                  </a:lnTo>
                  <a:lnTo>
                    <a:pt x="14734" y="17349"/>
                  </a:lnTo>
                  <a:lnTo>
                    <a:pt x="14734" y="17212"/>
                  </a:lnTo>
                  <a:lnTo>
                    <a:pt x="14734" y="17074"/>
                  </a:lnTo>
                  <a:lnTo>
                    <a:pt x="14780" y="16936"/>
                  </a:lnTo>
                  <a:lnTo>
                    <a:pt x="14871" y="16799"/>
                  </a:lnTo>
                  <a:lnTo>
                    <a:pt x="14963" y="16661"/>
                  </a:lnTo>
                  <a:lnTo>
                    <a:pt x="15055" y="16477"/>
                  </a:lnTo>
                  <a:lnTo>
                    <a:pt x="15101" y="16294"/>
                  </a:lnTo>
                  <a:lnTo>
                    <a:pt x="15055" y="16064"/>
                  </a:lnTo>
                  <a:lnTo>
                    <a:pt x="14963" y="15881"/>
                  </a:lnTo>
                  <a:lnTo>
                    <a:pt x="13036" y="13953"/>
                  </a:lnTo>
                  <a:lnTo>
                    <a:pt x="13036" y="13402"/>
                  </a:lnTo>
                  <a:lnTo>
                    <a:pt x="13081" y="13356"/>
                  </a:lnTo>
                  <a:lnTo>
                    <a:pt x="13173" y="13265"/>
                  </a:lnTo>
                  <a:lnTo>
                    <a:pt x="13586" y="12852"/>
                  </a:lnTo>
                  <a:close/>
                  <a:moveTo>
                    <a:pt x="3443" y="1"/>
                  </a:moveTo>
                  <a:lnTo>
                    <a:pt x="3214" y="47"/>
                  </a:lnTo>
                  <a:lnTo>
                    <a:pt x="2984" y="92"/>
                  </a:lnTo>
                  <a:lnTo>
                    <a:pt x="2709" y="230"/>
                  </a:lnTo>
                  <a:lnTo>
                    <a:pt x="2525" y="368"/>
                  </a:lnTo>
                  <a:lnTo>
                    <a:pt x="2296" y="505"/>
                  </a:lnTo>
                  <a:lnTo>
                    <a:pt x="2112" y="689"/>
                  </a:lnTo>
                  <a:lnTo>
                    <a:pt x="1975" y="919"/>
                  </a:lnTo>
                  <a:lnTo>
                    <a:pt x="1883" y="1194"/>
                  </a:lnTo>
                  <a:lnTo>
                    <a:pt x="1791" y="1423"/>
                  </a:lnTo>
                  <a:lnTo>
                    <a:pt x="1745" y="1745"/>
                  </a:lnTo>
                  <a:lnTo>
                    <a:pt x="1470" y="1791"/>
                  </a:lnTo>
                  <a:lnTo>
                    <a:pt x="1194" y="1836"/>
                  </a:lnTo>
                  <a:lnTo>
                    <a:pt x="965" y="1974"/>
                  </a:lnTo>
                  <a:lnTo>
                    <a:pt x="735" y="2112"/>
                  </a:lnTo>
                  <a:lnTo>
                    <a:pt x="552" y="2295"/>
                  </a:lnTo>
                  <a:lnTo>
                    <a:pt x="368" y="2479"/>
                  </a:lnTo>
                  <a:lnTo>
                    <a:pt x="230" y="2708"/>
                  </a:lnTo>
                  <a:lnTo>
                    <a:pt x="139" y="2938"/>
                  </a:lnTo>
                  <a:lnTo>
                    <a:pt x="47" y="3213"/>
                  </a:lnTo>
                  <a:lnTo>
                    <a:pt x="1" y="3443"/>
                  </a:lnTo>
                  <a:lnTo>
                    <a:pt x="1" y="3718"/>
                  </a:lnTo>
                  <a:lnTo>
                    <a:pt x="47" y="3948"/>
                  </a:lnTo>
                  <a:lnTo>
                    <a:pt x="93" y="4223"/>
                  </a:lnTo>
                  <a:lnTo>
                    <a:pt x="230" y="4453"/>
                  </a:lnTo>
                  <a:lnTo>
                    <a:pt x="368" y="4728"/>
                  </a:lnTo>
                  <a:lnTo>
                    <a:pt x="552" y="4911"/>
                  </a:lnTo>
                  <a:lnTo>
                    <a:pt x="827" y="5187"/>
                  </a:lnTo>
                  <a:lnTo>
                    <a:pt x="1148" y="5325"/>
                  </a:lnTo>
                  <a:lnTo>
                    <a:pt x="1516" y="5462"/>
                  </a:lnTo>
                  <a:lnTo>
                    <a:pt x="1883" y="5462"/>
                  </a:lnTo>
                  <a:lnTo>
                    <a:pt x="2342" y="5416"/>
                  </a:lnTo>
                  <a:lnTo>
                    <a:pt x="2755" y="5279"/>
                  </a:lnTo>
                  <a:lnTo>
                    <a:pt x="4453" y="6977"/>
                  </a:lnTo>
                  <a:lnTo>
                    <a:pt x="4269" y="7482"/>
                  </a:lnTo>
                  <a:lnTo>
                    <a:pt x="4132" y="7987"/>
                  </a:lnTo>
                  <a:lnTo>
                    <a:pt x="4086" y="8491"/>
                  </a:lnTo>
                  <a:lnTo>
                    <a:pt x="4040" y="8996"/>
                  </a:lnTo>
                  <a:lnTo>
                    <a:pt x="4086" y="9776"/>
                  </a:lnTo>
                  <a:lnTo>
                    <a:pt x="4223" y="10511"/>
                  </a:lnTo>
                  <a:lnTo>
                    <a:pt x="4453" y="11245"/>
                  </a:lnTo>
                  <a:lnTo>
                    <a:pt x="4820" y="11934"/>
                  </a:lnTo>
                  <a:lnTo>
                    <a:pt x="2892" y="13861"/>
                  </a:lnTo>
                  <a:lnTo>
                    <a:pt x="2617" y="13724"/>
                  </a:lnTo>
                  <a:lnTo>
                    <a:pt x="2296" y="13632"/>
                  </a:lnTo>
                  <a:lnTo>
                    <a:pt x="1975" y="13586"/>
                  </a:lnTo>
                  <a:lnTo>
                    <a:pt x="1699" y="13586"/>
                  </a:lnTo>
                  <a:lnTo>
                    <a:pt x="1378" y="13632"/>
                  </a:lnTo>
                  <a:lnTo>
                    <a:pt x="1057" y="13724"/>
                  </a:lnTo>
                  <a:lnTo>
                    <a:pt x="781" y="13907"/>
                  </a:lnTo>
                  <a:lnTo>
                    <a:pt x="552" y="14137"/>
                  </a:lnTo>
                  <a:lnTo>
                    <a:pt x="322" y="14412"/>
                  </a:lnTo>
                  <a:lnTo>
                    <a:pt x="139" y="14733"/>
                  </a:lnTo>
                  <a:lnTo>
                    <a:pt x="47" y="15100"/>
                  </a:lnTo>
                  <a:lnTo>
                    <a:pt x="1" y="15422"/>
                  </a:lnTo>
                  <a:lnTo>
                    <a:pt x="47" y="15789"/>
                  </a:lnTo>
                  <a:lnTo>
                    <a:pt x="139" y="16156"/>
                  </a:lnTo>
                  <a:lnTo>
                    <a:pt x="322" y="16477"/>
                  </a:lnTo>
                  <a:lnTo>
                    <a:pt x="552" y="16753"/>
                  </a:lnTo>
                  <a:lnTo>
                    <a:pt x="827" y="16982"/>
                  </a:lnTo>
                  <a:lnTo>
                    <a:pt x="1103" y="17166"/>
                  </a:lnTo>
                  <a:lnTo>
                    <a:pt x="1424" y="17258"/>
                  </a:lnTo>
                  <a:lnTo>
                    <a:pt x="1745" y="17303"/>
                  </a:lnTo>
                  <a:lnTo>
                    <a:pt x="1791" y="17625"/>
                  </a:lnTo>
                  <a:lnTo>
                    <a:pt x="1929" y="17946"/>
                  </a:lnTo>
                  <a:lnTo>
                    <a:pt x="2066" y="18267"/>
                  </a:lnTo>
                  <a:lnTo>
                    <a:pt x="2296" y="18497"/>
                  </a:lnTo>
                  <a:lnTo>
                    <a:pt x="2571" y="18772"/>
                  </a:lnTo>
                  <a:lnTo>
                    <a:pt x="2892" y="18910"/>
                  </a:lnTo>
                  <a:lnTo>
                    <a:pt x="3260" y="19047"/>
                  </a:lnTo>
                  <a:lnTo>
                    <a:pt x="3994" y="19047"/>
                  </a:lnTo>
                  <a:lnTo>
                    <a:pt x="4315" y="18910"/>
                  </a:lnTo>
                  <a:lnTo>
                    <a:pt x="4637" y="18772"/>
                  </a:lnTo>
                  <a:lnTo>
                    <a:pt x="4958" y="18497"/>
                  </a:lnTo>
                  <a:lnTo>
                    <a:pt x="5141" y="18267"/>
                  </a:lnTo>
                  <a:lnTo>
                    <a:pt x="5279" y="18038"/>
                  </a:lnTo>
                  <a:lnTo>
                    <a:pt x="5417" y="17762"/>
                  </a:lnTo>
                  <a:lnTo>
                    <a:pt x="5463" y="17441"/>
                  </a:lnTo>
                  <a:lnTo>
                    <a:pt x="5509" y="17166"/>
                  </a:lnTo>
                  <a:lnTo>
                    <a:pt x="5463" y="16890"/>
                  </a:lnTo>
                  <a:lnTo>
                    <a:pt x="5417" y="16615"/>
                  </a:lnTo>
                  <a:lnTo>
                    <a:pt x="5279" y="16340"/>
                  </a:lnTo>
                  <a:lnTo>
                    <a:pt x="6426" y="15192"/>
                  </a:lnTo>
                  <a:lnTo>
                    <a:pt x="6564" y="15284"/>
                  </a:lnTo>
                  <a:lnTo>
                    <a:pt x="6748" y="15376"/>
                  </a:lnTo>
                  <a:lnTo>
                    <a:pt x="6931" y="15422"/>
                  </a:lnTo>
                  <a:lnTo>
                    <a:pt x="7115" y="15468"/>
                  </a:lnTo>
                  <a:lnTo>
                    <a:pt x="11934" y="15468"/>
                  </a:lnTo>
                  <a:lnTo>
                    <a:pt x="12164" y="15422"/>
                  </a:lnTo>
                  <a:lnTo>
                    <a:pt x="12347" y="15376"/>
                  </a:lnTo>
                  <a:lnTo>
                    <a:pt x="12485" y="15284"/>
                  </a:lnTo>
                  <a:lnTo>
                    <a:pt x="12668" y="15192"/>
                  </a:lnTo>
                  <a:lnTo>
                    <a:pt x="13770" y="16340"/>
                  </a:lnTo>
                  <a:lnTo>
                    <a:pt x="13678" y="16569"/>
                  </a:lnTo>
                  <a:lnTo>
                    <a:pt x="13632" y="16799"/>
                  </a:lnTo>
                  <a:lnTo>
                    <a:pt x="13586" y="17028"/>
                  </a:lnTo>
                  <a:lnTo>
                    <a:pt x="13586" y="17258"/>
                  </a:lnTo>
                  <a:lnTo>
                    <a:pt x="13586" y="17487"/>
                  </a:lnTo>
                  <a:lnTo>
                    <a:pt x="13678" y="17716"/>
                  </a:lnTo>
                  <a:lnTo>
                    <a:pt x="13724" y="17946"/>
                  </a:lnTo>
                  <a:lnTo>
                    <a:pt x="13862" y="18175"/>
                  </a:lnTo>
                  <a:lnTo>
                    <a:pt x="13999" y="18359"/>
                  </a:lnTo>
                  <a:lnTo>
                    <a:pt x="14137" y="18543"/>
                  </a:lnTo>
                  <a:lnTo>
                    <a:pt x="14321" y="18680"/>
                  </a:lnTo>
                  <a:lnTo>
                    <a:pt x="14504" y="18818"/>
                  </a:lnTo>
                  <a:lnTo>
                    <a:pt x="14734" y="18910"/>
                  </a:lnTo>
                  <a:lnTo>
                    <a:pt x="14963" y="19002"/>
                  </a:lnTo>
                  <a:lnTo>
                    <a:pt x="15193" y="19047"/>
                  </a:lnTo>
                  <a:lnTo>
                    <a:pt x="15835" y="19047"/>
                  </a:lnTo>
                  <a:lnTo>
                    <a:pt x="16156" y="18910"/>
                  </a:lnTo>
                  <a:lnTo>
                    <a:pt x="16478" y="18772"/>
                  </a:lnTo>
                  <a:lnTo>
                    <a:pt x="16753" y="18543"/>
                  </a:lnTo>
                  <a:lnTo>
                    <a:pt x="16983" y="18313"/>
                  </a:lnTo>
                  <a:lnTo>
                    <a:pt x="17166" y="17992"/>
                  </a:lnTo>
                  <a:lnTo>
                    <a:pt x="17258" y="17671"/>
                  </a:lnTo>
                  <a:lnTo>
                    <a:pt x="17350" y="17303"/>
                  </a:lnTo>
                  <a:lnTo>
                    <a:pt x="17625" y="17258"/>
                  </a:lnTo>
                  <a:lnTo>
                    <a:pt x="17901" y="17212"/>
                  </a:lnTo>
                  <a:lnTo>
                    <a:pt x="18130" y="17074"/>
                  </a:lnTo>
                  <a:lnTo>
                    <a:pt x="18359" y="16936"/>
                  </a:lnTo>
                  <a:lnTo>
                    <a:pt x="18543" y="16753"/>
                  </a:lnTo>
                  <a:lnTo>
                    <a:pt x="18727" y="16569"/>
                  </a:lnTo>
                  <a:lnTo>
                    <a:pt x="18864" y="16340"/>
                  </a:lnTo>
                  <a:lnTo>
                    <a:pt x="18956" y="16110"/>
                  </a:lnTo>
                  <a:lnTo>
                    <a:pt x="19048" y="15835"/>
                  </a:lnTo>
                  <a:lnTo>
                    <a:pt x="19048" y="15605"/>
                  </a:lnTo>
                  <a:lnTo>
                    <a:pt x="19094" y="15330"/>
                  </a:lnTo>
                  <a:lnTo>
                    <a:pt x="19048" y="15055"/>
                  </a:lnTo>
                  <a:lnTo>
                    <a:pt x="18956" y="14825"/>
                  </a:lnTo>
                  <a:lnTo>
                    <a:pt x="18864" y="14596"/>
                  </a:lnTo>
                  <a:lnTo>
                    <a:pt x="18727" y="14320"/>
                  </a:lnTo>
                  <a:lnTo>
                    <a:pt x="18543" y="14137"/>
                  </a:lnTo>
                  <a:lnTo>
                    <a:pt x="18268" y="13907"/>
                  </a:lnTo>
                  <a:lnTo>
                    <a:pt x="17992" y="13724"/>
                  </a:lnTo>
                  <a:lnTo>
                    <a:pt x="17717" y="13632"/>
                  </a:lnTo>
                  <a:lnTo>
                    <a:pt x="17396" y="13586"/>
                  </a:lnTo>
                  <a:lnTo>
                    <a:pt x="17074" y="13586"/>
                  </a:lnTo>
                  <a:lnTo>
                    <a:pt x="16799" y="13632"/>
                  </a:lnTo>
                  <a:lnTo>
                    <a:pt x="16478" y="13724"/>
                  </a:lnTo>
                  <a:lnTo>
                    <a:pt x="16202" y="13861"/>
                  </a:lnTo>
                  <a:lnTo>
                    <a:pt x="14275" y="11934"/>
                  </a:lnTo>
                  <a:lnTo>
                    <a:pt x="14596" y="11245"/>
                  </a:lnTo>
                  <a:lnTo>
                    <a:pt x="14825" y="10557"/>
                  </a:lnTo>
                  <a:lnTo>
                    <a:pt x="15009" y="9822"/>
                  </a:lnTo>
                  <a:lnTo>
                    <a:pt x="15055" y="9088"/>
                  </a:lnTo>
                  <a:lnTo>
                    <a:pt x="15009" y="8537"/>
                  </a:lnTo>
                  <a:lnTo>
                    <a:pt x="14917" y="8032"/>
                  </a:lnTo>
                  <a:lnTo>
                    <a:pt x="14825" y="7482"/>
                  </a:lnTo>
                  <a:lnTo>
                    <a:pt x="14642" y="6977"/>
                  </a:lnTo>
                  <a:lnTo>
                    <a:pt x="16340" y="5279"/>
                  </a:lnTo>
                  <a:lnTo>
                    <a:pt x="16615" y="5370"/>
                  </a:lnTo>
                  <a:lnTo>
                    <a:pt x="16891" y="5462"/>
                  </a:lnTo>
                  <a:lnTo>
                    <a:pt x="17487" y="5462"/>
                  </a:lnTo>
                  <a:lnTo>
                    <a:pt x="17763" y="5416"/>
                  </a:lnTo>
                  <a:lnTo>
                    <a:pt x="18038" y="5279"/>
                  </a:lnTo>
                  <a:lnTo>
                    <a:pt x="18268" y="5141"/>
                  </a:lnTo>
                  <a:lnTo>
                    <a:pt x="18543" y="4911"/>
                  </a:lnTo>
                  <a:lnTo>
                    <a:pt x="18727" y="4728"/>
                  </a:lnTo>
                  <a:lnTo>
                    <a:pt x="18864" y="4453"/>
                  </a:lnTo>
                  <a:lnTo>
                    <a:pt x="18956" y="4223"/>
                  </a:lnTo>
                  <a:lnTo>
                    <a:pt x="19048" y="3948"/>
                  </a:lnTo>
                  <a:lnTo>
                    <a:pt x="19094" y="3718"/>
                  </a:lnTo>
                  <a:lnTo>
                    <a:pt x="19048" y="3443"/>
                  </a:lnTo>
                  <a:lnTo>
                    <a:pt x="19048" y="3213"/>
                  </a:lnTo>
                  <a:lnTo>
                    <a:pt x="18956" y="2938"/>
                  </a:lnTo>
                  <a:lnTo>
                    <a:pt x="18864" y="2708"/>
                  </a:lnTo>
                  <a:lnTo>
                    <a:pt x="18727" y="2479"/>
                  </a:lnTo>
                  <a:lnTo>
                    <a:pt x="18543" y="2295"/>
                  </a:lnTo>
                  <a:lnTo>
                    <a:pt x="18359" y="2112"/>
                  </a:lnTo>
                  <a:lnTo>
                    <a:pt x="18130" y="1974"/>
                  </a:lnTo>
                  <a:lnTo>
                    <a:pt x="17901" y="1836"/>
                  </a:lnTo>
                  <a:lnTo>
                    <a:pt x="17625" y="1791"/>
                  </a:lnTo>
                  <a:lnTo>
                    <a:pt x="17350" y="1745"/>
                  </a:lnTo>
                  <a:lnTo>
                    <a:pt x="17304" y="1423"/>
                  </a:lnTo>
                  <a:lnTo>
                    <a:pt x="17212" y="1194"/>
                  </a:lnTo>
                  <a:lnTo>
                    <a:pt x="17074" y="919"/>
                  </a:lnTo>
                  <a:lnTo>
                    <a:pt x="16937" y="689"/>
                  </a:lnTo>
                  <a:lnTo>
                    <a:pt x="16753" y="505"/>
                  </a:lnTo>
                  <a:lnTo>
                    <a:pt x="16570" y="368"/>
                  </a:lnTo>
                  <a:lnTo>
                    <a:pt x="16340" y="230"/>
                  </a:lnTo>
                  <a:lnTo>
                    <a:pt x="16111" y="92"/>
                  </a:lnTo>
                  <a:lnTo>
                    <a:pt x="15881" y="47"/>
                  </a:lnTo>
                  <a:lnTo>
                    <a:pt x="15606" y="1"/>
                  </a:lnTo>
                  <a:lnTo>
                    <a:pt x="15101" y="1"/>
                  </a:lnTo>
                  <a:lnTo>
                    <a:pt x="14825" y="92"/>
                  </a:lnTo>
                  <a:lnTo>
                    <a:pt x="14596" y="184"/>
                  </a:lnTo>
                  <a:lnTo>
                    <a:pt x="14367" y="322"/>
                  </a:lnTo>
                  <a:lnTo>
                    <a:pt x="14137" y="551"/>
                  </a:lnTo>
                  <a:lnTo>
                    <a:pt x="13908" y="781"/>
                  </a:lnTo>
                  <a:lnTo>
                    <a:pt x="13770" y="1056"/>
                  </a:lnTo>
                  <a:lnTo>
                    <a:pt x="13632" y="1377"/>
                  </a:lnTo>
                  <a:lnTo>
                    <a:pt x="13586" y="1653"/>
                  </a:lnTo>
                  <a:lnTo>
                    <a:pt x="13586" y="1974"/>
                  </a:lnTo>
                  <a:lnTo>
                    <a:pt x="13632" y="2295"/>
                  </a:lnTo>
                  <a:lnTo>
                    <a:pt x="13724" y="2571"/>
                  </a:lnTo>
                  <a:lnTo>
                    <a:pt x="13862" y="2846"/>
                  </a:lnTo>
                  <a:lnTo>
                    <a:pt x="12347" y="4361"/>
                  </a:lnTo>
                  <a:lnTo>
                    <a:pt x="11705" y="4039"/>
                  </a:lnTo>
                  <a:lnTo>
                    <a:pt x="11062" y="3810"/>
                  </a:lnTo>
                  <a:lnTo>
                    <a:pt x="10328" y="3626"/>
                  </a:lnTo>
                  <a:lnTo>
                    <a:pt x="9639" y="3581"/>
                  </a:lnTo>
                  <a:lnTo>
                    <a:pt x="8859" y="3626"/>
                  </a:lnTo>
                  <a:lnTo>
                    <a:pt x="8125" y="3764"/>
                  </a:lnTo>
                  <a:lnTo>
                    <a:pt x="7390" y="4039"/>
                  </a:lnTo>
                  <a:lnTo>
                    <a:pt x="6702" y="4361"/>
                  </a:lnTo>
                  <a:lnTo>
                    <a:pt x="5187" y="2846"/>
                  </a:lnTo>
                  <a:lnTo>
                    <a:pt x="5371" y="2571"/>
                  </a:lnTo>
                  <a:lnTo>
                    <a:pt x="5463" y="2295"/>
                  </a:lnTo>
                  <a:lnTo>
                    <a:pt x="5509" y="1974"/>
                  </a:lnTo>
                  <a:lnTo>
                    <a:pt x="5463" y="1653"/>
                  </a:lnTo>
                  <a:lnTo>
                    <a:pt x="5417" y="1377"/>
                  </a:lnTo>
                  <a:lnTo>
                    <a:pt x="5325" y="1056"/>
                  </a:lnTo>
                  <a:lnTo>
                    <a:pt x="5141" y="781"/>
                  </a:lnTo>
                  <a:lnTo>
                    <a:pt x="4958" y="551"/>
                  </a:lnTo>
                  <a:lnTo>
                    <a:pt x="4728" y="322"/>
                  </a:lnTo>
                  <a:lnTo>
                    <a:pt x="4499" y="184"/>
                  </a:lnTo>
                  <a:lnTo>
                    <a:pt x="4223" y="92"/>
                  </a:lnTo>
                  <a:lnTo>
                    <a:pt x="39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1"/>
            <p:cNvSpPr/>
            <p:nvPr/>
          </p:nvSpPr>
          <p:spPr>
            <a:xfrm>
              <a:off x="4142360" y="2978706"/>
              <a:ext cx="84456" cy="84479"/>
            </a:xfrm>
            <a:custGeom>
              <a:rect b="b" l="l" r="r" t="t"/>
              <a:pathLst>
                <a:path extrusionOk="0" h="3673" w="3672">
                  <a:moveTo>
                    <a:pt x="1974" y="1148"/>
                  </a:moveTo>
                  <a:lnTo>
                    <a:pt x="2111" y="1194"/>
                  </a:lnTo>
                  <a:lnTo>
                    <a:pt x="2341" y="1331"/>
                  </a:lnTo>
                  <a:lnTo>
                    <a:pt x="2479" y="1561"/>
                  </a:lnTo>
                  <a:lnTo>
                    <a:pt x="2525" y="1699"/>
                  </a:lnTo>
                  <a:lnTo>
                    <a:pt x="2525" y="1836"/>
                  </a:lnTo>
                  <a:lnTo>
                    <a:pt x="2525" y="1974"/>
                  </a:lnTo>
                  <a:lnTo>
                    <a:pt x="2479" y="2112"/>
                  </a:lnTo>
                  <a:lnTo>
                    <a:pt x="2341" y="2341"/>
                  </a:lnTo>
                  <a:lnTo>
                    <a:pt x="2111" y="2479"/>
                  </a:lnTo>
                  <a:lnTo>
                    <a:pt x="1974" y="2525"/>
                  </a:lnTo>
                  <a:lnTo>
                    <a:pt x="1698" y="2525"/>
                  </a:lnTo>
                  <a:lnTo>
                    <a:pt x="1561" y="2479"/>
                  </a:lnTo>
                  <a:lnTo>
                    <a:pt x="1377" y="2341"/>
                  </a:lnTo>
                  <a:lnTo>
                    <a:pt x="1194" y="2112"/>
                  </a:lnTo>
                  <a:lnTo>
                    <a:pt x="1148" y="1974"/>
                  </a:lnTo>
                  <a:lnTo>
                    <a:pt x="1148" y="1836"/>
                  </a:lnTo>
                  <a:lnTo>
                    <a:pt x="1148" y="1699"/>
                  </a:lnTo>
                  <a:lnTo>
                    <a:pt x="1194" y="1561"/>
                  </a:lnTo>
                  <a:lnTo>
                    <a:pt x="1377" y="1331"/>
                  </a:lnTo>
                  <a:lnTo>
                    <a:pt x="1561" y="1194"/>
                  </a:lnTo>
                  <a:lnTo>
                    <a:pt x="1698" y="1148"/>
                  </a:lnTo>
                  <a:close/>
                  <a:moveTo>
                    <a:pt x="1836" y="0"/>
                  </a:moveTo>
                  <a:lnTo>
                    <a:pt x="1469" y="46"/>
                  </a:lnTo>
                  <a:lnTo>
                    <a:pt x="1148" y="138"/>
                  </a:lnTo>
                  <a:lnTo>
                    <a:pt x="826" y="322"/>
                  </a:lnTo>
                  <a:lnTo>
                    <a:pt x="551" y="551"/>
                  </a:lnTo>
                  <a:lnTo>
                    <a:pt x="322" y="827"/>
                  </a:lnTo>
                  <a:lnTo>
                    <a:pt x="138" y="1102"/>
                  </a:lnTo>
                  <a:lnTo>
                    <a:pt x="46" y="1469"/>
                  </a:lnTo>
                  <a:lnTo>
                    <a:pt x="0" y="1836"/>
                  </a:lnTo>
                  <a:lnTo>
                    <a:pt x="46" y="2204"/>
                  </a:lnTo>
                  <a:lnTo>
                    <a:pt x="138" y="2571"/>
                  </a:lnTo>
                  <a:lnTo>
                    <a:pt x="322" y="2846"/>
                  </a:lnTo>
                  <a:lnTo>
                    <a:pt x="551" y="3121"/>
                  </a:lnTo>
                  <a:lnTo>
                    <a:pt x="826" y="3351"/>
                  </a:lnTo>
                  <a:lnTo>
                    <a:pt x="1148" y="3534"/>
                  </a:lnTo>
                  <a:lnTo>
                    <a:pt x="1469" y="3626"/>
                  </a:lnTo>
                  <a:lnTo>
                    <a:pt x="1836" y="3672"/>
                  </a:lnTo>
                  <a:lnTo>
                    <a:pt x="2203" y="3626"/>
                  </a:lnTo>
                  <a:lnTo>
                    <a:pt x="2570" y="3534"/>
                  </a:lnTo>
                  <a:lnTo>
                    <a:pt x="2892" y="3351"/>
                  </a:lnTo>
                  <a:lnTo>
                    <a:pt x="3167" y="3121"/>
                  </a:lnTo>
                  <a:lnTo>
                    <a:pt x="3351" y="2846"/>
                  </a:lnTo>
                  <a:lnTo>
                    <a:pt x="3534" y="2571"/>
                  </a:lnTo>
                  <a:lnTo>
                    <a:pt x="3626" y="2204"/>
                  </a:lnTo>
                  <a:lnTo>
                    <a:pt x="3672" y="1836"/>
                  </a:lnTo>
                  <a:lnTo>
                    <a:pt x="3626" y="1469"/>
                  </a:lnTo>
                  <a:lnTo>
                    <a:pt x="3534" y="1102"/>
                  </a:lnTo>
                  <a:lnTo>
                    <a:pt x="3351" y="827"/>
                  </a:lnTo>
                  <a:lnTo>
                    <a:pt x="3167" y="551"/>
                  </a:lnTo>
                  <a:lnTo>
                    <a:pt x="2892" y="322"/>
                  </a:lnTo>
                  <a:lnTo>
                    <a:pt x="2570" y="138"/>
                  </a:lnTo>
                  <a:lnTo>
                    <a:pt x="2203" y="46"/>
                  </a:lnTo>
                  <a:lnTo>
                    <a:pt x="1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1"/>
            <p:cNvSpPr/>
            <p:nvPr/>
          </p:nvSpPr>
          <p:spPr>
            <a:xfrm>
              <a:off x="4236315" y="2978706"/>
              <a:ext cx="84456" cy="84479"/>
            </a:xfrm>
            <a:custGeom>
              <a:rect b="b" l="l" r="r" t="t"/>
              <a:pathLst>
                <a:path extrusionOk="0" h="3673" w="3672">
                  <a:moveTo>
                    <a:pt x="1974" y="1148"/>
                  </a:moveTo>
                  <a:lnTo>
                    <a:pt x="2111" y="1194"/>
                  </a:lnTo>
                  <a:lnTo>
                    <a:pt x="2341" y="1331"/>
                  </a:lnTo>
                  <a:lnTo>
                    <a:pt x="2478" y="1561"/>
                  </a:lnTo>
                  <a:lnTo>
                    <a:pt x="2524" y="1699"/>
                  </a:lnTo>
                  <a:lnTo>
                    <a:pt x="2524" y="1836"/>
                  </a:lnTo>
                  <a:lnTo>
                    <a:pt x="2524" y="1974"/>
                  </a:lnTo>
                  <a:lnTo>
                    <a:pt x="2478" y="2112"/>
                  </a:lnTo>
                  <a:lnTo>
                    <a:pt x="2341" y="2341"/>
                  </a:lnTo>
                  <a:lnTo>
                    <a:pt x="2111" y="2479"/>
                  </a:lnTo>
                  <a:lnTo>
                    <a:pt x="1974" y="2525"/>
                  </a:lnTo>
                  <a:lnTo>
                    <a:pt x="1698" y="2525"/>
                  </a:lnTo>
                  <a:lnTo>
                    <a:pt x="1560" y="2479"/>
                  </a:lnTo>
                  <a:lnTo>
                    <a:pt x="1377" y="2341"/>
                  </a:lnTo>
                  <a:lnTo>
                    <a:pt x="1193" y="2112"/>
                  </a:lnTo>
                  <a:lnTo>
                    <a:pt x="1147" y="1974"/>
                  </a:lnTo>
                  <a:lnTo>
                    <a:pt x="1147" y="1836"/>
                  </a:lnTo>
                  <a:lnTo>
                    <a:pt x="1147" y="1699"/>
                  </a:lnTo>
                  <a:lnTo>
                    <a:pt x="1193" y="1561"/>
                  </a:lnTo>
                  <a:lnTo>
                    <a:pt x="1377" y="1331"/>
                  </a:lnTo>
                  <a:lnTo>
                    <a:pt x="1560" y="1194"/>
                  </a:lnTo>
                  <a:lnTo>
                    <a:pt x="1698" y="1148"/>
                  </a:lnTo>
                  <a:close/>
                  <a:moveTo>
                    <a:pt x="1836" y="0"/>
                  </a:moveTo>
                  <a:lnTo>
                    <a:pt x="1469" y="46"/>
                  </a:lnTo>
                  <a:lnTo>
                    <a:pt x="1147" y="138"/>
                  </a:lnTo>
                  <a:lnTo>
                    <a:pt x="826" y="322"/>
                  </a:lnTo>
                  <a:lnTo>
                    <a:pt x="551" y="551"/>
                  </a:lnTo>
                  <a:lnTo>
                    <a:pt x="321" y="827"/>
                  </a:lnTo>
                  <a:lnTo>
                    <a:pt x="138" y="1102"/>
                  </a:lnTo>
                  <a:lnTo>
                    <a:pt x="46" y="1469"/>
                  </a:lnTo>
                  <a:lnTo>
                    <a:pt x="0" y="1836"/>
                  </a:lnTo>
                  <a:lnTo>
                    <a:pt x="46" y="2204"/>
                  </a:lnTo>
                  <a:lnTo>
                    <a:pt x="138" y="2571"/>
                  </a:lnTo>
                  <a:lnTo>
                    <a:pt x="321" y="2846"/>
                  </a:lnTo>
                  <a:lnTo>
                    <a:pt x="551" y="3121"/>
                  </a:lnTo>
                  <a:lnTo>
                    <a:pt x="826" y="3351"/>
                  </a:lnTo>
                  <a:lnTo>
                    <a:pt x="1147" y="3534"/>
                  </a:lnTo>
                  <a:lnTo>
                    <a:pt x="1469" y="3626"/>
                  </a:lnTo>
                  <a:lnTo>
                    <a:pt x="1836" y="3672"/>
                  </a:lnTo>
                  <a:lnTo>
                    <a:pt x="2203" y="3626"/>
                  </a:lnTo>
                  <a:lnTo>
                    <a:pt x="2570" y="3534"/>
                  </a:lnTo>
                  <a:lnTo>
                    <a:pt x="2891" y="3351"/>
                  </a:lnTo>
                  <a:lnTo>
                    <a:pt x="3167" y="3121"/>
                  </a:lnTo>
                  <a:lnTo>
                    <a:pt x="3350" y="2846"/>
                  </a:lnTo>
                  <a:lnTo>
                    <a:pt x="3534" y="2571"/>
                  </a:lnTo>
                  <a:lnTo>
                    <a:pt x="3626" y="2204"/>
                  </a:lnTo>
                  <a:lnTo>
                    <a:pt x="3672" y="1836"/>
                  </a:lnTo>
                  <a:lnTo>
                    <a:pt x="3626" y="1469"/>
                  </a:lnTo>
                  <a:lnTo>
                    <a:pt x="3534" y="1102"/>
                  </a:lnTo>
                  <a:lnTo>
                    <a:pt x="3350" y="827"/>
                  </a:lnTo>
                  <a:lnTo>
                    <a:pt x="3167" y="551"/>
                  </a:lnTo>
                  <a:lnTo>
                    <a:pt x="2891" y="322"/>
                  </a:lnTo>
                  <a:lnTo>
                    <a:pt x="2570" y="138"/>
                  </a:lnTo>
                  <a:lnTo>
                    <a:pt x="2203" y="46"/>
                  </a:lnTo>
                  <a:lnTo>
                    <a:pt x="1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61"/>
          <p:cNvGrpSpPr/>
          <p:nvPr/>
        </p:nvGrpSpPr>
        <p:grpSpPr>
          <a:xfrm>
            <a:off x="4746156" y="2602034"/>
            <a:ext cx="233312" cy="438104"/>
            <a:chOff x="4746156" y="2815084"/>
            <a:chExt cx="233312" cy="438104"/>
          </a:xfrm>
        </p:grpSpPr>
        <p:sp>
          <p:nvSpPr>
            <p:cNvPr id="944" name="Google Shape;944;p61"/>
            <p:cNvSpPr/>
            <p:nvPr/>
          </p:nvSpPr>
          <p:spPr>
            <a:xfrm>
              <a:off x="4828496" y="3006145"/>
              <a:ext cx="68655" cy="63365"/>
            </a:xfrm>
            <a:custGeom>
              <a:rect b="b" l="l" r="r" t="t"/>
              <a:pathLst>
                <a:path extrusionOk="0" h="2755" w="2985">
                  <a:moveTo>
                    <a:pt x="1332" y="1"/>
                  </a:moveTo>
                  <a:lnTo>
                    <a:pt x="1194" y="47"/>
                  </a:lnTo>
                  <a:lnTo>
                    <a:pt x="1102" y="138"/>
                  </a:lnTo>
                  <a:lnTo>
                    <a:pt x="1011" y="276"/>
                  </a:lnTo>
                  <a:lnTo>
                    <a:pt x="93" y="1883"/>
                  </a:lnTo>
                  <a:lnTo>
                    <a:pt x="1" y="2112"/>
                  </a:lnTo>
                  <a:lnTo>
                    <a:pt x="1" y="2341"/>
                  </a:lnTo>
                  <a:lnTo>
                    <a:pt x="138" y="2525"/>
                  </a:lnTo>
                  <a:lnTo>
                    <a:pt x="276" y="2663"/>
                  </a:lnTo>
                  <a:lnTo>
                    <a:pt x="506" y="2755"/>
                  </a:lnTo>
                  <a:lnTo>
                    <a:pt x="689" y="2709"/>
                  </a:lnTo>
                  <a:lnTo>
                    <a:pt x="919" y="2617"/>
                  </a:lnTo>
                  <a:lnTo>
                    <a:pt x="1056" y="2479"/>
                  </a:lnTo>
                  <a:lnTo>
                    <a:pt x="1515" y="1699"/>
                  </a:lnTo>
                  <a:lnTo>
                    <a:pt x="1928" y="2479"/>
                  </a:lnTo>
                  <a:lnTo>
                    <a:pt x="2112" y="2617"/>
                  </a:lnTo>
                  <a:lnTo>
                    <a:pt x="2296" y="2709"/>
                  </a:lnTo>
                  <a:lnTo>
                    <a:pt x="2525" y="2755"/>
                  </a:lnTo>
                  <a:lnTo>
                    <a:pt x="2709" y="2663"/>
                  </a:lnTo>
                  <a:lnTo>
                    <a:pt x="2892" y="2525"/>
                  </a:lnTo>
                  <a:lnTo>
                    <a:pt x="2984" y="2341"/>
                  </a:lnTo>
                  <a:lnTo>
                    <a:pt x="2984" y="2112"/>
                  </a:lnTo>
                  <a:lnTo>
                    <a:pt x="2938" y="1883"/>
                  </a:lnTo>
                  <a:lnTo>
                    <a:pt x="1974" y="276"/>
                  </a:lnTo>
                  <a:lnTo>
                    <a:pt x="1837" y="93"/>
                  </a:lnTo>
                  <a:lnTo>
                    <a:pt x="16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1"/>
            <p:cNvSpPr/>
            <p:nvPr/>
          </p:nvSpPr>
          <p:spPr>
            <a:xfrm>
              <a:off x="4788384" y="3075812"/>
              <a:ext cx="65481" cy="62307"/>
            </a:xfrm>
            <a:custGeom>
              <a:rect b="b" l="l" r="r" t="t"/>
              <a:pathLst>
                <a:path extrusionOk="0" h="2709" w="2847">
                  <a:moveTo>
                    <a:pt x="1332" y="1"/>
                  </a:moveTo>
                  <a:lnTo>
                    <a:pt x="1148" y="93"/>
                  </a:lnTo>
                  <a:lnTo>
                    <a:pt x="965" y="276"/>
                  </a:lnTo>
                  <a:lnTo>
                    <a:pt x="47" y="1837"/>
                  </a:lnTo>
                  <a:lnTo>
                    <a:pt x="1" y="2020"/>
                  </a:lnTo>
                  <a:lnTo>
                    <a:pt x="1" y="2158"/>
                  </a:lnTo>
                  <a:lnTo>
                    <a:pt x="1" y="2296"/>
                  </a:lnTo>
                  <a:lnTo>
                    <a:pt x="47" y="2433"/>
                  </a:lnTo>
                  <a:lnTo>
                    <a:pt x="138" y="2525"/>
                  </a:lnTo>
                  <a:lnTo>
                    <a:pt x="276" y="2617"/>
                  </a:lnTo>
                  <a:lnTo>
                    <a:pt x="414" y="2663"/>
                  </a:lnTo>
                  <a:lnTo>
                    <a:pt x="551" y="2709"/>
                  </a:lnTo>
                  <a:lnTo>
                    <a:pt x="2250" y="2709"/>
                  </a:lnTo>
                  <a:lnTo>
                    <a:pt x="2479" y="2663"/>
                  </a:lnTo>
                  <a:lnTo>
                    <a:pt x="2663" y="2525"/>
                  </a:lnTo>
                  <a:lnTo>
                    <a:pt x="2800" y="2342"/>
                  </a:lnTo>
                  <a:lnTo>
                    <a:pt x="2846" y="2112"/>
                  </a:lnTo>
                  <a:lnTo>
                    <a:pt x="2755" y="1883"/>
                  </a:lnTo>
                  <a:lnTo>
                    <a:pt x="2663" y="1745"/>
                  </a:lnTo>
                  <a:lnTo>
                    <a:pt x="2479" y="1607"/>
                  </a:lnTo>
                  <a:lnTo>
                    <a:pt x="2250" y="1561"/>
                  </a:lnTo>
                  <a:lnTo>
                    <a:pt x="1515" y="1561"/>
                  </a:lnTo>
                  <a:lnTo>
                    <a:pt x="1928" y="827"/>
                  </a:lnTo>
                  <a:lnTo>
                    <a:pt x="2020" y="598"/>
                  </a:lnTo>
                  <a:lnTo>
                    <a:pt x="2020" y="414"/>
                  </a:lnTo>
                  <a:lnTo>
                    <a:pt x="1928" y="230"/>
                  </a:lnTo>
                  <a:lnTo>
                    <a:pt x="1745" y="47"/>
                  </a:lnTo>
                  <a:lnTo>
                    <a:pt x="1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1"/>
            <p:cNvSpPr/>
            <p:nvPr/>
          </p:nvSpPr>
          <p:spPr>
            <a:xfrm>
              <a:off x="4870724" y="3073719"/>
              <a:ext cx="66539" cy="64400"/>
            </a:xfrm>
            <a:custGeom>
              <a:rect b="b" l="l" r="r" t="t"/>
              <a:pathLst>
                <a:path extrusionOk="0" h="2800" w="2893">
                  <a:moveTo>
                    <a:pt x="1332" y="0"/>
                  </a:moveTo>
                  <a:lnTo>
                    <a:pt x="1102" y="46"/>
                  </a:lnTo>
                  <a:lnTo>
                    <a:pt x="919" y="230"/>
                  </a:lnTo>
                  <a:lnTo>
                    <a:pt x="827" y="413"/>
                  </a:lnTo>
                  <a:lnTo>
                    <a:pt x="827" y="597"/>
                  </a:lnTo>
                  <a:lnTo>
                    <a:pt x="919" y="826"/>
                  </a:lnTo>
                  <a:lnTo>
                    <a:pt x="1378" y="1652"/>
                  </a:lnTo>
                  <a:lnTo>
                    <a:pt x="551" y="1652"/>
                  </a:lnTo>
                  <a:lnTo>
                    <a:pt x="322" y="1698"/>
                  </a:lnTo>
                  <a:lnTo>
                    <a:pt x="138" y="1836"/>
                  </a:lnTo>
                  <a:lnTo>
                    <a:pt x="47" y="1974"/>
                  </a:lnTo>
                  <a:lnTo>
                    <a:pt x="1" y="2203"/>
                  </a:lnTo>
                  <a:lnTo>
                    <a:pt x="1" y="2433"/>
                  </a:lnTo>
                  <a:lnTo>
                    <a:pt x="138" y="2616"/>
                  </a:lnTo>
                  <a:lnTo>
                    <a:pt x="322" y="2754"/>
                  </a:lnTo>
                  <a:lnTo>
                    <a:pt x="551" y="2800"/>
                  </a:lnTo>
                  <a:lnTo>
                    <a:pt x="2341" y="2800"/>
                  </a:lnTo>
                  <a:lnTo>
                    <a:pt x="2525" y="2754"/>
                  </a:lnTo>
                  <a:lnTo>
                    <a:pt x="2663" y="2708"/>
                  </a:lnTo>
                  <a:lnTo>
                    <a:pt x="2754" y="2616"/>
                  </a:lnTo>
                  <a:lnTo>
                    <a:pt x="2846" y="2524"/>
                  </a:lnTo>
                  <a:lnTo>
                    <a:pt x="2892" y="2387"/>
                  </a:lnTo>
                  <a:lnTo>
                    <a:pt x="2892" y="2249"/>
                  </a:lnTo>
                  <a:lnTo>
                    <a:pt x="2892" y="2111"/>
                  </a:lnTo>
                  <a:lnTo>
                    <a:pt x="2846" y="1928"/>
                  </a:lnTo>
                  <a:lnTo>
                    <a:pt x="1882" y="276"/>
                  </a:lnTo>
                  <a:lnTo>
                    <a:pt x="1699" y="92"/>
                  </a:lnTo>
                  <a:lnTo>
                    <a:pt x="15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1"/>
            <p:cNvSpPr/>
            <p:nvPr/>
          </p:nvSpPr>
          <p:spPr>
            <a:xfrm>
              <a:off x="4746156" y="2815084"/>
              <a:ext cx="233312" cy="438104"/>
            </a:xfrm>
            <a:custGeom>
              <a:rect b="b" l="l" r="r" t="t"/>
              <a:pathLst>
                <a:path extrusionOk="0" h="19048" w="10144">
                  <a:moveTo>
                    <a:pt x="7023" y="1102"/>
                  </a:moveTo>
                  <a:lnTo>
                    <a:pt x="7023" y="2295"/>
                  </a:lnTo>
                  <a:lnTo>
                    <a:pt x="3168" y="2295"/>
                  </a:lnTo>
                  <a:lnTo>
                    <a:pt x="3168" y="1102"/>
                  </a:lnTo>
                  <a:close/>
                  <a:moveTo>
                    <a:pt x="6013" y="3535"/>
                  </a:moveTo>
                  <a:lnTo>
                    <a:pt x="6013" y="4315"/>
                  </a:lnTo>
                  <a:lnTo>
                    <a:pt x="4177" y="4315"/>
                  </a:lnTo>
                  <a:lnTo>
                    <a:pt x="4177" y="3535"/>
                  </a:lnTo>
                  <a:close/>
                  <a:moveTo>
                    <a:pt x="6702" y="5646"/>
                  </a:moveTo>
                  <a:lnTo>
                    <a:pt x="7161" y="5692"/>
                  </a:lnTo>
                  <a:lnTo>
                    <a:pt x="7574" y="5829"/>
                  </a:lnTo>
                  <a:lnTo>
                    <a:pt x="7987" y="6059"/>
                  </a:lnTo>
                  <a:lnTo>
                    <a:pt x="8308" y="6334"/>
                  </a:lnTo>
                  <a:lnTo>
                    <a:pt x="8583" y="6656"/>
                  </a:lnTo>
                  <a:lnTo>
                    <a:pt x="8813" y="7069"/>
                  </a:lnTo>
                  <a:lnTo>
                    <a:pt x="8951" y="7482"/>
                  </a:lnTo>
                  <a:lnTo>
                    <a:pt x="8997" y="7941"/>
                  </a:lnTo>
                  <a:lnTo>
                    <a:pt x="8997" y="17854"/>
                  </a:lnTo>
                  <a:lnTo>
                    <a:pt x="8951" y="17900"/>
                  </a:lnTo>
                  <a:lnTo>
                    <a:pt x="8905" y="17946"/>
                  </a:lnTo>
                  <a:lnTo>
                    <a:pt x="1240" y="17946"/>
                  </a:lnTo>
                  <a:lnTo>
                    <a:pt x="1148" y="17900"/>
                  </a:lnTo>
                  <a:lnTo>
                    <a:pt x="1148" y="17854"/>
                  </a:lnTo>
                  <a:lnTo>
                    <a:pt x="1148" y="7941"/>
                  </a:lnTo>
                  <a:lnTo>
                    <a:pt x="1194" y="7482"/>
                  </a:lnTo>
                  <a:lnTo>
                    <a:pt x="1332" y="7069"/>
                  </a:lnTo>
                  <a:lnTo>
                    <a:pt x="1515" y="6656"/>
                  </a:lnTo>
                  <a:lnTo>
                    <a:pt x="1837" y="6334"/>
                  </a:lnTo>
                  <a:lnTo>
                    <a:pt x="2158" y="6059"/>
                  </a:lnTo>
                  <a:lnTo>
                    <a:pt x="2571" y="5829"/>
                  </a:lnTo>
                  <a:lnTo>
                    <a:pt x="2984" y="5692"/>
                  </a:lnTo>
                  <a:lnTo>
                    <a:pt x="3443" y="5646"/>
                  </a:lnTo>
                  <a:close/>
                  <a:moveTo>
                    <a:pt x="2709" y="1"/>
                  </a:moveTo>
                  <a:lnTo>
                    <a:pt x="2525" y="47"/>
                  </a:lnTo>
                  <a:lnTo>
                    <a:pt x="2387" y="138"/>
                  </a:lnTo>
                  <a:lnTo>
                    <a:pt x="2250" y="230"/>
                  </a:lnTo>
                  <a:lnTo>
                    <a:pt x="2158" y="368"/>
                  </a:lnTo>
                  <a:lnTo>
                    <a:pt x="2066" y="505"/>
                  </a:lnTo>
                  <a:lnTo>
                    <a:pt x="2020" y="689"/>
                  </a:lnTo>
                  <a:lnTo>
                    <a:pt x="1974" y="873"/>
                  </a:lnTo>
                  <a:lnTo>
                    <a:pt x="1974" y="2525"/>
                  </a:lnTo>
                  <a:lnTo>
                    <a:pt x="2020" y="2708"/>
                  </a:lnTo>
                  <a:lnTo>
                    <a:pt x="2066" y="2892"/>
                  </a:lnTo>
                  <a:lnTo>
                    <a:pt x="2158" y="3030"/>
                  </a:lnTo>
                  <a:lnTo>
                    <a:pt x="2250" y="3167"/>
                  </a:lnTo>
                  <a:lnTo>
                    <a:pt x="2387" y="3259"/>
                  </a:lnTo>
                  <a:lnTo>
                    <a:pt x="2525" y="3351"/>
                  </a:lnTo>
                  <a:lnTo>
                    <a:pt x="2709" y="3397"/>
                  </a:lnTo>
                  <a:lnTo>
                    <a:pt x="3030" y="3397"/>
                  </a:lnTo>
                  <a:lnTo>
                    <a:pt x="3030" y="4544"/>
                  </a:lnTo>
                  <a:lnTo>
                    <a:pt x="2709" y="4590"/>
                  </a:lnTo>
                  <a:lnTo>
                    <a:pt x="2433" y="4682"/>
                  </a:lnTo>
                  <a:lnTo>
                    <a:pt x="2112" y="4774"/>
                  </a:lnTo>
                  <a:lnTo>
                    <a:pt x="1837" y="4911"/>
                  </a:lnTo>
                  <a:lnTo>
                    <a:pt x="1332" y="5233"/>
                  </a:lnTo>
                  <a:lnTo>
                    <a:pt x="873" y="5646"/>
                  </a:lnTo>
                  <a:lnTo>
                    <a:pt x="506" y="6151"/>
                  </a:lnTo>
                  <a:lnTo>
                    <a:pt x="368" y="6426"/>
                  </a:lnTo>
                  <a:lnTo>
                    <a:pt x="230" y="6701"/>
                  </a:lnTo>
                  <a:lnTo>
                    <a:pt x="139" y="7023"/>
                  </a:lnTo>
                  <a:lnTo>
                    <a:pt x="93" y="7298"/>
                  </a:lnTo>
                  <a:lnTo>
                    <a:pt x="47" y="7619"/>
                  </a:lnTo>
                  <a:lnTo>
                    <a:pt x="1" y="7941"/>
                  </a:lnTo>
                  <a:lnTo>
                    <a:pt x="1" y="17854"/>
                  </a:lnTo>
                  <a:lnTo>
                    <a:pt x="47" y="18084"/>
                  </a:lnTo>
                  <a:lnTo>
                    <a:pt x="139" y="18313"/>
                  </a:lnTo>
                  <a:lnTo>
                    <a:pt x="230" y="18543"/>
                  </a:lnTo>
                  <a:lnTo>
                    <a:pt x="368" y="18680"/>
                  </a:lnTo>
                  <a:lnTo>
                    <a:pt x="552" y="18864"/>
                  </a:lnTo>
                  <a:lnTo>
                    <a:pt x="781" y="18956"/>
                  </a:lnTo>
                  <a:lnTo>
                    <a:pt x="1011" y="19047"/>
                  </a:lnTo>
                  <a:lnTo>
                    <a:pt x="9180" y="19047"/>
                  </a:lnTo>
                  <a:lnTo>
                    <a:pt x="9410" y="18956"/>
                  </a:lnTo>
                  <a:lnTo>
                    <a:pt x="9593" y="18864"/>
                  </a:lnTo>
                  <a:lnTo>
                    <a:pt x="9777" y="18680"/>
                  </a:lnTo>
                  <a:lnTo>
                    <a:pt x="9960" y="18543"/>
                  </a:lnTo>
                  <a:lnTo>
                    <a:pt x="10052" y="18313"/>
                  </a:lnTo>
                  <a:lnTo>
                    <a:pt x="10144" y="18084"/>
                  </a:lnTo>
                  <a:lnTo>
                    <a:pt x="10144" y="17854"/>
                  </a:lnTo>
                  <a:lnTo>
                    <a:pt x="10144" y="7941"/>
                  </a:lnTo>
                  <a:lnTo>
                    <a:pt x="10144" y="7619"/>
                  </a:lnTo>
                  <a:lnTo>
                    <a:pt x="10098" y="7298"/>
                  </a:lnTo>
                  <a:lnTo>
                    <a:pt x="10006" y="7023"/>
                  </a:lnTo>
                  <a:lnTo>
                    <a:pt x="9914" y="6701"/>
                  </a:lnTo>
                  <a:lnTo>
                    <a:pt x="9777" y="6426"/>
                  </a:lnTo>
                  <a:lnTo>
                    <a:pt x="9639" y="6151"/>
                  </a:lnTo>
                  <a:lnTo>
                    <a:pt x="9272" y="5646"/>
                  </a:lnTo>
                  <a:lnTo>
                    <a:pt x="8859" y="5233"/>
                  </a:lnTo>
                  <a:lnTo>
                    <a:pt x="8308" y="4911"/>
                  </a:lnTo>
                  <a:lnTo>
                    <a:pt x="8033" y="4774"/>
                  </a:lnTo>
                  <a:lnTo>
                    <a:pt x="7757" y="4682"/>
                  </a:lnTo>
                  <a:lnTo>
                    <a:pt x="7436" y="4590"/>
                  </a:lnTo>
                  <a:lnTo>
                    <a:pt x="7115" y="4544"/>
                  </a:lnTo>
                  <a:lnTo>
                    <a:pt x="7115" y="3397"/>
                  </a:lnTo>
                  <a:lnTo>
                    <a:pt x="7436" y="3397"/>
                  </a:lnTo>
                  <a:lnTo>
                    <a:pt x="7620" y="3351"/>
                  </a:lnTo>
                  <a:lnTo>
                    <a:pt x="7757" y="3259"/>
                  </a:lnTo>
                  <a:lnTo>
                    <a:pt x="7895" y="3167"/>
                  </a:lnTo>
                  <a:lnTo>
                    <a:pt x="7987" y="3030"/>
                  </a:lnTo>
                  <a:lnTo>
                    <a:pt x="8079" y="2892"/>
                  </a:lnTo>
                  <a:lnTo>
                    <a:pt x="8125" y="2708"/>
                  </a:lnTo>
                  <a:lnTo>
                    <a:pt x="8125" y="2525"/>
                  </a:lnTo>
                  <a:lnTo>
                    <a:pt x="8125" y="873"/>
                  </a:lnTo>
                  <a:lnTo>
                    <a:pt x="8125" y="689"/>
                  </a:lnTo>
                  <a:lnTo>
                    <a:pt x="8079" y="505"/>
                  </a:lnTo>
                  <a:lnTo>
                    <a:pt x="7987" y="368"/>
                  </a:lnTo>
                  <a:lnTo>
                    <a:pt x="7895" y="230"/>
                  </a:lnTo>
                  <a:lnTo>
                    <a:pt x="7757" y="138"/>
                  </a:lnTo>
                  <a:lnTo>
                    <a:pt x="7620" y="47"/>
                  </a:lnTo>
                  <a:lnTo>
                    <a:pt x="74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61"/>
          <p:cNvGrpSpPr/>
          <p:nvPr/>
        </p:nvGrpSpPr>
        <p:grpSpPr>
          <a:xfrm>
            <a:off x="5348917" y="2603092"/>
            <a:ext cx="439162" cy="435988"/>
            <a:chOff x="5348917" y="2816142"/>
            <a:chExt cx="439162" cy="435988"/>
          </a:xfrm>
        </p:grpSpPr>
        <p:sp>
          <p:nvSpPr>
            <p:cNvPr id="949" name="Google Shape;949;p61"/>
            <p:cNvSpPr/>
            <p:nvPr/>
          </p:nvSpPr>
          <p:spPr>
            <a:xfrm>
              <a:off x="5348917" y="2816142"/>
              <a:ext cx="439162" cy="435988"/>
            </a:xfrm>
            <a:custGeom>
              <a:rect b="b" l="l" r="r" t="t"/>
              <a:pathLst>
                <a:path extrusionOk="0" h="18956" w="19094">
                  <a:moveTo>
                    <a:pt x="17533" y="7298"/>
                  </a:moveTo>
                  <a:lnTo>
                    <a:pt x="17625" y="7757"/>
                  </a:lnTo>
                  <a:lnTo>
                    <a:pt x="17717" y="8262"/>
                  </a:lnTo>
                  <a:lnTo>
                    <a:pt x="17762" y="8721"/>
                  </a:lnTo>
                  <a:lnTo>
                    <a:pt x="17808" y="9226"/>
                  </a:lnTo>
                  <a:lnTo>
                    <a:pt x="17808" y="9730"/>
                  </a:lnTo>
                  <a:lnTo>
                    <a:pt x="17762" y="10189"/>
                  </a:lnTo>
                  <a:lnTo>
                    <a:pt x="17717" y="10694"/>
                  </a:lnTo>
                  <a:lnTo>
                    <a:pt x="17625" y="11199"/>
                  </a:lnTo>
                  <a:lnTo>
                    <a:pt x="17533" y="11107"/>
                  </a:lnTo>
                  <a:lnTo>
                    <a:pt x="17533" y="7298"/>
                  </a:lnTo>
                  <a:close/>
                  <a:moveTo>
                    <a:pt x="1148" y="9547"/>
                  </a:moveTo>
                  <a:lnTo>
                    <a:pt x="1332" y="9730"/>
                  </a:lnTo>
                  <a:lnTo>
                    <a:pt x="1653" y="10098"/>
                  </a:lnTo>
                  <a:lnTo>
                    <a:pt x="1836" y="10373"/>
                  </a:lnTo>
                  <a:lnTo>
                    <a:pt x="1974" y="10648"/>
                  </a:lnTo>
                  <a:lnTo>
                    <a:pt x="2066" y="11016"/>
                  </a:lnTo>
                  <a:lnTo>
                    <a:pt x="2112" y="11475"/>
                  </a:lnTo>
                  <a:lnTo>
                    <a:pt x="2112" y="13402"/>
                  </a:lnTo>
                  <a:lnTo>
                    <a:pt x="1882" y="12943"/>
                  </a:lnTo>
                  <a:lnTo>
                    <a:pt x="1699" y="12484"/>
                  </a:lnTo>
                  <a:lnTo>
                    <a:pt x="1515" y="11979"/>
                  </a:lnTo>
                  <a:lnTo>
                    <a:pt x="1378" y="11520"/>
                  </a:lnTo>
                  <a:lnTo>
                    <a:pt x="1286" y="11016"/>
                  </a:lnTo>
                  <a:lnTo>
                    <a:pt x="1194" y="10511"/>
                  </a:lnTo>
                  <a:lnTo>
                    <a:pt x="1148" y="10052"/>
                  </a:lnTo>
                  <a:lnTo>
                    <a:pt x="1148" y="9547"/>
                  </a:lnTo>
                  <a:close/>
                  <a:moveTo>
                    <a:pt x="4085" y="3076"/>
                  </a:moveTo>
                  <a:lnTo>
                    <a:pt x="6839" y="5829"/>
                  </a:lnTo>
                  <a:lnTo>
                    <a:pt x="6931" y="5967"/>
                  </a:lnTo>
                  <a:lnTo>
                    <a:pt x="7023" y="6105"/>
                  </a:lnTo>
                  <a:lnTo>
                    <a:pt x="7069" y="6242"/>
                  </a:lnTo>
                  <a:lnTo>
                    <a:pt x="7069" y="6426"/>
                  </a:lnTo>
                  <a:lnTo>
                    <a:pt x="7069" y="6564"/>
                  </a:lnTo>
                  <a:lnTo>
                    <a:pt x="7023" y="6701"/>
                  </a:lnTo>
                  <a:lnTo>
                    <a:pt x="6931" y="6839"/>
                  </a:lnTo>
                  <a:lnTo>
                    <a:pt x="6839" y="6977"/>
                  </a:lnTo>
                  <a:lnTo>
                    <a:pt x="4728" y="9088"/>
                  </a:lnTo>
                  <a:lnTo>
                    <a:pt x="4544" y="9363"/>
                  </a:lnTo>
                  <a:lnTo>
                    <a:pt x="4453" y="9639"/>
                  </a:lnTo>
                  <a:lnTo>
                    <a:pt x="4453" y="9914"/>
                  </a:lnTo>
                  <a:lnTo>
                    <a:pt x="4498" y="10189"/>
                  </a:lnTo>
                  <a:lnTo>
                    <a:pt x="4682" y="10465"/>
                  </a:lnTo>
                  <a:lnTo>
                    <a:pt x="4866" y="10648"/>
                  </a:lnTo>
                  <a:lnTo>
                    <a:pt x="5141" y="10786"/>
                  </a:lnTo>
                  <a:lnTo>
                    <a:pt x="5462" y="10832"/>
                  </a:lnTo>
                  <a:lnTo>
                    <a:pt x="6747" y="10832"/>
                  </a:lnTo>
                  <a:lnTo>
                    <a:pt x="7023" y="10878"/>
                  </a:lnTo>
                  <a:lnTo>
                    <a:pt x="7344" y="10924"/>
                  </a:lnTo>
                  <a:lnTo>
                    <a:pt x="7574" y="11107"/>
                  </a:lnTo>
                  <a:lnTo>
                    <a:pt x="7849" y="11291"/>
                  </a:lnTo>
                  <a:lnTo>
                    <a:pt x="7987" y="11429"/>
                  </a:lnTo>
                  <a:lnTo>
                    <a:pt x="8216" y="11658"/>
                  </a:lnTo>
                  <a:lnTo>
                    <a:pt x="8308" y="11796"/>
                  </a:lnTo>
                  <a:lnTo>
                    <a:pt x="8354" y="11979"/>
                  </a:lnTo>
                  <a:lnTo>
                    <a:pt x="8446" y="12163"/>
                  </a:lnTo>
                  <a:lnTo>
                    <a:pt x="8446" y="12392"/>
                  </a:lnTo>
                  <a:lnTo>
                    <a:pt x="8400" y="12714"/>
                  </a:lnTo>
                  <a:lnTo>
                    <a:pt x="8262" y="12943"/>
                  </a:lnTo>
                  <a:lnTo>
                    <a:pt x="8170" y="13127"/>
                  </a:lnTo>
                  <a:lnTo>
                    <a:pt x="8078" y="13219"/>
                  </a:lnTo>
                  <a:lnTo>
                    <a:pt x="5233" y="16661"/>
                  </a:lnTo>
                  <a:lnTo>
                    <a:pt x="5049" y="16523"/>
                  </a:lnTo>
                  <a:lnTo>
                    <a:pt x="4544" y="16202"/>
                  </a:lnTo>
                  <a:lnTo>
                    <a:pt x="3948" y="15697"/>
                  </a:lnTo>
                  <a:lnTo>
                    <a:pt x="3581" y="15376"/>
                  </a:lnTo>
                  <a:lnTo>
                    <a:pt x="3213" y="15009"/>
                  </a:lnTo>
                  <a:lnTo>
                    <a:pt x="3213" y="11475"/>
                  </a:lnTo>
                  <a:lnTo>
                    <a:pt x="3213" y="11107"/>
                  </a:lnTo>
                  <a:lnTo>
                    <a:pt x="3167" y="10786"/>
                  </a:lnTo>
                  <a:lnTo>
                    <a:pt x="3076" y="10465"/>
                  </a:lnTo>
                  <a:lnTo>
                    <a:pt x="2984" y="10144"/>
                  </a:lnTo>
                  <a:lnTo>
                    <a:pt x="2800" y="9822"/>
                  </a:lnTo>
                  <a:lnTo>
                    <a:pt x="2663" y="9547"/>
                  </a:lnTo>
                  <a:lnTo>
                    <a:pt x="2433" y="9272"/>
                  </a:lnTo>
                  <a:lnTo>
                    <a:pt x="2204" y="9042"/>
                  </a:lnTo>
                  <a:lnTo>
                    <a:pt x="1240" y="8032"/>
                  </a:lnTo>
                  <a:lnTo>
                    <a:pt x="1423" y="7298"/>
                  </a:lnTo>
                  <a:lnTo>
                    <a:pt x="1653" y="6564"/>
                  </a:lnTo>
                  <a:lnTo>
                    <a:pt x="1928" y="5875"/>
                  </a:lnTo>
                  <a:lnTo>
                    <a:pt x="2250" y="5233"/>
                  </a:lnTo>
                  <a:lnTo>
                    <a:pt x="2663" y="4636"/>
                  </a:lnTo>
                  <a:lnTo>
                    <a:pt x="3076" y="4085"/>
                  </a:lnTo>
                  <a:lnTo>
                    <a:pt x="3581" y="3580"/>
                  </a:lnTo>
                  <a:lnTo>
                    <a:pt x="4085" y="3076"/>
                  </a:lnTo>
                  <a:close/>
                  <a:moveTo>
                    <a:pt x="9409" y="1148"/>
                  </a:moveTo>
                  <a:lnTo>
                    <a:pt x="10327" y="1194"/>
                  </a:lnTo>
                  <a:lnTo>
                    <a:pt x="11245" y="1331"/>
                  </a:lnTo>
                  <a:lnTo>
                    <a:pt x="12117" y="1561"/>
                  </a:lnTo>
                  <a:lnTo>
                    <a:pt x="11934" y="1882"/>
                  </a:lnTo>
                  <a:lnTo>
                    <a:pt x="11842" y="2249"/>
                  </a:lnTo>
                  <a:lnTo>
                    <a:pt x="11750" y="2617"/>
                  </a:lnTo>
                  <a:lnTo>
                    <a:pt x="11704" y="3030"/>
                  </a:lnTo>
                  <a:lnTo>
                    <a:pt x="11704" y="11107"/>
                  </a:lnTo>
                  <a:lnTo>
                    <a:pt x="11383" y="11429"/>
                  </a:lnTo>
                  <a:lnTo>
                    <a:pt x="11062" y="11796"/>
                  </a:lnTo>
                  <a:lnTo>
                    <a:pt x="10786" y="12163"/>
                  </a:lnTo>
                  <a:lnTo>
                    <a:pt x="10603" y="12576"/>
                  </a:lnTo>
                  <a:lnTo>
                    <a:pt x="10419" y="12989"/>
                  </a:lnTo>
                  <a:lnTo>
                    <a:pt x="10281" y="13402"/>
                  </a:lnTo>
                  <a:lnTo>
                    <a:pt x="10190" y="13861"/>
                  </a:lnTo>
                  <a:lnTo>
                    <a:pt x="10144" y="14274"/>
                  </a:lnTo>
                  <a:lnTo>
                    <a:pt x="10190" y="14733"/>
                  </a:lnTo>
                  <a:lnTo>
                    <a:pt x="10236" y="15192"/>
                  </a:lnTo>
                  <a:lnTo>
                    <a:pt x="10281" y="15605"/>
                  </a:lnTo>
                  <a:lnTo>
                    <a:pt x="10419" y="16018"/>
                  </a:lnTo>
                  <a:lnTo>
                    <a:pt x="10603" y="16477"/>
                  </a:lnTo>
                  <a:lnTo>
                    <a:pt x="10832" y="16844"/>
                  </a:lnTo>
                  <a:lnTo>
                    <a:pt x="11108" y="17212"/>
                  </a:lnTo>
                  <a:lnTo>
                    <a:pt x="11429" y="17579"/>
                  </a:lnTo>
                  <a:lnTo>
                    <a:pt x="10786" y="17716"/>
                  </a:lnTo>
                  <a:lnTo>
                    <a:pt x="10144" y="17762"/>
                  </a:lnTo>
                  <a:lnTo>
                    <a:pt x="9501" y="17808"/>
                  </a:lnTo>
                  <a:lnTo>
                    <a:pt x="8859" y="17808"/>
                  </a:lnTo>
                  <a:lnTo>
                    <a:pt x="8216" y="17716"/>
                  </a:lnTo>
                  <a:lnTo>
                    <a:pt x="7574" y="17579"/>
                  </a:lnTo>
                  <a:lnTo>
                    <a:pt x="6931" y="17395"/>
                  </a:lnTo>
                  <a:lnTo>
                    <a:pt x="6288" y="17166"/>
                  </a:lnTo>
                  <a:lnTo>
                    <a:pt x="8905" y="13953"/>
                  </a:lnTo>
                  <a:lnTo>
                    <a:pt x="9226" y="13586"/>
                  </a:lnTo>
                  <a:lnTo>
                    <a:pt x="9409" y="13219"/>
                  </a:lnTo>
                  <a:lnTo>
                    <a:pt x="9547" y="12806"/>
                  </a:lnTo>
                  <a:lnTo>
                    <a:pt x="9593" y="12392"/>
                  </a:lnTo>
                  <a:lnTo>
                    <a:pt x="9547" y="11933"/>
                  </a:lnTo>
                  <a:lnTo>
                    <a:pt x="9409" y="11520"/>
                  </a:lnTo>
                  <a:lnTo>
                    <a:pt x="9226" y="11153"/>
                  </a:lnTo>
                  <a:lnTo>
                    <a:pt x="8950" y="10786"/>
                  </a:lnTo>
                  <a:lnTo>
                    <a:pt x="8721" y="10557"/>
                  </a:lnTo>
                  <a:lnTo>
                    <a:pt x="8537" y="10373"/>
                  </a:lnTo>
                  <a:lnTo>
                    <a:pt x="8308" y="10189"/>
                  </a:lnTo>
                  <a:lnTo>
                    <a:pt x="7987" y="10006"/>
                  </a:lnTo>
                  <a:lnTo>
                    <a:pt x="7619" y="9868"/>
                  </a:lnTo>
                  <a:lnTo>
                    <a:pt x="7206" y="9730"/>
                  </a:lnTo>
                  <a:lnTo>
                    <a:pt x="5738" y="9730"/>
                  </a:lnTo>
                  <a:lnTo>
                    <a:pt x="7665" y="7803"/>
                  </a:lnTo>
                  <a:lnTo>
                    <a:pt x="7895" y="7482"/>
                  </a:lnTo>
                  <a:lnTo>
                    <a:pt x="8078" y="7160"/>
                  </a:lnTo>
                  <a:lnTo>
                    <a:pt x="8170" y="6793"/>
                  </a:lnTo>
                  <a:lnTo>
                    <a:pt x="8216" y="6426"/>
                  </a:lnTo>
                  <a:lnTo>
                    <a:pt x="8170" y="6059"/>
                  </a:lnTo>
                  <a:lnTo>
                    <a:pt x="8078" y="5692"/>
                  </a:lnTo>
                  <a:lnTo>
                    <a:pt x="7895" y="5370"/>
                  </a:lnTo>
                  <a:lnTo>
                    <a:pt x="7665" y="5049"/>
                  </a:lnTo>
                  <a:lnTo>
                    <a:pt x="5003" y="2433"/>
                  </a:lnTo>
                  <a:lnTo>
                    <a:pt x="5829" y="1974"/>
                  </a:lnTo>
                  <a:lnTo>
                    <a:pt x="6701" y="1607"/>
                  </a:lnTo>
                  <a:lnTo>
                    <a:pt x="7619" y="1331"/>
                  </a:lnTo>
                  <a:lnTo>
                    <a:pt x="8491" y="1194"/>
                  </a:lnTo>
                  <a:lnTo>
                    <a:pt x="9409" y="1148"/>
                  </a:lnTo>
                  <a:close/>
                  <a:moveTo>
                    <a:pt x="14733" y="1194"/>
                  </a:moveTo>
                  <a:lnTo>
                    <a:pt x="15101" y="1286"/>
                  </a:lnTo>
                  <a:lnTo>
                    <a:pt x="15468" y="1423"/>
                  </a:lnTo>
                  <a:lnTo>
                    <a:pt x="15789" y="1653"/>
                  </a:lnTo>
                  <a:lnTo>
                    <a:pt x="16064" y="1882"/>
                  </a:lnTo>
                  <a:lnTo>
                    <a:pt x="16248" y="2249"/>
                  </a:lnTo>
                  <a:lnTo>
                    <a:pt x="16386" y="2571"/>
                  </a:lnTo>
                  <a:lnTo>
                    <a:pt x="16431" y="2984"/>
                  </a:lnTo>
                  <a:lnTo>
                    <a:pt x="16431" y="11383"/>
                  </a:lnTo>
                  <a:lnTo>
                    <a:pt x="16431" y="11520"/>
                  </a:lnTo>
                  <a:lnTo>
                    <a:pt x="16477" y="11612"/>
                  </a:lnTo>
                  <a:lnTo>
                    <a:pt x="16523" y="11750"/>
                  </a:lnTo>
                  <a:lnTo>
                    <a:pt x="16661" y="11842"/>
                  </a:lnTo>
                  <a:lnTo>
                    <a:pt x="16936" y="12071"/>
                  </a:lnTo>
                  <a:lnTo>
                    <a:pt x="17212" y="12347"/>
                  </a:lnTo>
                  <a:lnTo>
                    <a:pt x="17441" y="12668"/>
                  </a:lnTo>
                  <a:lnTo>
                    <a:pt x="17625" y="12989"/>
                  </a:lnTo>
                  <a:lnTo>
                    <a:pt x="17762" y="13356"/>
                  </a:lnTo>
                  <a:lnTo>
                    <a:pt x="17900" y="13723"/>
                  </a:lnTo>
                  <a:lnTo>
                    <a:pt x="17946" y="14091"/>
                  </a:lnTo>
                  <a:lnTo>
                    <a:pt x="17992" y="14504"/>
                  </a:lnTo>
                  <a:lnTo>
                    <a:pt x="17946" y="15009"/>
                  </a:lnTo>
                  <a:lnTo>
                    <a:pt x="17854" y="15467"/>
                  </a:lnTo>
                  <a:lnTo>
                    <a:pt x="17671" y="15926"/>
                  </a:lnTo>
                  <a:lnTo>
                    <a:pt x="17441" y="16340"/>
                  </a:lnTo>
                  <a:lnTo>
                    <a:pt x="17166" y="16661"/>
                  </a:lnTo>
                  <a:lnTo>
                    <a:pt x="16845" y="16982"/>
                  </a:lnTo>
                  <a:lnTo>
                    <a:pt x="16523" y="17257"/>
                  </a:lnTo>
                  <a:lnTo>
                    <a:pt x="16110" y="17487"/>
                  </a:lnTo>
                  <a:lnTo>
                    <a:pt x="15697" y="17670"/>
                  </a:lnTo>
                  <a:lnTo>
                    <a:pt x="15284" y="17808"/>
                  </a:lnTo>
                  <a:lnTo>
                    <a:pt x="14825" y="17854"/>
                  </a:lnTo>
                  <a:lnTo>
                    <a:pt x="14412" y="17854"/>
                  </a:lnTo>
                  <a:lnTo>
                    <a:pt x="13953" y="17808"/>
                  </a:lnTo>
                  <a:lnTo>
                    <a:pt x="13494" y="17670"/>
                  </a:lnTo>
                  <a:lnTo>
                    <a:pt x="13081" y="17487"/>
                  </a:lnTo>
                  <a:lnTo>
                    <a:pt x="12622" y="17212"/>
                  </a:lnTo>
                  <a:lnTo>
                    <a:pt x="12347" y="16936"/>
                  </a:lnTo>
                  <a:lnTo>
                    <a:pt x="12071" y="16661"/>
                  </a:lnTo>
                  <a:lnTo>
                    <a:pt x="11796" y="16340"/>
                  </a:lnTo>
                  <a:lnTo>
                    <a:pt x="11612" y="16018"/>
                  </a:lnTo>
                  <a:lnTo>
                    <a:pt x="11475" y="15651"/>
                  </a:lnTo>
                  <a:lnTo>
                    <a:pt x="11383" y="15284"/>
                  </a:lnTo>
                  <a:lnTo>
                    <a:pt x="11291" y="14917"/>
                  </a:lnTo>
                  <a:lnTo>
                    <a:pt x="11291" y="14550"/>
                  </a:lnTo>
                  <a:lnTo>
                    <a:pt x="11291" y="14136"/>
                  </a:lnTo>
                  <a:lnTo>
                    <a:pt x="11337" y="13769"/>
                  </a:lnTo>
                  <a:lnTo>
                    <a:pt x="11475" y="13402"/>
                  </a:lnTo>
                  <a:lnTo>
                    <a:pt x="11612" y="13035"/>
                  </a:lnTo>
                  <a:lnTo>
                    <a:pt x="11796" y="12714"/>
                  </a:lnTo>
                  <a:lnTo>
                    <a:pt x="12025" y="12392"/>
                  </a:lnTo>
                  <a:lnTo>
                    <a:pt x="12301" y="12117"/>
                  </a:lnTo>
                  <a:lnTo>
                    <a:pt x="12622" y="11842"/>
                  </a:lnTo>
                  <a:lnTo>
                    <a:pt x="12714" y="11750"/>
                  </a:lnTo>
                  <a:lnTo>
                    <a:pt x="12760" y="11612"/>
                  </a:lnTo>
                  <a:lnTo>
                    <a:pt x="12806" y="11520"/>
                  </a:lnTo>
                  <a:lnTo>
                    <a:pt x="12852" y="11383"/>
                  </a:lnTo>
                  <a:lnTo>
                    <a:pt x="12852" y="2984"/>
                  </a:lnTo>
                  <a:lnTo>
                    <a:pt x="12852" y="2662"/>
                  </a:lnTo>
                  <a:lnTo>
                    <a:pt x="12943" y="2387"/>
                  </a:lnTo>
                  <a:lnTo>
                    <a:pt x="13081" y="2112"/>
                  </a:lnTo>
                  <a:lnTo>
                    <a:pt x="13265" y="1836"/>
                  </a:lnTo>
                  <a:lnTo>
                    <a:pt x="13494" y="1607"/>
                  </a:lnTo>
                  <a:lnTo>
                    <a:pt x="13724" y="1423"/>
                  </a:lnTo>
                  <a:lnTo>
                    <a:pt x="13999" y="1286"/>
                  </a:lnTo>
                  <a:lnTo>
                    <a:pt x="14320" y="1240"/>
                  </a:lnTo>
                  <a:lnTo>
                    <a:pt x="14733" y="1194"/>
                  </a:lnTo>
                  <a:close/>
                  <a:moveTo>
                    <a:pt x="8859" y="1"/>
                  </a:moveTo>
                  <a:lnTo>
                    <a:pt x="8308" y="92"/>
                  </a:lnTo>
                  <a:lnTo>
                    <a:pt x="7757" y="184"/>
                  </a:lnTo>
                  <a:lnTo>
                    <a:pt x="7206" y="276"/>
                  </a:lnTo>
                  <a:lnTo>
                    <a:pt x="6656" y="459"/>
                  </a:lnTo>
                  <a:lnTo>
                    <a:pt x="6105" y="643"/>
                  </a:lnTo>
                  <a:lnTo>
                    <a:pt x="5600" y="827"/>
                  </a:lnTo>
                  <a:lnTo>
                    <a:pt x="5095" y="1102"/>
                  </a:lnTo>
                  <a:lnTo>
                    <a:pt x="4636" y="1377"/>
                  </a:lnTo>
                  <a:lnTo>
                    <a:pt x="4131" y="1653"/>
                  </a:lnTo>
                  <a:lnTo>
                    <a:pt x="3718" y="1974"/>
                  </a:lnTo>
                  <a:lnTo>
                    <a:pt x="3259" y="2341"/>
                  </a:lnTo>
                  <a:lnTo>
                    <a:pt x="2846" y="2708"/>
                  </a:lnTo>
                  <a:lnTo>
                    <a:pt x="2479" y="3121"/>
                  </a:lnTo>
                  <a:lnTo>
                    <a:pt x="2112" y="3535"/>
                  </a:lnTo>
                  <a:lnTo>
                    <a:pt x="1745" y="3993"/>
                  </a:lnTo>
                  <a:lnTo>
                    <a:pt x="1423" y="4452"/>
                  </a:lnTo>
                  <a:lnTo>
                    <a:pt x="1148" y="4957"/>
                  </a:lnTo>
                  <a:lnTo>
                    <a:pt x="919" y="5462"/>
                  </a:lnTo>
                  <a:lnTo>
                    <a:pt x="689" y="5967"/>
                  </a:lnTo>
                  <a:lnTo>
                    <a:pt x="460" y="6518"/>
                  </a:lnTo>
                  <a:lnTo>
                    <a:pt x="322" y="7068"/>
                  </a:lnTo>
                  <a:lnTo>
                    <a:pt x="184" y="7665"/>
                  </a:lnTo>
                  <a:lnTo>
                    <a:pt x="92" y="8262"/>
                  </a:lnTo>
                  <a:lnTo>
                    <a:pt x="47" y="8858"/>
                  </a:lnTo>
                  <a:lnTo>
                    <a:pt x="1" y="9455"/>
                  </a:lnTo>
                  <a:lnTo>
                    <a:pt x="47" y="10052"/>
                  </a:lnTo>
                  <a:lnTo>
                    <a:pt x="92" y="10648"/>
                  </a:lnTo>
                  <a:lnTo>
                    <a:pt x="184" y="11245"/>
                  </a:lnTo>
                  <a:lnTo>
                    <a:pt x="276" y="11796"/>
                  </a:lnTo>
                  <a:lnTo>
                    <a:pt x="460" y="12347"/>
                  </a:lnTo>
                  <a:lnTo>
                    <a:pt x="643" y="12897"/>
                  </a:lnTo>
                  <a:lnTo>
                    <a:pt x="873" y="13402"/>
                  </a:lnTo>
                  <a:lnTo>
                    <a:pt x="1102" y="13907"/>
                  </a:lnTo>
                  <a:lnTo>
                    <a:pt x="1378" y="14366"/>
                  </a:lnTo>
                  <a:lnTo>
                    <a:pt x="1699" y="14825"/>
                  </a:lnTo>
                  <a:lnTo>
                    <a:pt x="2020" y="15284"/>
                  </a:lnTo>
                  <a:lnTo>
                    <a:pt x="2341" y="15697"/>
                  </a:lnTo>
                  <a:lnTo>
                    <a:pt x="2709" y="16110"/>
                  </a:lnTo>
                  <a:lnTo>
                    <a:pt x="3122" y="16477"/>
                  </a:lnTo>
                  <a:lnTo>
                    <a:pt x="3535" y="16844"/>
                  </a:lnTo>
                  <a:lnTo>
                    <a:pt x="3994" y="17166"/>
                  </a:lnTo>
                  <a:lnTo>
                    <a:pt x="4407" y="17487"/>
                  </a:lnTo>
                  <a:lnTo>
                    <a:pt x="4912" y="17762"/>
                  </a:lnTo>
                  <a:lnTo>
                    <a:pt x="5371" y="17992"/>
                  </a:lnTo>
                  <a:lnTo>
                    <a:pt x="5875" y="18221"/>
                  </a:lnTo>
                  <a:lnTo>
                    <a:pt x="6380" y="18405"/>
                  </a:lnTo>
                  <a:lnTo>
                    <a:pt x="6931" y="18588"/>
                  </a:lnTo>
                  <a:lnTo>
                    <a:pt x="7436" y="18726"/>
                  </a:lnTo>
                  <a:lnTo>
                    <a:pt x="7987" y="18818"/>
                  </a:lnTo>
                  <a:lnTo>
                    <a:pt x="8537" y="18910"/>
                  </a:lnTo>
                  <a:lnTo>
                    <a:pt x="9088" y="18956"/>
                  </a:lnTo>
                  <a:lnTo>
                    <a:pt x="9685" y="18956"/>
                  </a:lnTo>
                  <a:lnTo>
                    <a:pt x="10236" y="18910"/>
                  </a:lnTo>
                  <a:lnTo>
                    <a:pt x="10786" y="18864"/>
                  </a:lnTo>
                  <a:lnTo>
                    <a:pt x="11383" y="18726"/>
                  </a:lnTo>
                  <a:lnTo>
                    <a:pt x="11934" y="18588"/>
                  </a:lnTo>
                  <a:lnTo>
                    <a:pt x="12530" y="18451"/>
                  </a:lnTo>
                  <a:lnTo>
                    <a:pt x="13081" y="18680"/>
                  </a:lnTo>
                  <a:lnTo>
                    <a:pt x="13632" y="18864"/>
                  </a:lnTo>
                  <a:lnTo>
                    <a:pt x="14228" y="18956"/>
                  </a:lnTo>
                  <a:lnTo>
                    <a:pt x="14779" y="18956"/>
                  </a:lnTo>
                  <a:lnTo>
                    <a:pt x="15330" y="18910"/>
                  </a:lnTo>
                  <a:lnTo>
                    <a:pt x="15881" y="18772"/>
                  </a:lnTo>
                  <a:lnTo>
                    <a:pt x="16431" y="18588"/>
                  </a:lnTo>
                  <a:lnTo>
                    <a:pt x="16890" y="18313"/>
                  </a:lnTo>
                  <a:lnTo>
                    <a:pt x="17349" y="17992"/>
                  </a:lnTo>
                  <a:lnTo>
                    <a:pt x="17762" y="17625"/>
                  </a:lnTo>
                  <a:lnTo>
                    <a:pt x="18176" y="17212"/>
                  </a:lnTo>
                  <a:lnTo>
                    <a:pt x="18497" y="16753"/>
                  </a:lnTo>
                  <a:lnTo>
                    <a:pt x="18726" y="16248"/>
                  </a:lnTo>
                  <a:lnTo>
                    <a:pt x="18910" y="15697"/>
                  </a:lnTo>
                  <a:lnTo>
                    <a:pt x="19048" y="15100"/>
                  </a:lnTo>
                  <a:lnTo>
                    <a:pt x="19093" y="14504"/>
                  </a:lnTo>
                  <a:lnTo>
                    <a:pt x="19048" y="13907"/>
                  </a:lnTo>
                  <a:lnTo>
                    <a:pt x="18956" y="13356"/>
                  </a:lnTo>
                  <a:lnTo>
                    <a:pt x="18772" y="12806"/>
                  </a:lnTo>
                  <a:lnTo>
                    <a:pt x="18497" y="12301"/>
                  </a:lnTo>
                  <a:lnTo>
                    <a:pt x="18772" y="11337"/>
                  </a:lnTo>
                  <a:lnTo>
                    <a:pt x="18910" y="10373"/>
                  </a:lnTo>
                  <a:lnTo>
                    <a:pt x="18956" y="9363"/>
                  </a:lnTo>
                  <a:lnTo>
                    <a:pt x="18864" y="8354"/>
                  </a:lnTo>
                  <a:lnTo>
                    <a:pt x="18680" y="7344"/>
                  </a:lnTo>
                  <a:lnTo>
                    <a:pt x="18589" y="6885"/>
                  </a:lnTo>
                  <a:lnTo>
                    <a:pt x="18405" y="6380"/>
                  </a:lnTo>
                  <a:lnTo>
                    <a:pt x="18221" y="5921"/>
                  </a:lnTo>
                  <a:lnTo>
                    <a:pt x="18038" y="5416"/>
                  </a:lnTo>
                  <a:lnTo>
                    <a:pt x="17808" y="4957"/>
                  </a:lnTo>
                  <a:lnTo>
                    <a:pt x="17533" y="4498"/>
                  </a:lnTo>
                  <a:lnTo>
                    <a:pt x="17533" y="3030"/>
                  </a:lnTo>
                  <a:lnTo>
                    <a:pt x="17487" y="2571"/>
                  </a:lnTo>
                  <a:lnTo>
                    <a:pt x="17395" y="2158"/>
                  </a:lnTo>
                  <a:lnTo>
                    <a:pt x="17258" y="1790"/>
                  </a:lnTo>
                  <a:lnTo>
                    <a:pt x="17074" y="1469"/>
                  </a:lnTo>
                  <a:lnTo>
                    <a:pt x="16845" y="1148"/>
                  </a:lnTo>
                  <a:lnTo>
                    <a:pt x="16569" y="873"/>
                  </a:lnTo>
                  <a:lnTo>
                    <a:pt x="16294" y="643"/>
                  </a:lnTo>
                  <a:lnTo>
                    <a:pt x="15927" y="414"/>
                  </a:lnTo>
                  <a:lnTo>
                    <a:pt x="15605" y="276"/>
                  </a:lnTo>
                  <a:lnTo>
                    <a:pt x="15238" y="184"/>
                  </a:lnTo>
                  <a:lnTo>
                    <a:pt x="14825" y="138"/>
                  </a:lnTo>
                  <a:lnTo>
                    <a:pt x="14458" y="92"/>
                  </a:lnTo>
                  <a:lnTo>
                    <a:pt x="14045" y="184"/>
                  </a:lnTo>
                  <a:lnTo>
                    <a:pt x="13678" y="276"/>
                  </a:lnTo>
                  <a:lnTo>
                    <a:pt x="13311" y="414"/>
                  </a:lnTo>
                  <a:lnTo>
                    <a:pt x="12943" y="643"/>
                  </a:lnTo>
                  <a:lnTo>
                    <a:pt x="12347" y="459"/>
                  </a:lnTo>
                  <a:lnTo>
                    <a:pt x="11750" y="276"/>
                  </a:lnTo>
                  <a:lnTo>
                    <a:pt x="11199" y="138"/>
                  </a:lnTo>
                  <a:lnTo>
                    <a:pt x="10603" y="46"/>
                  </a:lnTo>
                  <a:lnTo>
                    <a:pt x="10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1"/>
            <p:cNvSpPr/>
            <p:nvPr/>
          </p:nvSpPr>
          <p:spPr>
            <a:xfrm>
              <a:off x="5641316" y="2883693"/>
              <a:ext cx="87653" cy="308269"/>
            </a:xfrm>
            <a:custGeom>
              <a:rect b="b" l="l" r="r" t="t"/>
              <a:pathLst>
                <a:path extrusionOk="0" h="13403" w="3811">
                  <a:moveTo>
                    <a:pt x="2066" y="10741"/>
                  </a:moveTo>
                  <a:lnTo>
                    <a:pt x="2250" y="10786"/>
                  </a:lnTo>
                  <a:lnTo>
                    <a:pt x="2342" y="10878"/>
                  </a:lnTo>
                  <a:lnTo>
                    <a:pt x="2479" y="10970"/>
                  </a:lnTo>
                  <a:lnTo>
                    <a:pt x="2571" y="11062"/>
                  </a:lnTo>
                  <a:lnTo>
                    <a:pt x="2617" y="11199"/>
                  </a:lnTo>
                  <a:lnTo>
                    <a:pt x="2663" y="11337"/>
                  </a:lnTo>
                  <a:lnTo>
                    <a:pt x="2709" y="11521"/>
                  </a:lnTo>
                  <a:lnTo>
                    <a:pt x="2663" y="11658"/>
                  </a:lnTo>
                  <a:lnTo>
                    <a:pt x="2617" y="11796"/>
                  </a:lnTo>
                  <a:lnTo>
                    <a:pt x="2571" y="11934"/>
                  </a:lnTo>
                  <a:lnTo>
                    <a:pt x="2479" y="12026"/>
                  </a:lnTo>
                  <a:lnTo>
                    <a:pt x="2342" y="12163"/>
                  </a:lnTo>
                  <a:lnTo>
                    <a:pt x="2204" y="12209"/>
                  </a:lnTo>
                  <a:lnTo>
                    <a:pt x="2066" y="12255"/>
                  </a:lnTo>
                  <a:lnTo>
                    <a:pt x="1745" y="12255"/>
                  </a:lnTo>
                  <a:lnTo>
                    <a:pt x="1607" y="12209"/>
                  </a:lnTo>
                  <a:lnTo>
                    <a:pt x="1470" y="12163"/>
                  </a:lnTo>
                  <a:lnTo>
                    <a:pt x="1378" y="12026"/>
                  </a:lnTo>
                  <a:lnTo>
                    <a:pt x="1286" y="11934"/>
                  </a:lnTo>
                  <a:lnTo>
                    <a:pt x="1194" y="11796"/>
                  </a:lnTo>
                  <a:lnTo>
                    <a:pt x="1148" y="11658"/>
                  </a:lnTo>
                  <a:lnTo>
                    <a:pt x="1148" y="11521"/>
                  </a:lnTo>
                  <a:lnTo>
                    <a:pt x="1148" y="11337"/>
                  </a:lnTo>
                  <a:lnTo>
                    <a:pt x="1194" y="11199"/>
                  </a:lnTo>
                  <a:lnTo>
                    <a:pt x="1286" y="11062"/>
                  </a:lnTo>
                  <a:lnTo>
                    <a:pt x="1378" y="10970"/>
                  </a:lnTo>
                  <a:lnTo>
                    <a:pt x="1470" y="10878"/>
                  </a:lnTo>
                  <a:lnTo>
                    <a:pt x="1607" y="10786"/>
                  </a:lnTo>
                  <a:lnTo>
                    <a:pt x="1745" y="10741"/>
                  </a:lnTo>
                  <a:close/>
                  <a:moveTo>
                    <a:pt x="1837" y="1"/>
                  </a:moveTo>
                  <a:lnTo>
                    <a:pt x="1653" y="47"/>
                  </a:lnTo>
                  <a:lnTo>
                    <a:pt x="1470" y="184"/>
                  </a:lnTo>
                  <a:lnTo>
                    <a:pt x="1378" y="368"/>
                  </a:lnTo>
                  <a:lnTo>
                    <a:pt x="1332" y="552"/>
                  </a:lnTo>
                  <a:lnTo>
                    <a:pt x="1332" y="9685"/>
                  </a:lnTo>
                  <a:lnTo>
                    <a:pt x="1057" y="9823"/>
                  </a:lnTo>
                  <a:lnTo>
                    <a:pt x="827" y="9960"/>
                  </a:lnTo>
                  <a:lnTo>
                    <a:pt x="598" y="10144"/>
                  </a:lnTo>
                  <a:lnTo>
                    <a:pt x="414" y="10373"/>
                  </a:lnTo>
                  <a:lnTo>
                    <a:pt x="230" y="10603"/>
                  </a:lnTo>
                  <a:lnTo>
                    <a:pt x="139" y="10878"/>
                  </a:lnTo>
                  <a:lnTo>
                    <a:pt x="47" y="11199"/>
                  </a:lnTo>
                  <a:lnTo>
                    <a:pt x="1" y="11521"/>
                  </a:lnTo>
                  <a:lnTo>
                    <a:pt x="47" y="11888"/>
                  </a:lnTo>
                  <a:lnTo>
                    <a:pt x="184" y="12255"/>
                  </a:lnTo>
                  <a:lnTo>
                    <a:pt x="322" y="12576"/>
                  </a:lnTo>
                  <a:lnTo>
                    <a:pt x="598" y="12852"/>
                  </a:lnTo>
                  <a:lnTo>
                    <a:pt x="873" y="13081"/>
                  </a:lnTo>
                  <a:lnTo>
                    <a:pt x="1194" y="13265"/>
                  </a:lnTo>
                  <a:lnTo>
                    <a:pt x="1515" y="13357"/>
                  </a:lnTo>
                  <a:lnTo>
                    <a:pt x="1929" y="13403"/>
                  </a:lnTo>
                  <a:lnTo>
                    <a:pt x="2296" y="13357"/>
                  </a:lnTo>
                  <a:lnTo>
                    <a:pt x="2663" y="13265"/>
                  </a:lnTo>
                  <a:lnTo>
                    <a:pt x="2984" y="13081"/>
                  </a:lnTo>
                  <a:lnTo>
                    <a:pt x="3260" y="12852"/>
                  </a:lnTo>
                  <a:lnTo>
                    <a:pt x="3489" y="12576"/>
                  </a:lnTo>
                  <a:lnTo>
                    <a:pt x="3673" y="12255"/>
                  </a:lnTo>
                  <a:lnTo>
                    <a:pt x="3764" y="11888"/>
                  </a:lnTo>
                  <a:lnTo>
                    <a:pt x="3810" y="11521"/>
                  </a:lnTo>
                  <a:lnTo>
                    <a:pt x="3764" y="11199"/>
                  </a:lnTo>
                  <a:lnTo>
                    <a:pt x="3718" y="10924"/>
                  </a:lnTo>
                  <a:lnTo>
                    <a:pt x="3581" y="10649"/>
                  </a:lnTo>
                  <a:lnTo>
                    <a:pt x="3443" y="10373"/>
                  </a:lnTo>
                  <a:lnTo>
                    <a:pt x="3260" y="10144"/>
                  </a:lnTo>
                  <a:lnTo>
                    <a:pt x="3030" y="9960"/>
                  </a:lnTo>
                  <a:lnTo>
                    <a:pt x="2755" y="9823"/>
                  </a:lnTo>
                  <a:lnTo>
                    <a:pt x="2479" y="9685"/>
                  </a:lnTo>
                  <a:lnTo>
                    <a:pt x="2479" y="460"/>
                  </a:lnTo>
                  <a:lnTo>
                    <a:pt x="2388" y="276"/>
                  </a:lnTo>
                  <a:lnTo>
                    <a:pt x="2250" y="93"/>
                  </a:lnTo>
                  <a:lnTo>
                    <a:pt x="20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61"/>
          <p:cNvGrpSpPr/>
          <p:nvPr/>
        </p:nvGrpSpPr>
        <p:grpSpPr>
          <a:xfrm>
            <a:off x="6132182" y="2602034"/>
            <a:ext cx="356822" cy="438104"/>
            <a:chOff x="6132182" y="2815084"/>
            <a:chExt cx="356822" cy="438104"/>
          </a:xfrm>
        </p:grpSpPr>
        <p:sp>
          <p:nvSpPr>
            <p:cNvPr id="952" name="Google Shape;952;p61"/>
            <p:cNvSpPr/>
            <p:nvPr/>
          </p:nvSpPr>
          <p:spPr>
            <a:xfrm>
              <a:off x="6132182" y="2815084"/>
              <a:ext cx="356822" cy="438104"/>
            </a:xfrm>
            <a:custGeom>
              <a:rect b="b" l="l" r="r" t="t"/>
              <a:pathLst>
                <a:path extrusionOk="0" h="19048" w="15514">
                  <a:moveTo>
                    <a:pt x="13907" y="1102"/>
                  </a:moveTo>
                  <a:lnTo>
                    <a:pt x="14045" y="1148"/>
                  </a:lnTo>
                  <a:lnTo>
                    <a:pt x="14228" y="1240"/>
                  </a:lnTo>
                  <a:lnTo>
                    <a:pt x="14320" y="1332"/>
                  </a:lnTo>
                  <a:lnTo>
                    <a:pt x="14412" y="1515"/>
                  </a:lnTo>
                  <a:lnTo>
                    <a:pt x="14366" y="1745"/>
                  </a:lnTo>
                  <a:lnTo>
                    <a:pt x="14274" y="1928"/>
                  </a:lnTo>
                  <a:lnTo>
                    <a:pt x="14091" y="2066"/>
                  </a:lnTo>
                  <a:lnTo>
                    <a:pt x="13907" y="2112"/>
                  </a:lnTo>
                  <a:lnTo>
                    <a:pt x="1607" y="2112"/>
                  </a:lnTo>
                  <a:lnTo>
                    <a:pt x="1378" y="2066"/>
                  </a:lnTo>
                  <a:lnTo>
                    <a:pt x="1240" y="1928"/>
                  </a:lnTo>
                  <a:lnTo>
                    <a:pt x="1148" y="1745"/>
                  </a:lnTo>
                  <a:lnTo>
                    <a:pt x="1102" y="1515"/>
                  </a:lnTo>
                  <a:lnTo>
                    <a:pt x="1194" y="1332"/>
                  </a:lnTo>
                  <a:lnTo>
                    <a:pt x="1286" y="1240"/>
                  </a:lnTo>
                  <a:lnTo>
                    <a:pt x="1423" y="1148"/>
                  </a:lnTo>
                  <a:lnTo>
                    <a:pt x="1607" y="1102"/>
                  </a:lnTo>
                  <a:close/>
                  <a:moveTo>
                    <a:pt x="12897" y="3213"/>
                  </a:moveTo>
                  <a:lnTo>
                    <a:pt x="12897" y="4911"/>
                  </a:lnTo>
                  <a:lnTo>
                    <a:pt x="2617" y="4911"/>
                  </a:lnTo>
                  <a:lnTo>
                    <a:pt x="2617" y="3213"/>
                  </a:lnTo>
                  <a:close/>
                  <a:moveTo>
                    <a:pt x="12897" y="6059"/>
                  </a:moveTo>
                  <a:lnTo>
                    <a:pt x="12897" y="12852"/>
                  </a:lnTo>
                  <a:lnTo>
                    <a:pt x="2617" y="12852"/>
                  </a:lnTo>
                  <a:lnTo>
                    <a:pt x="2617" y="6059"/>
                  </a:lnTo>
                  <a:close/>
                  <a:moveTo>
                    <a:pt x="12897" y="13999"/>
                  </a:moveTo>
                  <a:lnTo>
                    <a:pt x="12897" y="15789"/>
                  </a:lnTo>
                  <a:lnTo>
                    <a:pt x="2617" y="15789"/>
                  </a:lnTo>
                  <a:lnTo>
                    <a:pt x="2617" y="13999"/>
                  </a:lnTo>
                  <a:close/>
                  <a:moveTo>
                    <a:pt x="13907" y="16890"/>
                  </a:moveTo>
                  <a:lnTo>
                    <a:pt x="14045" y="16936"/>
                  </a:lnTo>
                  <a:lnTo>
                    <a:pt x="14228" y="17028"/>
                  </a:lnTo>
                  <a:lnTo>
                    <a:pt x="14320" y="17166"/>
                  </a:lnTo>
                  <a:lnTo>
                    <a:pt x="14412" y="17303"/>
                  </a:lnTo>
                  <a:lnTo>
                    <a:pt x="14366" y="17533"/>
                  </a:lnTo>
                  <a:lnTo>
                    <a:pt x="14274" y="17716"/>
                  </a:lnTo>
                  <a:lnTo>
                    <a:pt x="14091" y="17854"/>
                  </a:lnTo>
                  <a:lnTo>
                    <a:pt x="13907" y="17900"/>
                  </a:lnTo>
                  <a:lnTo>
                    <a:pt x="1607" y="17900"/>
                  </a:lnTo>
                  <a:lnTo>
                    <a:pt x="1423" y="17854"/>
                  </a:lnTo>
                  <a:lnTo>
                    <a:pt x="1286" y="17808"/>
                  </a:lnTo>
                  <a:lnTo>
                    <a:pt x="1194" y="17671"/>
                  </a:lnTo>
                  <a:lnTo>
                    <a:pt x="1102" y="17487"/>
                  </a:lnTo>
                  <a:lnTo>
                    <a:pt x="1148" y="17258"/>
                  </a:lnTo>
                  <a:lnTo>
                    <a:pt x="1240" y="17074"/>
                  </a:lnTo>
                  <a:lnTo>
                    <a:pt x="1378" y="16936"/>
                  </a:lnTo>
                  <a:lnTo>
                    <a:pt x="1607" y="16890"/>
                  </a:lnTo>
                  <a:close/>
                  <a:moveTo>
                    <a:pt x="1332" y="1"/>
                  </a:moveTo>
                  <a:lnTo>
                    <a:pt x="1056" y="92"/>
                  </a:lnTo>
                  <a:lnTo>
                    <a:pt x="781" y="230"/>
                  </a:lnTo>
                  <a:lnTo>
                    <a:pt x="506" y="414"/>
                  </a:lnTo>
                  <a:lnTo>
                    <a:pt x="322" y="643"/>
                  </a:lnTo>
                  <a:lnTo>
                    <a:pt x="184" y="919"/>
                  </a:lnTo>
                  <a:lnTo>
                    <a:pt x="47" y="1194"/>
                  </a:lnTo>
                  <a:lnTo>
                    <a:pt x="1" y="1515"/>
                  </a:lnTo>
                  <a:lnTo>
                    <a:pt x="1" y="1836"/>
                  </a:lnTo>
                  <a:lnTo>
                    <a:pt x="92" y="2158"/>
                  </a:lnTo>
                  <a:lnTo>
                    <a:pt x="230" y="2433"/>
                  </a:lnTo>
                  <a:lnTo>
                    <a:pt x="414" y="2708"/>
                  </a:lnTo>
                  <a:lnTo>
                    <a:pt x="597" y="2892"/>
                  </a:lnTo>
                  <a:lnTo>
                    <a:pt x="873" y="3076"/>
                  </a:lnTo>
                  <a:lnTo>
                    <a:pt x="1148" y="3213"/>
                  </a:lnTo>
                  <a:lnTo>
                    <a:pt x="1469" y="3259"/>
                  </a:lnTo>
                  <a:lnTo>
                    <a:pt x="1469" y="15789"/>
                  </a:lnTo>
                  <a:lnTo>
                    <a:pt x="1148" y="15835"/>
                  </a:lnTo>
                  <a:lnTo>
                    <a:pt x="873" y="15972"/>
                  </a:lnTo>
                  <a:lnTo>
                    <a:pt x="597" y="16156"/>
                  </a:lnTo>
                  <a:lnTo>
                    <a:pt x="414" y="16340"/>
                  </a:lnTo>
                  <a:lnTo>
                    <a:pt x="230" y="16615"/>
                  </a:lnTo>
                  <a:lnTo>
                    <a:pt x="92" y="16890"/>
                  </a:lnTo>
                  <a:lnTo>
                    <a:pt x="1" y="17212"/>
                  </a:lnTo>
                  <a:lnTo>
                    <a:pt x="1" y="17533"/>
                  </a:lnTo>
                  <a:lnTo>
                    <a:pt x="47" y="17854"/>
                  </a:lnTo>
                  <a:lnTo>
                    <a:pt x="184" y="18130"/>
                  </a:lnTo>
                  <a:lnTo>
                    <a:pt x="322" y="18405"/>
                  </a:lnTo>
                  <a:lnTo>
                    <a:pt x="506" y="18634"/>
                  </a:lnTo>
                  <a:lnTo>
                    <a:pt x="781" y="18818"/>
                  </a:lnTo>
                  <a:lnTo>
                    <a:pt x="1056" y="18956"/>
                  </a:lnTo>
                  <a:lnTo>
                    <a:pt x="1332" y="19047"/>
                  </a:lnTo>
                  <a:lnTo>
                    <a:pt x="14137" y="19047"/>
                  </a:lnTo>
                  <a:lnTo>
                    <a:pt x="14458" y="18956"/>
                  </a:lnTo>
                  <a:lnTo>
                    <a:pt x="14733" y="18818"/>
                  </a:lnTo>
                  <a:lnTo>
                    <a:pt x="14963" y="18634"/>
                  </a:lnTo>
                  <a:lnTo>
                    <a:pt x="15192" y="18405"/>
                  </a:lnTo>
                  <a:lnTo>
                    <a:pt x="15330" y="18130"/>
                  </a:lnTo>
                  <a:lnTo>
                    <a:pt x="15468" y="17854"/>
                  </a:lnTo>
                  <a:lnTo>
                    <a:pt x="15514" y="17533"/>
                  </a:lnTo>
                  <a:lnTo>
                    <a:pt x="15514" y="17212"/>
                  </a:lnTo>
                  <a:lnTo>
                    <a:pt x="15422" y="16890"/>
                  </a:lnTo>
                  <a:lnTo>
                    <a:pt x="15284" y="16615"/>
                  </a:lnTo>
                  <a:lnTo>
                    <a:pt x="15101" y="16340"/>
                  </a:lnTo>
                  <a:lnTo>
                    <a:pt x="14871" y="16156"/>
                  </a:lnTo>
                  <a:lnTo>
                    <a:pt x="14642" y="15972"/>
                  </a:lnTo>
                  <a:lnTo>
                    <a:pt x="14320" y="15835"/>
                  </a:lnTo>
                  <a:lnTo>
                    <a:pt x="14045" y="15789"/>
                  </a:lnTo>
                  <a:lnTo>
                    <a:pt x="14045" y="3259"/>
                  </a:lnTo>
                  <a:lnTo>
                    <a:pt x="14320" y="3213"/>
                  </a:lnTo>
                  <a:lnTo>
                    <a:pt x="14642" y="3076"/>
                  </a:lnTo>
                  <a:lnTo>
                    <a:pt x="14871" y="2892"/>
                  </a:lnTo>
                  <a:lnTo>
                    <a:pt x="15101" y="2708"/>
                  </a:lnTo>
                  <a:lnTo>
                    <a:pt x="15284" y="2433"/>
                  </a:lnTo>
                  <a:lnTo>
                    <a:pt x="15422" y="2158"/>
                  </a:lnTo>
                  <a:lnTo>
                    <a:pt x="15514" y="1836"/>
                  </a:lnTo>
                  <a:lnTo>
                    <a:pt x="15514" y="1515"/>
                  </a:lnTo>
                  <a:lnTo>
                    <a:pt x="15468" y="1194"/>
                  </a:lnTo>
                  <a:lnTo>
                    <a:pt x="15330" y="919"/>
                  </a:lnTo>
                  <a:lnTo>
                    <a:pt x="15192" y="643"/>
                  </a:lnTo>
                  <a:lnTo>
                    <a:pt x="14963" y="414"/>
                  </a:lnTo>
                  <a:lnTo>
                    <a:pt x="14733" y="230"/>
                  </a:lnTo>
                  <a:lnTo>
                    <a:pt x="14458" y="92"/>
                  </a:lnTo>
                  <a:lnTo>
                    <a:pt x="141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1"/>
            <p:cNvSpPr/>
            <p:nvPr/>
          </p:nvSpPr>
          <p:spPr>
            <a:xfrm>
              <a:off x="6265191" y="2973439"/>
              <a:ext cx="90804" cy="118243"/>
            </a:xfrm>
            <a:custGeom>
              <a:rect b="b" l="l" r="r" t="t"/>
              <a:pathLst>
                <a:path extrusionOk="0" h="5141" w="3948">
                  <a:moveTo>
                    <a:pt x="1974" y="1560"/>
                  </a:moveTo>
                  <a:lnTo>
                    <a:pt x="2295" y="2065"/>
                  </a:lnTo>
                  <a:lnTo>
                    <a:pt x="2525" y="2524"/>
                  </a:lnTo>
                  <a:lnTo>
                    <a:pt x="2708" y="2891"/>
                  </a:lnTo>
                  <a:lnTo>
                    <a:pt x="2800" y="3167"/>
                  </a:lnTo>
                  <a:lnTo>
                    <a:pt x="2754" y="3350"/>
                  </a:lnTo>
                  <a:lnTo>
                    <a:pt x="2708" y="3488"/>
                  </a:lnTo>
                  <a:lnTo>
                    <a:pt x="2663" y="3626"/>
                  </a:lnTo>
                  <a:lnTo>
                    <a:pt x="2525" y="3763"/>
                  </a:lnTo>
                  <a:lnTo>
                    <a:pt x="2433" y="3855"/>
                  </a:lnTo>
                  <a:lnTo>
                    <a:pt x="2295" y="3901"/>
                  </a:lnTo>
                  <a:lnTo>
                    <a:pt x="2158" y="3947"/>
                  </a:lnTo>
                  <a:lnTo>
                    <a:pt x="1974" y="3993"/>
                  </a:lnTo>
                  <a:lnTo>
                    <a:pt x="1791" y="3947"/>
                  </a:lnTo>
                  <a:lnTo>
                    <a:pt x="1653" y="3901"/>
                  </a:lnTo>
                  <a:lnTo>
                    <a:pt x="1515" y="3855"/>
                  </a:lnTo>
                  <a:lnTo>
                    <a:pt x="1377" y="3763"/>
                  </a:lnTo>
                  <a:lnTo>
                    <a:pt x="1286" y="3626"/>
                  </a:lnTo>
                  <a:lnTo>
                    <a:pt x="1240" y="3488"/>
                  </a:lnTo>
                  <a:lnTo>
                    <a:pt x="1194" y="3350"/>
                  </a:lnTo>
                  <a:lnTo>
                    <a:pt x="1148" y="3167"/>
                  </a:lnTo>
                  <a:lnTo>
                    <a:pt x="1194" y="3029"/>
                  </a:lnTo>
                  <a:lnTo>
                    <a:pt x="1240" y="2800"/>
                  </a:lnTo>
                  <a:lnTo>
                    <a:pt x="1515" y="2341"/>
                  </a:lnTo>
                  <a:lnTo>
                    <a:pt x="1974" y="1560"/>
                  </a:lnTo>
                  <a:close/>
                  <a:moveTo>
                    <a:pt x="1836" y="0"/>
                  </a:moveTo>
                  <a:lnTo>
                    <a:pt x="1745" y="46"/>
                  </a:lnTo>
                  <a:lnTo>
                    <a:pt x="1607" y="138"/>
                  </a:lnTo>
                  <a:lnTo>
                    <a:pt x="1515" y="229"/>
                  </a:lnTo>
                  <a:lnTo>
                    <a:pt x="1056" y="826"/>
                  </a:lnTo>
                  <a:lnTo>
                    <a:pt x="597" y="1652"/>
                  </a:lnTo>
                  <a:lnTo>
                    <a:pt x="368" y="2065"/>
                  </a:lnTo>
                  <a:lnTo>
                    <a:pt x="184" y="2433"/>
                  </a:lnTo>
                  <a:lnTo>
                    <a:pt x="46" y="2846"/>
                  </a:lnTo>
                  <a:lnTo>
                    <a:pt x="1" y="3167"/>
                  </a:lnTo>
                  <a:lnTo>
                    <a:pt x="46" y="3580"/>
                  </a:lnTo>
                  <a:lnTo>
                    <a:pt x="184" y="3947"/>
                  </a:lnTo>
                  <a:lnTo>
                    <a:pt x="368" y="4268"/>
                  </a:lnTo>
                  <a:lnTo>
                    <a:pt x="597" y="4544"/>
                  </a:lnTo>
                  <a:lnTo>
                    <a:pt x="873" y="4773"/>
                  </a:lnTo>
                  <a:lnTo>
                    <a:pt x="1194" y="4957"/>
                  </a:lnTo>
                  <a:lnTo>
                    <a:pt x="1561" y="5094"/>
                  </a:lnTo>
                  <a:lnTo>
                    <a:pt x="1974" y="5140"/>
                  </a:lnTo>
                  <a:lnTo>
                    <a:pt x="2387" y="5094"/>
                  </a:lnTo>
                  <a:lnTo>
                    <a:pt x="2708" y="4957"/>
                  </a:lnTo>
                  <a:lnTo>
                    <a:pt x="3076" y="4773"/>
                  </a:lnTo>
                  <a:lnTo>
                    <a:pt x="3351" y="4544"/>
                  </a:lnTo>
                  <a:lnTo>
                    <a:pt x="3580" y="4268"/>
                  </a:lnTo>
                  <a:lnTo>
                    <a:pt x="3764" y="3947"/>
                  </a:lnTo>
                  <a:lnTo>
                    <a:pt x="3902" y="3580"/>
                  </a:lnTo>
                  <a:lnTo>
                    <a:pt x="3948" y="3167"/>
                  </a:lnTo>
                  <a:lnTo>
                    <a:pt x="3902" y="2846"/>
                  </a:lnTo>
                  <a:lnTo>
                    <a:pt x="3764" y="2433"/>
                  </a:lnTo>
                  <a:lnTo>
                    <a:pt x="3580" y="2065"/>
                  </a:lnTo>
                  <a:lnTo>
                    <a:pt x="3351" y="1652"/>
                  </a:lnTo>
                  <a:lnTo>
                    <a:pt x="2846" y="826"/>
                  </a:lnTo>
                  <a:lnTo>
                    <a:pt x="2433" y="229"/>
                  </a:lnTo>
                  <a:lnTo>
                    <a:pt x="2341" y="138"/>
                  </a:lnTo>
                  <a:lnTo>
                    <a:pt x="2204" y="46"/>
                  </a:lnTo>
                  <a:lnTo>
                    <a:pt x="21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61"/>
          <p:cNvGrpSpPr/>
          <p:nvPr/>
        </p:nvGrpSpPr>
        <p:grpSpPr>
          <a:xfrm>
            <a:off x="6727560" y="2602034"/>
            <a:ext cx="439139" cy="438104"/>
            <a:chOff x="6727560" y="2815084"/>
            <a:chExt cx="439139" cy="438104"/>
          </a:xfrm>
        </p:grpSpPr>
        <p:sp>
          <p:nvSpPr>
            <p:cNvPr id="955" name="Google Shape;955;p61"/>
            <p:cNvSpPr/>
            <p:nvPr/>
          </p:nvSpPr>
          <p:spPr>
            <a:xfrm>
              <a:off x="6886950" y="2950209"/>
              <a:ext cx="124591" cy="167854"/>
            </a:xfrm>
            <a:custGeom>
              <a:rect b="b" l="l" r="r" t="t"/>
              <a:pathLst>
                <a:path extrusionOk="0" h="7298" w="5417">
                  <a:moveTo>
                    <a:pt x="2708" y="1515"/>
                  </a:moveTo>
                  <a:lnTo>
                    <a:pt x="3259" y="2387"/>
                  </a:lnTo>
                  <a:lnTo>
                    <a:pt x="3764" y="3259"/>
                  </a:lnTo>
                  <a:lnTo>
                    <a:pt x="4131" y="4039"/>
                  </a:lnTo>
                  <a:lnTo>
                    <a:pt x="4223" y="4360"/>
                  </a:lnTo>
                  <a:lnTo>
                    <a:pt x="4269" y="4590"/>
                  </a:lnTo>
                  <a:lnTo>
                    <a:pt x="4223" y="4911"/>
                  </a:lnTo>
                  <a:lnTo>
                    <a:pt x="4131" y="5187"/>
                  </a:lnTo>
                  <a:lnTo>
                    <a:pt x="3993" y="5462"/>
                  </a:lnTo>
                  <a:lnTo>
                    <a:pt x="3810" y="5691"/>
                  </a:lnTo>
                  <a:lnTo>
                    <a:pt x="3580" y="5875"/>
                  </a:lnTo>
                  <a:lnTo>
                    <a:pt x="3305" y="6059"/>
                  </a:lnTo>
                  <a:lnTo>
                    <a:pt x="3030" y="6150"/>
                  </a:lnTo>
                  <a:lnTo>
                    <a:pt x="2387" y="6150"/>
                  </a:lnTo>
                  <a:lnTo>
                    <a:pt x="2066" y="6059"/>
                  </a:lnTo>
                  <a:lnTo>
                    <a:pt x="1836" y="5875"/>
                  </a:lnTo>
                  <a:lnTo>
                    <a:pt x="1561" y="5691"/>
                  </a:lnTo>
                  <a:lnTo>
                    <a:pt x="1377" y="5462"/>
                  </a:lnTo>
                  <a:lnTo>
                    <a:pt x="1240" y="5187"/>
                  </a:lnTo>
                  <a:lnTo>
                    <a:pt x="1148" y="4911"/>
                  </a:lnTo>
                  <a:lnTo>
                    <a:pt x="1102" y="4590"/>
                  </a:lnTo>
                  <a:lnTo>
                    <a:pt x="1148" y="4360"/>
                  </a:lnTo>
                  <a:lnTo>
                    <a:pt x="1240" y="4039"/>
                  </a:lnTo>
                  <a:lnTo>
                    <a:pt x="1607" y="3259"/>
                  </a:lnTo>
                  <a:lnTo>
                    <a:pt x="2112" y="2387"/>
                  </a:lnTo>
                  <a:lnTo>
                    <a:pt x="2708" y="1515"/>
                  </a:lnTo>
                  <a:close/>
                  <a:moveTo>
                    <a:pt x="2571" y="0"/>
                  </a:moveTo>
                  <a:lnTo>
                    <a:pt x="2433" y="46"/>
                  </a:lnTo>
                  <a:lnTo>
                    <a:pt x="2341" y="138"/>
                  </a:lnTo>
                  <a:lnTo>
                    <a:pt x="2249" y="230"/>
                  </a:lnTo>
                  <a:lnTo>
                    <a:pt x="1882" y="735"/>
                  </a:lnTo>
                  <a:lnTo>
                    <a:pt x="1148" y="1836"/>
                  </a:lnTo>
                  <a:lnTo>
                    <a:pt x="643" y="2708"/>
                  </a:lnTo>
                  <a:lnTo>
                    <a:pt x="276" y="3443"/>
                  </a:lnTo>
                  <a:lnTo>
                    <a:pt x="46" y="4085"/>
                  </a:lnTo>
                  <a:lnTo>
                    <a:pt x="0" y="4360"/>
                  </a:lnTo>
                  <a:lnTo>
                    <a:pt x="0" y="4590"/>
                  </a:lnTo>
                  <a:lnTo>
                    <a:pt x="0" y="4865"/>
                  </a:lnTo>
                  <a:lnTo>
                    <a:pt x="46" y="5141"/>
                  </a:lnTo>
                  <a:lnTo>
                    <a:pt x="184" y="5646"/>
                  </a:lnTo>
                  <a:lnTo>
                    <a:pt x="459" y="6104"/>
                  </a:lnTo>
                  <a:lnTo>
                    <a:pt x="781" y="6518"/>
                  </a:lnTo>
                  <a:lnTo>
                    <a:pt x="1194" y="6839"/>
                  </a:lnTo>
                  <a:lnTo>
                    <a:pt x="1653" y="7068"/>
                  </a:lnTo>
                  <a:lnTo>
                    <a:pt x="2158" y="7252"/>
                  </a:lnTo>
                  <a:lnTo>
                    <a:pt x="2433" y="7298"/>
                  </a:lnTo>
                  <a:lnTo>
                    <a:pt x="2984" y="7298"/>
                  </a:lnTo>
                  <a:lnTo>
                    <a:pt x="3259" y="7252"/>
                  </a:lnTo>
                  <a:lnTo>
                    <a:pt x="3764" y="7068"/>
                  </a:lnTo>
                  <a:lnTo>
                    <a:pt x="4223" y="6839"/>
                  </a:lnTo>
                  <a:lnTo>
                    <a:pt x="4590" y="6518"/>
                  </a:lnTo>
                  <a:lnTo>
                    <a:pt x="4957" y="6104"/>
                  </a:lnTo>
                  <a:lnTo>
                    <a:pt x="5187" y="5646"/>
                  </a:lnTo>
                  <a:lnTo>
                    <a:pt x="5370" y="5141"/>
                  </a:lnTo>
                  <a:lnTo>
                    <a:pt x="5370" y="4865"/>
                  </a:lnTo>
                  <a:lnTo>
                    <a:pt x="5416" y="4590"/>
                  </a:lnTo>
                  <a:lnTo>
                    <a:pt x="5370" y="4360"/>
                  </a:lnTo>
                  <a:lnTo>
                    <a:pt x="5324" y="4085"/>
                  </a:lnTo>
                  <a:lnTo>
                    <a:pt x="5141" y="3443"/>
                  </a:lnTo>
                  <a:lnTo>
                    <a:pt x="4774" y="2708"/>
                  </a:lnTo>
                  <a:lnTo>
                    <a:pt x="4269" y="1836"/>
                  </a:lnTo>
                  <a:lnTo>
                    <a:pt x="3489" y="735"/>
                  </a:lnTo>
                  <a:lnTo>
                    <a:pt x="3167" y="230"/>
                  </a:lnTo>
                  <a:lnTo>
                    <a:pt x="3076" y="138"/>
                  </a:lnTo>
                  <a:lnTo>
                    <a:pt x="2938" y="46"/>
                  </a:lnTo>
                  <a:lnTo>
                    <a:pt x="28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1"/>
            <p:cNvSpPr/>
            <p:nvPr/>
          </p:nvSpPr>
          <p:spPr>
            <a:xfrm>
              <a:off x="6727560" y="2815084"/>
              <a:ext cx="439139" cy="438104"/>
            </a:xfrm>
            <a:custGeom>
              <a:rect b="b" l="l" r="r" t="t"/>
              <a:pathLst>
                <a:path extrusionOk="0" h="19048" w="19093">
                  <a:moveTo>
                    <a:pt x="9317" y="1102"/>
                  </a:moveTo>
                  <a:lnTo>
                    <a:pt x="10235" y="2020"/>
                  </a:lnTo>
                  <a:lnTo>
                    <a:pt x="9317" y="2984"/>
                  </a:lnTo>
                  <a:lnTo>
                    <a:pt x="8766" y="3030"/>
                  </a:lnTo>
                  <a:lnTo>
                    <a:pt x="8261" y="3076"/>
                  </a:lnTo>
                  <a:lnTo>
                    <a:pt x="7757" y="3213"/>
                  </a:lnTo>
                  <a:lnTo>
                    <a:pt x="7252" y="3397"/>
                  </a:lnTo>
                  <a:lnTo>
                    <a:pt x="6747" y="3581"/>
                  </a:lnTo>
                  <a:lnTo>
                    <a:pt x="6288" y="3856"/>
                  </a:lnTo>
                  <a:lnTo>
                    <a:pt x="5829" y="4131"/>
                  </a:lnTo>
                  <a:lnTo>
                    <a:pt x="5416" y="4453"/>
                  </a:lnTo>
                  <a:lnTo>
                    <a:pt x="5003" y="4820"/>
                  </a:lnTo>
                  <a:lnTo>
                    <a:pt x="4636" y="5233"/>
                  </a:lnTo>
                  <a:lnTo>
                    <a:pt x="4268" y="5646"/>
                  </a:lnTo>
                  <a:lnTo>
                    <a:pt x="3947" y="6105"/>
                  </a:lnTo>
                  <a:lnTo>
                    <a:pt x="3672" y="6610"/>
                  </a:lnTo>
                  <a:lnTo>
                    <a:pt x="3442" y="7114"/>
                  </a:lnTo>
                  <a:lnTo>
                    <a:pt x="3259" y="7711"/>
                  </a:lnTo>
                  <a:lnTo>
                    <a:pt x="3121" y="8262"/>
                  </a:lnTo>
                  <a:lnTo>
                    <a:pt x="2479" y="7619"/>
                  </a:lnTo>
                  <a:lnTo>
                    <a:pt x="2295" y="7528"/>
                  </a:lnTo>
                  <a:lnTo>
                    <a:pt x="2065" y="7482"/>
                  </a:lnTo>
                  <a:lnTo>
                    <a:pt x="1836" y="7528"/>
                  </a:lnTo>
                  <a:lnTo>
                    <a:pt x="1652" y="7619"/>
                  </a:lnTo>
                  <a:lnTo>
                    <a:pt x="1285" y="8032"/>
                  </a:lnTo>
                  <a:lnTo>
                    <a:pt x="1423" y="7344"/>
                  </a:lnTo>
                  <a:lnTo>
                    <a:pt x="1652" y="6656"/>
                  </a:lnTo>
                  <a:lnTo>
                    <a:pt x="1928" y="5967"/>
                  </a:lnTo>
                  <a:lnTo>
                    <a:pt x="2249" y="5370"/>
                  </a:lnTo>
                  <a:lnTo>
                    <a:pt x="2616" y="4774"/>
                  </a:lnTo>
                  <a:lnTo>
                    <a:pt x="3029" y="4223"/>
                  </a:lnTo>
                  <a:lnTo>
                    <a:pt x="3534" y="3672"/>
                  </a:lnTo>
                  <a:lnTo>
                    <a:pt x="4039" y="3213"/>
                  </a:lnTo>
                  <a:lnTo>
                    <a:pt x="4590" y="2754"/>
                  </a:lnTo>
                  <a:lnTo>
                    <a:pt x="5141" y="2341"/>
                  </a:lnTo>
                  <a:lnTo>
                    <a:pt x="5783" y="2020"/>
                  </a:lnTo>
                  <a:lnTo>
                    <a:pt x="6426" y="1699"/>
                  </a:lnTo>
                  <a:lnTo>
                    <a:pt x="7114" y="1469"/>
                  </a:lnTo>
                  <a:lnTo>
                    <a:pt x="7848" y="1286"/>
                  </a:lnTo>
                  <a:lnTo>
                    <a:pt x="8583" y="1194"/>
                  </a:lnTo>
                  <a:lnTo>
                    <a:pt x="9317" y="1102"/>
                  </a:lnTo>
                  <a:close/>
                  <a:moveTo>
                    <a:pt x="11061" y="1240"/>
                  </a:moveTo>
                  <a:lnTo>
                    <a:pt x="11750" y="1423"/>
                  </a:lnTo>
                  <a:lnTo>
                    <a:pt x="12438" y="1607"/>
                  </a:lnTo>
                  <a:lnTo>
                    <a:pt x="13081" y="1882"/>
                  </a:lnTo>
                  <a:lnTo>
                    <a:pt x="13723" y="2204"/>
                  </a:lnTo>
                  <a:lnTo>
                    <a:pt x="14320" y="2617"/>
                  </a:lnTo>
                  <a:lnTo>
                    <a:pt x="14871" y="3030"/>
                  </a:lnTo>
                  <a:lnTo>
                    <a:pt x="15421" y="3489"/>
                  </a:lnTo>
                  <a:lnTo>
                    <a:pt x="15880" y="3994"/>
                  </a:lnTo>
                  <a:lnTo>
                    <a:pt x="16339" y="4544"/>
                  </a:lnTo>
                  <a:lnTo>
                    <a:pt x="16752" y="5141"/>
                  </a:lnTo>
                  <a:lnTo>
                    <a:pt x="17074" y="5784"/>
                  </a:lnTo>
                  <a:lnTo>
                    <a:pt x="17349" y="6426"/>
                  </a:lnTo>
                  <a:lnTo>
                    <a:pt x="17624" y="7114"/>
                  </a:lnTo>
                  <a:lnTo>
                    <a:pt x="17762" y="7803"/>
                  </a:lnTo>
                  <a:lnTo>
                    <a:pt x="17900" y="8537"/>
                  </a:lnTo>
                  <a:lnTo>
                    <a:pt x="17946" y="9272"/>
                  </a:lnTo>
                  <a:lnTo>
                    <a:pt x="17028" y="10190"/>
                  </a:lnTo>
                  <a:lnTo>
                    <a:pt x="16110" y="9272"/>
                  </a:lnTo>
                  <a:lnTo>
                    <a:pt x="16064" y="8767"/>
                  </a:lnTo>
                  <a:lnTo>
                    <a:pt x="15972" y="8216"/>
                  </a:lnTo>
                  <a:lnTo>
                    <a:pt x="15834" y="7711"/>
                  </a:lnTo>
                  <a:lnTo>
                    <a:pt x="15697" y="7160"/>
                  </a:lnTo>
                  <a:lnTo>
                    <a:pt x="15467" y="6701"/>
                  </a:lnTo>
                  <a:lnTo>
                    <a:pt x="15192" y="6197"/>
                  </a:lnTo>
                  <a:lnTo>
                    <a:pt x="14916" y="5738"/>
                  </a:lnTo>
                  <a:lnTo>
                    <a:pt x="14595" y="5325"/>
                  </a:lnTo>
                  <a:lnTo>
                    <a:pt x="14228" y="4911"/>
                  </a:lnTo>
                  <a:lnTo>
                    <a:pt x="13815" y="4544"/>
                  </a:lnTo>
                  <a:lnTo>
                    <a:pt x="13402" y="4223"/>
                  </a:lnTo>
                  <a:lnTo>
                    <a:pt x="12943" y="3902"/>
                  </a:lnTo>
                  <a:lnTo>
                    <a:pt x="12438" y="3626"/>
                  </a:lnTo>
                  <a:lnTo>
                    <a:pt x="11933" y="3397"/>
                  </a:lnTo>
                  <a:lnTo>
                    <a:pt x="11382" y="3213"/>
                  </a:lnTo>
                  <a:lnTo>
                    <a:pt x="10786" y="3076"/>
                  </a:lnTo>
                  <a:lnTo>
                    <a:pt x="11428" y="2433"/>
                  </a:lnTo>
                  <a:lnTo>
                    <a:pt x="11566" y="2250"/>
                  </a:lnTo>
                  <a:lnTo>
                    <a:pt x="11612" y="2020"/>
                  </a:lnTo>
                  <a:lnTo>
                    <a:pt x="11566" y="1836"/>
                  </a:lnTo>
                  <a:lnTo>
                    <a:pt x="11428" y="1653"/>
                  </a:lnTo>
                  <a:lnTo>
                    <a:pt x="11061" y="1240"/>
                  </a:lnTo>
                  <a:close/>
                  <a:moveTo>
                    <a:pt x="9547" y="4085"/>
                  </a:moveTo>
                  <a:lnTo>
                    <a:pt x="10097" y="4131"/>
                  </a:lnTo>
                  <a:lnTo>
                    <a:pt x="10648" y="4223"/>
                  </a:lnTo>
                  <a:lnTo>
                    <a:pt x="11153" y="4361"/>
                  </a:lnTo>
                  <a:lnTo>
                    <a:pt x="11658" y="4544"/>
                  </a:lnTo>
                  <a:lnTo>
                    <a:pt x="12117" y="4774"/>
                  </a:lnTo>
                  <a:lnTo>
                    <a:pt x="12576" y="5003"/>
                  </a:lnTo>
                  <a:lnTo>
                    <a:pt x="12989" y="5325"/>
                  </a:lnTo>
                  <a:lnTo>
                    <a:pt x="13402" y="5692"/>
                  </a:lnTo>
                  <a:lnTo>
                    <a:pt x="13723" y="6059"/>
                  </a:lnTo>
                  <a:lnTo>
                    <a:pt x="14044" y="6472"/>
                  </a:lnTo>
                  <a:lnTo>
                    <a:pt x="14320" y="6931"/>
                  </a:lnTo>
                  <a:lnTo>
                    <a:pt x="14549" y="7390"/>
                  </a:lnTo>
                  <a:lnTo>
                    <a:pt x="14733" y="7895"/>
                  </a:lnTo>
                  <a:lnTo>
                    <a:pt x="14871" y="8445"/>
                  </a:lnTo>
                  <a:lnTo>
                    <a:pt x="14962" y="8950"/>
                  </a:lnTo>
                  <a:lnTo>
                    <a:pt x="14962" y="9501"/>
                  </a:lnTo>
                  <a:lnTo>
                    <a:pt x="14962" y="10052"/>
                  </a:lnTo>
                  <a:lnTo>
                    <a:pt x="14871" y="10603"/>
                  </a:lnTo>
                  <a:lnTo>
                    <a:pt x="14733" y="11107"/>
                  </a:lnTo>
                  <a:lnTo>
                    <a:pt x="14549" y="11612"/>
                  </a:lnTo>
                  <a:lnTo>
                    <a:pt x="14320" y="12117"/>
                  </a:lnTo>
                  <a:lnTo>
                    <a:pt x="14044" y="12530"/>
                  </a:lnTo>
                  <a:lnTo>
                    <a:pt x="13723" y="12989"/>
                  </a:lnTo>
                  <a:lnTo>
                    <a:pt x="13402" y="13356"/>
                  </a:lnTo>
                  <a:lnTo>
                    <a:pt x="12989" y="13724"/>
                  </a:lnTo>
                  <a:lnTo>
                    <a:pt x="12576" y="13999"/>
                  </a:lnTo>
                  <a:lnTo>
                    <a:pt x="12163" y="14274"/>
                  </a:lnTo>
                  <a:lnTo>
                    <a:pt x="11658" y="14504"/>
                  </a:lnTo>
                  <a:lnTo>
                    <a:pt x="11153" y="14687"/>
                  </a:lnTo>
                  <a:lnTo>
                    <a:pt x="10648" y="14825"/>
                  </a:lnTo>
                  <a:lnTo>
                    <a:pt x="10097" y="14917"/>
                  </a:lnTo>
                  <a:lnTo>
                    <a:pt x="9547" y="14963"/>
                  </a:lnTo>
                  <a:lnTo>
                    <a:pt x="8996" y="14917"/>
                  </a:lnTo>
                  <a:lnTo>
                    <a:pt x="8491" y="14825"/>
                  </a:lnTo>
                  <a:lnTo>
                    <a:pt x="7940" y="14687"/>
                  </a:lnTo>
                  <a:lnTo>
                    <a:pt x="7435" y="14550"/>
                  </a:lnTo>
                  <a:lnTo>
                    <a:pt x="6976" y="14320"/>
                  </a:lnTo>
                  <a:lnTo>
                    <a:pt x="6517" y="14045"/>
                  </a:lnTo>
                  <a:lnTo>
                    <a:pt x="6104" y="13724"/>
                  </a:lnTo>
                  <a:lnTo>
                    <a:pt x="5737" y="13356"/>
                  </a:lnTo>
                  <a:lnTo>
                    <a:pt x="5370" y="12989"/>
                  </a:lnTo>
                  <a:lnTo>
                    <a:pt x="5049" y="12576"/>
                  </a:lnTo>
                  <a:lnTo>
                    <a:pt x="4773" y="12117"/>
                  </a:lnTo>
                  <a:lnTo>
                    <a:pt x="4544" y="11658"/>
                  </a:lnTo>
                  <a:lnTo>
                    <a:pt x="4360" y="11153"/>
                  </a:lnTo>
                  <a:lnTo>
                    <a:pt x="4223" y="10648"/>
                  </a:lnTo>
                  <a:lnTo>
                    <a:pt x="4177" y="10098"/>
                  </a:lnTo>
                  <a:lnTo>
                    <a:pt x="4131" y="9501"/>
                  </a:lnTo>
                  <a:lnTo>
                    <a:pt x="4177" y="8950"/>
                  </a:lnTo>
                  <a:lnTo>
                    <a:pt x="4223" y="8445"/>
                  </a:lnTo>
                  <a:lnTo>
                    <a:pt x="4360" y="7895"/>
                  </a:lnTo>
                  <a:lnTo>
                    <a:pt x="4544" y="7390"/>
                  </a:lnTo>
                  <a:lnTo>
                    <a:pt x="4773" y="6931"/>
                  </a:lnTo>
                  <a:lnTo>
                    <a:pt x="5049" y="6472"/>
                  </a:lnTo>
                  <a:lnTo>
                    <a:pt x="5370" y="6059"/>
                  </a:lnTo>
                  <a:lnTo>
                    <a:pt x="5737" y="5692"/>
                  </a:lnTo>
                  <a:lnTo>
                    <a:pt x="6104" y="5325"/>
                  </a:lnTo>
                  <a:lnTo>
                    <a:pt x="6517" y="5003"/>
                  </a:lnTo>
                  <a:lnTo>
                    <a:pt x="6976" y="4728"/>
                  </a:lnTo>
                  <a:lnTo>
                    <a:pt x="7435" y="4544"/>
                  </a:lnTo>
                  <a:lnTo>
                    <a:pt x="7940" y="4361"/>
                  </a:lnTo>
                  <a:lnTo>
                    <a:pt x="8445" y="4223"/>
                  </a:lnTo>
                  <a:lnTo>
                    <a:pt x="8996" y="4131"/>
                  </a:lnTo>
                  <a:lnTo>
                    <a:pt x="9547" y="4085"/>
                  </a:lnTo>
                  <a:close/>
                  <a:moveTo>
                    <a:pt x="2065" y="8813"/>
                  </a:moveTo>
                  <a:lnTo>
                    <a:pt x="2983" y="9776"/>
                  </a:lnTo>
                  <a:lnTo>
                    <a:pt x="3029" y="10281"/>
                  </a:lnTo>
                  <a:lnTo>
                    <a:pt x="3213" y="11062"/>
                  </a:lnTo>
                  <a:lnTo>
                    <a:pt x="3351" y="11475"/>
                  </a:lnTo>
                  <a:lnTo>
                    <a:pt x="3488" y="11934"/>
                  </a:lnTo>
                  <a:lnTo>
                    <a:pt x="3718" y="12438"/>
                  </a:lnTo>
                  <a:lnTo>
                    <a:pt x="3947" y="12943"/>
                  </a:lnTo>
                  <a:lnTo>
                    <a:pt x="4268" y="13402"/>
                  </a:lnTo>
                  <a:lnTo>
                    <a:pt x="4636" y="13907"/>
                  </a:lnTo>
                  <a:lnTo>
                    <a:pt x="5049" y="14320"/>
                  </a:lnTo>
                  <a:lnTo>
                    <a:pt x="5554" y="14779"/>
                  </a:lnTo>
                  <a:lnTo>
                    <a:pt x="6104" y="15146"/>
                  </a:lnTo>
                  <a:lnTo>
                    <a:pt x="6747" y="15468"/>
                  </a:lnTo>
                  <a:lnTo>
                    <a:pt x="7481" y="15743"/>
                  </a:lnTo>
                  <a:lnTo>
                    <a:pt x="8307" y="15972"/>
                  </a:lnTo>
                  <a:lnTo>
                    <a:pt x="7665" y="16569"/>
                  </a:lnTo>
                  <a:lnTo>
                    <a:pt x="7527" y="16753"/>
                  </a:lnTo>
                  <a:lnTo>
                    <a:pt x="7481" y="16982"/>
                  </a:lnTo>
                  <a:lnTo>
                    <a:pt x="7527" y="17212"/>
                  </a:lnTo>
                  <a:lnTo>
                    <a:pt x="7665" y="17395"/>
                  </a:lnTo>
                  <a:lnTo>
                    <a:pt x="8124" y="17808"/>
                  </a:lnTo>
                  <a:lnTo>
                    <a:pt x="7435" y="17671"/>
                  </a:lnTo>
                  <a:lnTo>
                    <a:pt x="6747" y="17441"/>
                  </a:lnTo>
                  <a:lnTo>
                    <a:pt x="6104" y="17166"/>
                  </a:lnTo>
                  <a:lnTo>
                    <a:pt x="5462" y="16844"/>
                  </a:lnTo>
                  <a:lnTo>
                    <a:pt x="4865" y="16477"/>
                  </a:lnTo>
                  <a:lnTo>
                    <a:pt x="4268" y="16064"/>
                  </a:lnTo>
                  <a:lnTo>
                    <a:pt x="3764" y="15605"/>
                  </a:lnTo>
                  <a:lnTo>
                    <a:pt x="3259" y="15100"/>
                  </a:lnTo>
                  <a:lnTo>
                    <a:pt x="2800" y="14550"/>
                  </a:lnTo>
                  <a:lnTo>
                    <a:pt x="2387" y="13953"/>
                  </a:lnTo>
                  <a:lnTo>
                    <a:pt x="2065" y="13310"/>
                  </a:lnTo>
                  <a:lnTo>
                    <a:pt x="1744" y="12668"/>
                  </a:lnTo>
                  <a:lnTo>
                    <a:pt x="1515" y="11979"/>
                  </a:lnTo>
                  <a:lnTo>
                    <a:pt x="1331" y="11245"/>
                  </a:lnTo>
                  <a:lnTo>
                    <a:pt x="1193" y="10511"/>
                  </a:lnTo>
                  <a:lnTo>
                    <a:pt x="1148" y="9776"/>
                  </a:lnTo>
                  <a:lnTo>
                    <a:pt x="2065" y="8813"/>
                  </a:lnTo>
                  <a:close/>
                  <a:moveTo>
                    <a:pt x="15972" y="10786"/>
                  </a:moveTo>
                  <a:lnTo>
                    <a:pt x="16615" y="11429"/>
                  </a:lnTo>
                  <a:lnTo>
                    <a:pt x="16844" y="11521"/>
                  </a:lnTo>
                  <a:lnTo>
                    <a:pt x="17028" y="11566"/>
                  </a:lnTo>
                  <a:lnTo>
                    <a:pt x="17257" y="11521"/>
                  </a:lnTo>
                  <a:lnTo>
                    <a:pt x="17441" y="11429"/>
                  </a:lnTo>
                  <a:lnTo>
                    <a:pt x="17808" y="11016"/>
                  </a:lnTo>
                  <a:lnTo>
                    <a:pt x="17670" y="11704"/>
                  </a:lnTo>
                  <a:lnTo>
                    <a:pt x="17441" y="12393"/>
                  </a:lnTo>
                  <a:lnTo>
                    <a:pt x="17211" y="13035"/>
                  </a:lnTo>
                  <a:lnTo>
                    <a:pt x="16890" y="13632"/>
                  </a:lnTo>
                  <a:lnTo>
                    <a:pt x="16523" y="14228"/>
                  </a:lnTo>
                  <a:lnTo>
                    <a:pt x="16110" y="14779"/>
                  </a:lnTo>
                  <a:lnTo>
                    <a:pt x="15651" y="15330"/>
                  </a:lnTo>
                  <a:lnTo>
                    <a:pt x="15146" y="15789"/>
                  </a:lnTo>
                  <a:lnTo>
                    <a:pt x="14595" y="16248"/>
                  </a:lnTo>
                  <a:lnTo>
                    <a:pt x="13998" y="16661"/>
                  </a:lnTo>
                  <a:lnTo>
                    <a:pt x="13402" y="16982"/>
                  </a:lnTo>
                  <a:lnTo>
                    <a:pt x="12759" y="17303"/>
                  </a:lnTo>
                  <a:lnTo>
                    <a:pt x="12071" y="17533"/>
                  </a:lnTo>
                  <a:lnTo>
                    <a:pt x="11382" y="17716"/>
                  </a:lnTo>
                  <a:lnTo>
                    <a:pt x="10648" y="17854"/>
                  </a:lnTo>
                  <a:lnTo>
                    <a:pt x="9914" y="17900"/>
                  </a:lnTo>
                  <a:lnTo>
                    <a:pt x="8858" y="16982"/>
                  </a:lnTo>
                  <a:lnTo>
                    <a:pt x="9776" y="16064"/>
                  </a:lnTo>
                  <a:lnTo>
                    <a:pt x="10373" y="16018"/>
                  </a:lnTo>
                  <a:lnTo>
                    <a:pt x="10923" y="15927"/>
                  </a:lnTo>
                  <a:lnTo>
                    <a:pt x="11474" y="15789"/>
                  </a:lnTo>
                  <a:lnTo>
                    <a:pt x="11979" y="15605"/>
                  </a:lnTo>
                  <a:lnTo>
                    <a:pt x="12484" y="15376"/>
                  </a:lnTo>
                  <a:lnTo>
                    <a:pt x="12943" y="15146"/>
                  </a:lnTo>
                  <a:lnTo>
                    <a:pt x="13402" y="14825"/>
                  </a:lnTo>
                  <a:lnTo>
                    <a:pt x="13815" y="14504"/>
                  </a:lnTo>
                  <a:lnTo>
                    <a:pt x="14228" y="14137"/>
                  </a:lnTo>
                  <a:lnTo>
                    <a:pt x="14595" y="13724"/>
                  </a:lnTo>
                  <a:lnTo>
                    <a:pt x="14916" y="13265"/>
                  </a:lnTo>
                  <a:lnTo>
                    <a:pt x="15238" y="12806"/>
                  </a:lnTo>
                  <a:lnTo>
                    <a:pt x="15467" y="12347"/>
                  </a:lnTo>
                  <a:lnTo>
                    <a:pt x="15697" y="11842"/>
                  </a:lnTo>
                  <a:lnTo>
                    <a:pt x="15880" y="11291"/>
                  </a:lnTo>
                  <a:lnTo>
                    <a:pt x="15972" y="10786"/>
                  </a:lnTo>
                  <a:close/>
                  <a:moveTo>
                    <a:pt x="9547" y="1"/>
                  </a:moveTo>
                  <a:lnTo>
                    <a:pt x="8537" y="47"/>
                  </a:lnTo>
                  <a:lnTo>
                    <a:pt x="7573" y="184"/>
                  </a:lnTo>
                  <a:lnTo>
                    <a:pt x="6655" y="460"/>
                  </a:lnTo>
                  <a:lnTo>
                    <a:pt x="5737" y="781"/>
                  </a:lnTo>
                  <a:lnTo>
                    <a:pt x="4911" y="1194"/>
                  </a:lnTo>
                  <a:lnTo>
                    <a:pt x="4085" y="1699"/>
                  </a:lnTo>
                  <a:lnTo>
                    <a:pt x="3351" y="2250"/>
                  </a:lnTo>
                  <a:lnTo>
                    <a:pt x="2708" y="2892"/>
                  </a:lnTo>
                  <a:lnTo>
                    <a:pt x="2065" y="3581"/>
                  </a:lnTo>
                  <a:lnTo>
                    <a:pt x="1561" y="4315"/>
                  </a:lnTo>
                  <a:lnTo>
                    <a:pt x="1056" y="5141"/>
                  </a:lnTo>
                  <a:lnTo>
                    <a:pt x="689" y="5967"/>
                  </a:lnTo>
                  <a:lnTo>
                    <a:pt x="367" y="6839"/>
                  </a:lnTo>
                  <a:lnTo>
                    <a:pt x="184" y="7711"/>
                  </a:lnTo>
                  <a:lnTo>
                    <a:pt x="46" y="8629"/>
                  </a:lnTo>
                  <a:lnTo>
                    <a:pt x="0" y="9593"/>
                  </a:lnTo>
                  <a:lnTo>
                    <a:pt x="46" y="10557"/>
                  </a:lnTo>
                  <a:lnTo>
                    <a:pt x="230" y="11475"/>
                  </a:lnTo>
                  <a:lnTo>
                    <a:pt x="459" y="12393"/>
                  </a:lnTo>
                  <a:lnTo>
                    <a:pt x="780" y="13265"/>
                  </a:lnTo>
                  <a:lnTo>
                    <a:pt x="1148" y="14091"/>
                  </a:lnTo>
                  <a:lnTo>
                    <a:pt x="1652" y="14871"/>
                  </a:lnTo>
                  <a:lnTo>
                    <a:pt x="2203" y="15605"/>
                  </a:lnTo>
                  <a:lnTo>
                    <a:pt x="2800" y="16248"/>
                  </a:lnTo>
                  <a:lnTo>
                    <a:pt x="3488" y="16890"/>
                  </a:lnTo>
                  <a:lnTo>
                    <a:pt x="4223" y="17441"/>
                  </a:lnTo>
                  <a:lnTo>
                    <a:pt x="5003" y="17900"/>
                  </a:lnTo>
                  <a:lnTo>
                    <a:pt x="5829" y="18313"/>
                  </a:lnTo>
                  <a:lnTo>
                    <a:pt x="6701" y="18634"/>
                  </a:lnTo>
                  <a:lnTo>
                    <a:pt x="7619" y="18864"/>
                  </a:lnTo>
                  <a:lnTo>
                    <a:pt x="8583" y="19002"/>
                  </a:lnTo>
                  <a:lnTo>
                    <a:pt x="9547" y="19047"/>
                  </a:lnTo>
                  <a:lnTo>
                    <a:pt x="10510" y="19002"/>
                  </a:lnTo>
                  <a:lnTo>
                    <a:pt x="11474" y="18864"/>
                  </a:lnTo>
                  <a:lnTo>
                    <a:pt x="12392" y="18634"/>
                  </a:lnTo>
                  <a:lnTo>
                    <a:pt x="13264" y="18313"/>
                  </a:lnTo>
                  <a:lnTo>
                    <a:pt x="14090" y="17900"/>
                  </a:lnTo>
                  <a:lnTo>
                    <a:pt x="14871" y="17441"/>
                  </a:lnTo>
                  <a:lnTo>
                    <a:pt x="15605" y="16890"/>
                  </a:lnTo>
                  <a:lnTo>
                    <a:pt x="16293" y="16248"/>
                  </a:lnTo>
                  <a:lnTo>
                    <a:pt x="16936" y="15605"/>
                  </a:lnTo>
                  <a:lnTo>
                    <a:pt x="17441" y="14871"/>
                  </a:lnTo>
                  <a:lnTo>
                    <a:pt x="17946" y="14091"/>
                  </a:lnTo>
                  <a:lnTo>
                    <a:pt x="18359" y="13219"/>
                  </a:lnTo>
                  <a:lnTo>
                    <a:pt x="18680" y="12347"/>
                  </a:lnTo>
                  <a:lnTo>
                    <a:pt x="18909" y="11429"/>
                  </a:lnTo>
                  <a:lnTo>
                    <a:pt x="19047" y="10511"/>
                  </a:lnTo>
                  <a:lnTo>
                    <a:pt x="19093" y="9501"/>
                  </a:lnTo>
                  <a:lnTo>
                    <a:pt x="19047" y="8537"/>
                  </a:lnTo>
                  <a:lnTo>
                    <a:pt x="18909" y="7619"/>
                  </a:lnTo>
                  <a:lnTo>
                    <a:pt x="18680" y="6701"/>
                  </a:lnTo>
                  <a:lnTo>
                    <a:pt x="18359" y="5829"/>
                  </a:lnTo>
                  <a:lnTo>
                    <a:pt x="17946" y="4957"/>
                  </a:lnTo>
                  <a:lnTo>
                    <a:pt x="17441" y="4177"/>
                  </a:lnTo>
                  <a:lnTo>
                    <a:pt x="16936" y="3443"/>
                  </a:lnTo>
                  <a:lnTo>
                    <a:pt x="16293" y="2800"/>
                  </a:lnTo>
                  <a:lnTo>
                    <a:pt x="15605" y="2158"/>
                  </a:lnTo>
                  <a:lnTo>
                    <a:pt x="14871" y="1607"/>
                  </a:lnTo>
                  <a:lnTo>
                    <a:pt x="14090" y="1148"/>
                  </a:lnTo>
                  <a:lnTo>
                    <a:pt x="13264" y="735"/>
                  </a:lnTo>
                  <a:lnTo>
                    <a:pt x="12392" y="414"/>
                  </a:lnTo>
                  <a:lnTo>
                    <a:pt x="11474" y="184"/>
                  </a:lnTo>
                  <a:lnTo>
                    <a:pt x="10510" y="47"/>
                  </a:lnTo>
                  <a:lnTo>
                    <a:pt x="95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61"/>
          <p:cNvGrpSpPr/>
          <p:nvPr/>
        </p:nvGrpSpPr>
        <p:grpSpPr>
          <a:xfrm>
            <a:off x="7491827" y="2602034"/>
            <a:ext cx="293480" cy="438104"/>
            <a:chOff x="7491827" y="2815084"/>
            <a:chExt cx="293480" cy="438104"/>
          </a:xfrm>
        </p:grpSpPr>
        <p:sp>
          <p:nvSpPr>
            <p:cNvPr id="958" name="Google Shape;958;p61"/>
            <p:cNvSpPr/>
            <p:nvPr/>
          </p:nvSpPr>
          <p:spPr>
            <a:xfrm>
              <a:off x="7491827" y="2815084"/>
              <a:ext cx="293480" cy="438104"/>
            </a:xfrm>
            <a:custGeom>
              <a:rect b="b" l="l" r="r" t="t"/>
              <a:pathLst>
                <a:path extrusionOk="0" h="19048" w="12760">
                  <a:moveTo>
                    <a:pt x="4039" y="6977"/>
                  </a:moveTo>
                  <a:lnTo>
                    <a:pt x="4406" y="7114"/>
                  </a:lnTo>
                  <a:lnTo>
                    <a:pt x="4727" y="7252"/>
                  </a:lnTo>
                  <a:lnTo>
                    <a:pt x="5049" y="7436"/>
                  </a:lnTo>
                  <a:lnTo>
                    <a:pt x="5324" y="7665"/>
                  </a:lnTo>
                  <a:lnTo>
                    <a:pt x="5508" y="7941"/>
                  </a:lnTo>
                  <a:lnTo>
                    <a:pt x="5691" y="8262"/>
                  </a:lnTo>
                  <a:lnTo>
                    <a:pt x="5829" y="8583"/>
                  </a:lnTo>
                  <a:lnTo>
                    <a:pt x="5921" y="8904"/>
                  </a:lnTo>
                  <a:lnTo>
                    <a:pt x="5921" y="9272"/>
                  </a:lnTo>
                  <a:lnTo>
                    <a:pt x="5921" y="9547"/>
                  </a:lnTo>
                  <a:lnTo>
                    <a:pt x="3626" y="9547"/>
                  </a:lnTo>
                  <a:lnTo>
                    <a:pt x="3075" y="9501"/>
                  </a:lnTo>
                  <a:lnTo>
                    <a:pt x="2662" y="9409"/>
                  </a:lnTo>
                  <a:lnTo>
                    <a:pt x="2295" y="9226"/>
                  </a:lnTo>
                  <a:lnTo>
                    <a:pt x="1974" y="8996"/>
                  </a:lnTo>
                  <a:lnTo>
                    <a:pt x="1698" y="8721"/>
                  </a:lnTo>
                  <a:lnTo>
                    <a:pt x="1469" y="8400"/>
                  </a:lnTo>
                  <a:lnTo>
                    <a:pt x="1285" y="8032"/>
                  </a:lnTo>
                  <a:lnTo>
                    <a:pt x="1147" y="7619"/>
                  </a:lnTo>
                  <a:lnTo>
                    <a:pt x="1147" y="7206"/>
                  </a:lnTo>
                  <a:lnTo>
                    <a:pt x="1147" y="6977"/>
                  </a:lnTo>
                  <a:close/>
                  <a:moveTo>
                    <a:pt x="6517" y="1102"/>
                  </a:moveTo>
                  <a:lnTo>
                    <a:pt x="6839" y="1148"/>
                  </a:lnTo>
                  <a:lnTo>
                    <a:pt x="7160" y="1240"/>
                  </a:lnTo>
                  <a:lnTo>
                    <a:pt x="7435" y="1377"/>
                  </a:lnTo>
                  <a:lnTo>
                    <a:pt x="7711" y="1561"/>
                  </a:lnTo>
                  <a:lnTo>
                    <a:pt x="7894" y="1791"/>
                  </a:lnTo>
                  <a:lnTo>
                    <a:pt x="8078" y="2066"/>
                  </a:lnTo>
                  <a:lnTo>
                    <a:pt x="8170" y="2387"/>
                  </a:lnTo>
                  <a:lnTo>
                    <a:pt x="8261" y="2708"/>
                  </a:lnTo>
                  <a:lnTo>
                    <a:pt x="8812" y="9639"/>
                  </a:lnTo>
                  <a:lnTo>
                    <a:pt x="8353" y="9731"/>
                  </a:lnTo>
                  <a:lnTo>
                    <a:pt x="7894" y="9914"/>
                  </a:lnTo>
                  <a:lnTo>
                    <a:pt x="7481" y="10144"/>
                  </a:lnTo>
                  <a:lnTo>
                    <a:pt x="7114" y="10465"/>
                  </a:lnTo>
                  <a:lnTo>
                    <a:pt x="7114" y="9272"/>
                  </a:lnTo>
                  <a:lnTo>
                    <a:pt x="7022" y="8675"/>
                  </a:lnTo>
                  <a:lnTo>
                    <a:pt x="6884" y="8124"/>
                  </a:lnTo>
                  <a:lnTo>
                    <a:pt x="6655" y="7619"/>
                  </a:lnTo>
                  <a:lnTo>
                    <a:pt x="6380" y="7160"/>
                  </a:lnTo>
                  <a:lnTo>
                    <a:pt x="6012" y="6747"/>
                  </a:lnTo>
                  <a:lnTo>
                    <a:pt x="5553" y="6380"/>
                  </a:lnTo>
                  <a:lnTo>
                    <a:pt x="5095" y="6105"/>
                  </a:lnTo>
                  <a:lnTo>
                    <a:pt x="4544" y="5921"/>
                  </a:lnTo>
                  <a:lnTo>
                    <a:pt x="4819" y="2708"/>
                  </a:lnTo>
                  <a:lnTo>
                    <a:pt x="4865" y="2387"/>
                  </a:lnTo>
                  <a:lnTo>
                    <a:pt x="5003" y="2066"/>
                  </a:lnTo>
                  <a:lnTo>
                    <a:pt x="5140" y="1791"/>
                  </a:lnTo>
                  <a:lnTo>
                    <a:pt x="5370" y="1561"/>
                  </a:lnTo>
                  <a:lnTo>
                    <a:pt x="5599" y="1377"/>
                  </a:lnTo>
                  <a:lnTo>
                    <a:pt x="5875" y="1240"/>
                  </a:lnTo>
                  <a:lnTo>
                    <a:pt x="6196" y="1148"/>
                  </a:lnTo>
                  <a:lnTo>
                    <a:pt x="6517" y="1102"/>
                  </a:lnTo>
                  <a:close/>
                  <a:moveTo>
                    <a:pt x="11658" y="10740"/>
                  </a:moveTo>
                  <a:lnTo>
                    <a:pt x="11658" y="10970"/>
                  </a:lnTo>
                  <a:lnTo>
                    <a:pt x="11612" y="11337"/>
                  </a:lnTo>
                  <a:lnTo>
                    <a:pt x="11520" y="11658"/>
                  </a:lnTo>
                  <a:lnTo>
                    <a:pt x="11428" y="11934"/>
                  </a:lnTo>
                  <a:lnTo>
                    <a:pt x="11245" y="12255"/>
                  </a:lnTo>
                  <a:lnTo>
                    <a:pt x="11015" y="12484"/>
                  </a:lnTo>
                  <a:lnTo>
                    <a:pt x="10786" y="12714"/>
                  </a:lnTo>
                  <a:lnTo>
                    <a:pt x="10510" y="12897"/>
                  </a:lnTo>
                  <a:lnTo>
                    <a:pt x="10235" y="13035"/>
                  </a:lnTo>
                  <a:lnTo>
                    <a:pt x="9776" y="13173"/>
                  </a:lnTo>
                  <a:lnTo>
                    <a:pt x="7114" y="13173"/>
                  </a:lnTo>
                  <a:lnTo>
                    <a:pt x="7114" y="12943"/>
                  </a:lnTo>
                  <a:lnTo>
                    <a:pt x="7114" y="12530"/>
                  </a:lnTo>
                  <a:lnTo>
                    <a:pt x="7252" y="12117"/>
                  </a:lnTo>
                  <a:lnTo>
                    <a:pt x="7481" y="11750"/>
                  </a:lnTo>
                  <a:lnTo>
                    <a:pt x="7756" y="11383"/>
                  </a:lnTo>
                  <a:lnTo>
                    <a:pt x="8078" y="11153"/>
                  </a:lnTo>
                  <a:lnTo>
                    <a:pt x="8445" y="10924"/>
                  </a:lnTo>
                  <a:lnTo>
                    <a:pt x="8858" y="10786"/>
                  </a:lnTo>
                  <a:lnTo>
                    <a:pt x="9271" y="10740"/>
                  </a:lnTo>
                  <a:close/>
                  <a:moveTo>
                    <a:pt x="5921" y="10648"/>
                  </a:moveTo>
                  <a:lnTo>
                    <a:pt x="5921" y="15789"/>
                  </a:lnTo>
                  <a:lnTo>
                    <a:pt x="5508" y="15651"/>
                  </a:lnTo>
                  <a:lnTo>
                    <a:pt x="5095" y="15422"/>
                  </a:lnTo>
                  <a:lnTo>
                    <a:pt x="4727" y="15146"/>
                  </a:lnTo>
                  <a:lnTo>
                    <a:pt x="4406" y="14825"/>
                  </a:lnTo>
                  <a:lnTo>
                    <a:pt x="4177" y="14458"/>
                  </a:lnTo>
                  <a:lnTo>
                    <a:pt x="3993" y="13999"/>
                  </a:lnTo>
                  <a:lnTo>
                    <a:pt x="3901" y="13540"/>
                  </a:lnTo>
                  <a:lnTo>
                    <a:pt x="3901" y="13081"/>
                  </a:lnTo>
                  <a:lnTo>
                    <a:pt x="4131" y="10648"/>
                  </a:lnTo>
                  <a:close/>
                  <a:moveTo>
                    <a:pt x="8904" y="14274"/>
                  </a:moveTo>
                  <a:lnTo>
                    <a:pt x="8812" y="14504"/>
                  </a:lnTo>
                  <a:lnTo>
                    <a:pt x="8537" y="14917"/>
                  </a:lnTo>
                  <a:lnTo>
                    <a:pt x="8353" y="15100"/>
                  </a:lnTo>
                  <a:lnTo>
                    <a:pt x="8124" y="15284"/>
                  </a:lnTo>
                  <a:lnTo>
                    <a:pt x="7894" y="15422"/>
                  </a:lnTo>
                  <a:lnTo>
                    <a:pt x="7665" y="15559"/>
                  </a:lnTo>
                  <a:lnTo>
                    <a:pt x="7389" y="15697"/>
                  </a:lnTo>
                  <a:lnTo>
                    <a:pt x="7114" y="15789"/>
                  </a:lnTo>
                  <a:lnTo>
                    <a:pt x="7114" y="14274"/>
                  </a:lnTo>
                  <a:close/>
                  <a:moveTo>
                    <a:pt x="7206" y="16890"/>
                  </a:moveTo>
                  <a:lnTo>
                    <a:pt x="7206" y="17946"/>
                  </a:lnTo>
                  <a:lnTo>
                    <a:pt x="5921" y="17946"/>
                  </a:lnTo>
                  <a:lnTo>
                    <a:pt x="5921" y="16936"/>
                  </a:lnTo>
                  <a:lnTo>
                    <a:pt x="6563" y="16982"/>
                  </a:lnTo>
                  <a:lnTo>
                    <a:pt x="6884" y="16936"/>
                  </a:lnTo>
                  <a:lnTo>
                    <a:pt x="7206" y="16890"/>
                  </a:lnTo>
                  <a:close/>
                  <a:moveTo>
                    <a:pt x="6517" y="1"/>
                  </a:moveTo>
                  <a:lnTo>
                    <a:pt x="5967" y="47"/>
                  </a:lnTo>
                  <a:lnTo>
                    <a:pt x="5462" y="184"/>
                  </a:lnTo>
                  <a:lnTo>
                    <a:pt x="5003" y="414"/>
                  </a:lnTo>
                  <a:lnTo>
                    <a:pt x="4590" y="735"/>
                  </a:lnTo>
                  <a:lnTo>
                    <a:pt x="4222" y="1102"/>
                  </a:lnTo>
                  <a:lnTo>
                    <a:pt x="3947" y="1561"/>
                  </a:lnTo>
                  <a:lnTo>
                    <a:pt x="3764" y="2066"/>
                  </a:lnTo>
                  <a:lnTo>
                    <a:pt x="3672" y="2571"/>
                  </a:lnTo>
                  <a:lnTo>
                    <a:pt x="3396" y="5784"/>
                  </a:lnTo>
                  <a:lnTo>
                    <a:pt x="597" y="5784"/>
                  </a:lnTo>
                  <a:lnTo>
                    <a:pt x="367" y="5829"/>
                  </a:lnTo>
                  <a:lnTo>
                    <a:pt x="184" y="5967"/>
                  </a:lnTo>
                  <a:lnTo>
                    <a:pt x="46" y="6151"/>
                  </a:lnTo>
                  <a:lnTo>
                    <a:pt x="0" y="6380"/>
                  </a:lnTo>
                  <a:lnTo>
                    <a:pt x="0" y="7160"/>
                  </a:lnTo>
                  <a:lnTo>
                    <a:pt x="46" y="7528"/>
                  </a:lnTo>
                  <a:lnTo>
                    <a:pt x="92" y="7803"/>
                  </a:lnTo>
                  <a:lnTo>
                    <a:pt x="138" y="8124"/>
                  </a:lnTo>
                  <a:lnTo>
                    <a:pt x="230" y="8400"/>
                  </a:lnTo>
                  <a:lnTo>
                    <a:pt x="505" y="8950"/>
                  </a:lnTo>
                  <a:lnTo>
                    <a:pt x="872" y="9455"/>
                  </a:lnTo>
                  <a:lnTo>
                    <a:pt x="1331" y="9868"/>
                  </a:lnTo>
                  <a:lnTo>
                    <a:pt x="1836" y="10235"/>
                  </a:lnTo>
                  <a:lnTo>
                    <a:pt x="2111" y="10327"/>
                  </a:lnTo>
                  <a:lnTo>
                    <a:pt x="2387" y="10465"/>
                  </a:lnTo>
                  <a:lnTo>
                    <a:pt x="2662" y="10557"/>
                  </a:lnTo>
                  <a:lnTo>
                    <a:pt x="2983" y="10603"/>
                  </a:lnTo>
                  <a:lnTo>
                    <a:pt x="2800" y="12943"/>
                  </a:lnTo>
                  <a:lnTo>
                    <a:pt x="2800" y="13494"/>
                  </a:lnTo>
                  <a:lnTo>
                    <a:pt x="2846" y="14045"/>
                  </a:lnTo>
                  <a:lnTo>
                    <a:pt x="3029" y="14550"/>
                  </a:lnTo>
                  <a:lnTo>
                    <a:pt x="3213" y="15055"/>
                  </a:lnTo>
                  <a:lnTo>
                    <a:pt x="3534" y="15513"/>
                  </a:lnTo>
                  <a:lnTo>
                    <a:pt x="3901" y="15881"/>
                  </a:lnTo>
                  <a:lnTo>
                    <a:pt x="4314" y="16248"/>
                  </a:lnTo>
                  <a:lnTo>
                    <a:pt x="4773" y="16569"/>
                  </a:lnTo>
                  <a:lnTo>
                    <a:pt x="4773" y="17992"/>
                  </a:lnTo>
                  <a:lnTo>
                    <a:pt x="4819" y="18221"/>
                  </a:lnTo>
                  <a:lnTo>
                    <a:pt x="4865" y="18405"/>
                  </a:lnTo>
                  <a:lnTo>
                    <a:pt x="4957" y="18589"/>
                  </a:lnTo>
                  <a:lnTo>
                    <a:pt x="5095" y="18772"/>
                  </a:lnTo>
                  <a:lnTo>
                    <a:pt x="5232" y="18864"/>
                  </a:lnTo>
                  <a:lnTo>
                    <a:pt x="5416" y="19002"/>
                  </a:lnTo>
                  <a:lnTo>
                    <a:pt x="5645" y="19047"/>
                  </a:lnTo>
                  <a:lnTo>
                    <a:pt x="7481" y="19047"/>
                  </a:lnTo>
                  <a:lnTo>
                    <a:pt x="7665" y="19002"/>
                  </a:lnTo>
                  <a:lnTo>
                    <a:pt x="7848" y="18864"/>
                  </a:lnTo>
                  <a:lnTo>
                    <a:pt x="8032" y="18772"/>
                  </a:lnTo>
                  <a:lnTo>
                    <a:pt x="8124" y="18589"/>
                  </a:lnTo>
                  <a:lnTo>
                    <a:pt x="8215" y="18405"/>
                  </a:lnTo>
                  <a:lnTo>
                    <a:pt x="8307" y="18221"/>
                  </a:lnTo>
                  <a:lnTo>
                    <a:pt x="8307" y="17992"/>
                  </a:lnTo>
                  <a:lnTo>
                    <a:pt x="8307" y="16477"/>
                  </a:lnTo>
                  <a:lnTo>
                    <a:pt x="8629" y="16294"/>
                  </a:lnTo>
                  <a:lnTo>
                    <a:pt x="8904" y="16064"/>
                  </a:lnTo>
                  <a:lnTo>
                    <a:pt x="9179" y="15835"/>
                  </a:lnTo>
                  <a:lnTo>
                    <a:pt x="9409" y="15559"/>
                  </a:lnTo>
                  <a:lnTo>
                    <a:pt x="9638" y="15238"/>
                  </a:lnTo>
                  <a:lnTo>
                    <a:pt x="9822" y="14917"/>
                  </a:lnTo>
                  <a:lnTo>
                    <a:pt x="9960" y="14596"/>
                  </a:lnTo>
                  <a:lnTo>
                    <a:pt x="10097" y="14228"/>
                  </a:lnTo>
                  <a:lnTo>
                    <a:pt x="10648" y="14045"/>
                  </a:lnTo>
                  <a:lnTo>
                    <a:pt x="11153" y="13815"/>
                  </a:lnTo>
                  <a:lnTo>
                    <a:pt x="11612" y="13494"/>
                  </a:lnTo>
                  <a:lnTo>
                    <a:pt x="11979" y="13081"/>
                  </a:lnTo>
                  <a:lnTo>
                    <a:pt x="12300" y="12622"/>
                  </a:lnTo>
                  <a:lnTo>
                    <a:pt x="12530" y="12117"/>
                  </a:lnTo>
                  <a:lnTo>
                    <a:pt x="12713" y="11521"/>
                  </a:lnTo>
                  <a:lnTo>
                    <a:pt x="12759" y="10970"/>
                  </a:lnTo>
                  <a:lnTo>
                    <a:pt x="12759" y="10144"/>
                  </a:lnTo>
                  <a:lnTo>
                    <a:pt x="12713" y="9960"/>
                  </a:lnTo>
                  <a:lnTo>
                    <a:pt x="12576" y="9776"/>
                  </a:lnTo>
                  <a:lnTo>
                    <a:pt x="12392" y="9639"/>
                  </a:lnTo>
                  <a:lnTo>
                    <a:pt x="12208" y="9593"/>
                  </a:lnTo>
                  <a:lnTo>
                    <a:pt x="9960" y="9593"/>
                  </a:lnTo>
                  <a:lnTo>
                    <a:pt x="9363" y="2571"/>
                  </a:lnTo>
                  <a:lnTo>
                    <a:pt x="9271" y="2066"/>
                  </a:lnTo>
                  <a:lnTo>
                    <a:pt x="9042" y="1561"/>
                  </a:lnTo>
                  <a:lnTo>
                    <a:pt x="8812" y="1102"/>
                  </a:lnTo>
                  <a:lnTo>
                    <a:pt x="8445" y="735"/>
                  </a:lnTo>
                  <a:lnTo>
                    <a:pt x="8032" y="414"/>
                  </a:lnTo>
                  <a:lnTo>
                    <a:pt x="7573" y="184"/>
                  </a:lnTo>
                  <a:lnTo>
                    <a:pt x="7068" y="47"/>
                  </a:lnTo>
                  <a:lnTo>
                    <a:pt x="65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1"/>
            <p:cNvSpPr/>
            <p:nvPr/>
          </p:nvSpPr>
          <p:spPr>
            <a:xfrm>
              <a:off x="7605815" y="2911155"/>
              <a:ext cx="35926" cy="26404"/>
            </a:xfrm>
            <a:custGeom>
              <a:rect b="b" l="l" r="r" t="t"/>
              <a:pathLst>
                <a:path extrusionOk="0" h="1148" w="1562">
                  <a:moveTo>
                    <a:pt x="552" y="0"/>
                  </a:moveTo>
                  <a:lnTo>
                    <a:pt x="368" y="46"/>
                  </a:lnTo>
                  <a:lnTo>
                    <a:pt x="184" y="184"/>
                  </a:lnTo>
                  <a:lnTo>
                    <a:pt x="47" y="367"/>
                  </a:lnTo>
                  <a:lnTo>
                    <a:pt x="1" y="551"/>
                  </a:lnTo>
                  <a:lnTo>
                    <a:pt x="47" y="780"/>
                  </a:lnTo>
                  <a:lnTo>
                    <a:pt x="139" y="964"/>
                  </a:lnTo>
                  <a:lnTo>
                    <a:pt x="322" y="1102"/>
                  </a:lnTo>
                  <a:lnTo>
                    <a:pt x="552" y="1148"/>
                  </a:lnTo>
                  <a:lnTo>
                    <a:pt x="1011" y="1148"/>
                  </a:lnTo>
                  <a:lnTo>
                    <a:pt x="1240" y="1102"/>
                  </a:lnTo>
                  <a:lnTo>
                    <a:pt x="1378" y="964"/>
                  </a:lnTo>
                  <a:lnTo>
                    <a:pt x="1515" y="780"/>
                  </a:lnTo>
                  <a:lnTo>
                    <a:pt x="1561" y="551"/>
                  </a:lnTo>
                  <a:lnTo>
                    <a:pt x="1515" y="367"/>
                  </a:lnTo>
                  <a:lnTo>
                    <a:pt x="1378" y="184"/>
                  </a:lnTo>
                  <a:lnTo>
                    <a:pt x="1194" y="46"/>
                  </a:lnTo>
                  <a:lnTo>
                    <a:pt x="9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1"/>
            <p:cNvSpPr/>
            <p:nvPr/>
          </p:nvSpPr>
          <p:spPr>
            <a:xfrm>
              <a:off x="7644869" y="2958650"/>
              <a:ext cx="35926" cy="25346"/>
            </a:xfrm>
            <a:custGeom>
              <a:rect b="b" l="l" r="r" t="t"/>
              <a:pathLst>
                <a:path extrusionOk="0" h="1102" w="1562">
                  <a:moveTo>
                    <a:pt x="598" y="0"/>
                  </a:moveTo>
                  <a:lnTo>
                    <a:pt x="368" y="46"/>
                  </a:lnTo>
                  <a:lnTo>
                    <a:pt x="185" y="138"/>
                  </a:lnTo>
                  <a:lnTo>
                    <a:pt x="93" y="322"/>
                  </a:lnTo>
                  <a:lnTo>
                    <a:pt x="1" y="551"/>
                  </a:lnTo>
                  <a:lnTo>
                    <a:pt x="47" y="781"/>
                  </a:lnTo>
                  <a:lnTo>
                    <a:pt x="185" y="964"/>
                  </a:lnTo>
                  <a:lnTo>
                    <a:pt x="368" y="1056"/>
                  </a:lnTo>
                  <a:lnTo>
                    <a:pt x="598" y="1102"/>
                  </a:lnTo>
                  <a:lnTo>
                    <a:pt x="1240" y="1102"/>
                  </a:lnTo>
                  <a:lnTo>
                    <a:pt x="1378" y="964"/>
                  </a:lnTo>
                  <a:lnTo>
                    <a:pt x="1516" y="781"/>
                  </a:lnTo>
                  <a:lnTo>
                    <a:pt x="1561" y="597"/>
                  </a:lnTo>
                  <a:lnTo>
                    <a:pt x="1561" y="368"/>
                  </a:lnTo>
                  <a:lnTo>
                    <a:pt x="1424" y="184"/>
                  </a:lnTo>
                  <a:lnTo>
                    <a:pt x="1240" y="46"/>
                  </a:lnTo>
                  <a:lnTo>
                    <a:pt x="10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61"/>
          <p:cNvGrpSpPr/>
          <p:nvPr/>
        </p:nvGrpSpPr>
        <p:grpSpPr>
          <a:xfrm>
            <a:off x="1336544" y="3254406"/>
            <a:ext cx="337801" cy="438104"/>
            <a:chOff x="1336544" y="3467456"/>
            <a:chExt cx="337801" cy="438104"/>
          </a:xfrm>
        </p:grpSpPr>
        <p:sp>
          <p:nvSpPr>
            <p:cNvPr id="962" name="Google Shape;962;p61"/>
            <p:cNvSpPr/>
            <p:nvPr/>
          </p:nvSpPr>
          <p:spPr>
            <a:xfrm>
              <a:off x="1336544" y="3467456"/>
              <a:ext cx="337801" cy="438104"/>
            </a:xfrm>
            <a:custGeom>
              <a:rect b="b" l="l" r="r" t="t"/>
              <a:pathLst>
                <a:path extrusionOk="0" h="19048" w="14687">
                  <a:moveTo>
                    <a:pt x="8170" y="1102"/>
                  </a:moveTo>
                  <a:lnTo>
                    <a:pt x="8261" y="1148"/>
                  </a:lnTo>
                  <a:lnTo>
                    <a:pt x="8307" y="1240"/>
                  </a:lnTo>
                  <a:lnTo>
                    <a:pt x="8307" y="2479"/>
                  </a:lnTo>
                  <a:lnTo>
                    <a:pt x="6334" y="2479"/>
                  </a:lnTo>
                  <a:lnTo>
                    <a:pt x="6334" y="1240"/>
                  </a:lnTo>
                  <a:lnTo>
                    <a:pt x="6380" y="1148"/>
                  </a:lnTo>
                  <a:lnTo>
                    <a:pt x="6471" y="1102"/>
                  </a:lnTo>
                  <a:close/>
                  <a:moveTo>
                    <a:pt x="9455" y="3626"/>
                  </a:moveTo>
                  <a:lnTo>
                    <a:pt x="9455" y="4636"/>
                  </a:lnTo>
                  <a:lnTo>
                    <a:pt x="5232" y="4636"/>
                  </a:lnTo>
                  <a:lnTo>
                    <a:pt x="5232" y="3626"/>
                  </a:lnTo>
                  <a:close/>
                  <a:moveTo>
                    <a:pt x="8537" y="5783"/>
                  </a:moveTo>
                  <a:lnTo>
                    <a:pt x="8537" y="6196"/>
                  </a:lnTo>
                  <a:lnTo>
                    <a:pt x="8537" y="6609"/>
                  </a:lnTo>
                  <a:lnTo>
                    <a:pt x="8583" y="7114"/>
                  </a:lnTo>
                  <a:lnTo>
                    <a:pt x="8674" y="7711"/>
                  </a:lnTo>
                  <a:lnTo>
                    <a:pt x="8858" y="8399"/>
                  </a:lnTo>
                  <a:lnTo>
                    <a:pt x="9133" y="9134"/>
                  </a:lnTo>
                  <a:lnTo>
                    <a:pt x="9501" y="9914"/>
                  </a:lnTo>
                  <a:lnTo>
                    <a:pt x="13539" y="17533"/>
                  </a:lnTo>
                  <a:lnTo>
                    <a:pt x="13539" y="17670"/>
                  </a:lnTo>
                  <a:lnTo>
                    <a:pt x="13494" y="17808"/>
                  </a:lnTo>
                  <a:lnTo>
                    <a:pt x="13402" y="17900"/>
                  </a:lnTo>
                  <a:lnTo>
                    <a:pt x="1285" y="17900"/>
                  </a:lnTo>
                  <a:lnTo>
                    <a:pt x="1193" y="17808"/>
                  </a:lnTo>
                  <a:lnTo>
                    <a:pt x="1147" y="17670"/>
                  </a:lnTo>
                  <a:lnTo>
                    <a:pt x="1147" y="17533"/>
                  </a:lnTo>
                  <a:lnTo>
                    <a:pt x="5186" y="9914"/>
                  </a:lnTo>
                  <a:lnTo>
                    <a:pt x="5553" y="9134"/>
                  </a:lnTo>
                  <a:lnTo>
                    <a:pt x="5829" y="8399"/>
                  </a:lnTo>
                  <a:lnTo>
                    <a:pt x="6012" y="7757"/>
                  </a:lnTo>
                  <a:lnTo>
                    <a:pt x="6104" y="7114"/>
                  </a:lnTo>
                  <a:lnTo>
                    <a:pt x="6150" y="6609"/>
                  </a:lnTo>
                  <a:lnTo>
                    <a:pt x="6150" y="6196"/>
                  </a:lnTo>
                  <a:lnTo>
                    <a:pt x="6150" y="5783"/>
                  </a:lnTo>
                  <a:close/>
                  <a:moveTo>
                    <a:pt x="6242" y="0"/>
                  </a:moveTo>
                  <a:lnTo>
                    <a:pt x="6012" y="92"/>
                  </a:lnTo>
                  <a:lnTo>
                    <a:pt x="5783" y="184"/>
                  </a:lnTo>
                  <a:lnTo>
                    <a:pt x="5599" y="368"/>
                  </a:lnTo>
                  <a:lnTo>
                    <a:pt x="5462" y="551"/>
                  </a:lnTo>
                  <a:lnTo>
                    <a:pt x="5324" y="735"/>
                  </a:lnTo>
                  <a:lnTo>
                    <a:pt x="5232" y="1010"/>
                  </a:lnTo>
                  <a:lnTo>
                    <a:pt x="5232" y="1240"/>
                  </a:lnTo>
                  <a:lnTo>
                    <a:pt x="5232" y="2479"/>
                  </a:lnTo>
                  <a:lnTo>
                    <a:pt x="4681" y="2479"/>
                  </a:lnTo>
                  <a:lnTo>
                    <a:pt x="4452" y="2525"/>
                  </a:lnTo>
                  <a:lnTo>
                    <a:pt x="4268" y="2662"/>
                  </a:lnTo>
                  <a:lnTo>
                    <a:pt x="4131" y="2846"/>
                  </a:lnTo>
                  <a:lnTo>
                    <a:pt x="4131" y="3030"/>
                  </a:lnTo>
                  <a:lnTo>
                    <a:pt x="4131" y="5324"/>
                  </a:lnTo>
                  <a:lnTo>
                    <a:pt x="4131" y="5508"/>
                  </a:lnTo>
                  <a:lnTo>
                    <a:pt x="4222" y="5691"/>
                  </a:lnTo>
                  <a:lnTo>
                    <a:pt x="4406" y="5783"/>
                  </a:lnTo>
                  <a:lnTo>
                    <a:pt x="5049" y="5783"/>
                  </a:lnTo>
                  <a:lnTo>
                    <a:pt x="5049" y="6150"/>
                  </a:lnTo>
                  <a:lnTo>
                    <a:pt x="5003" y="6518"/>
                  </a:lnTo>
                  <a:lnTo>
                    <a:pt x="4957" y="6977"/>
                  </a:lnTo>
                  <a:lnTo>
                    <a:pt x="4865" y="7481"/>
                  </a:lnTo>
                  <a:lnTo>
                    <a:pt x="4727" y="8078"/>
                  </a:lnTo>
                  <a:lnTo>
                    <a:pt x="4498" y="8721"/>
                  </a:lnTo>
                  <a:lnTo>
                    <a:pt x="4222" y="9363"/>
                  </a:lnTo>
                  <a:lnTo>
                    <a:pt x="138" y="17028"/>
                  </a:lnTo>
                  <a:lnTo>
                    <a:pt x="0" y="17395"/>
                  </a:lnTo>
                  <a:lnTo>
                    <a:pt x="0" y="17716"/>
                  </a:lnTo>
                  <a:lnTo>
                    <a:pt x="46" y="18083"/>
                  </a:lnTo>
                  <a:lnTo>
                    <a:pt x="184" y="18405"/>
                  </a:lnTo>
                  <a:lnTo>
                    <a:pt x="413" y="18680"/>
                  </a:lnTo>
                  <a:lnTo>
                    <a:pt x="688" y="18864"/>
                  </a:lnTo>
                  <a:lnTo>
                    <a:pt x="1010" y="19001"/>
                  </a:lnTo>
                  <a:lnTo>
                    <a:pt x="1377" y="19047"/>
                  </a:lnTo>
                  <a:lnTo>
                    <a:pt x="13310" y="19047"/>
                  </a:lnTo>
                  <a:lnTo>
                    <a:pt x="13677" y="19001"/>
                  </a:lnTo>
                  <a:lnTo>
                    <a:pt x="13998" y="18864"/>
                  </a:lnTo>
                  <a:lnTo>
                    <a:pt x="14274" y="18680"/>
                  </a:lnTo>
                  <a:lnTo>
                    <a:pt x="14503" y="18405"/>
                  </a:lnTo>
                  <a:lnTo>
                    <a:pt x="14641" y="18083"/>
                  </a:lnTo>
                  <a:lnTo>
                    <a:pt x="14687" y="17716"/>
                  </a:lnTo>
                  <a:lnTo>
                    <a:pt x="14687" y="17395"/>
                  </a:lnTo>
                  <a:lnTo>
                    <a:pt x="14549" y="17028"/>
                  </a:lnTo>
                  <a:lnTo>
                    <a:pt x="10510" y="9363"/>
                  </a:lnTo>
                  <a:lnTo>
                    <a:pt x="10189" y="8721"/>
                  </a:lnTo>
                  <a:lnTo>
                    <a:pt x="9960" y="8078"/>
                  </a:lnTo>
                  <a:lnTo>
                    <a:pt x="9822" y="7481"/>
                  </a:lnTo>
                  <a:lnTo>
                    <a:pt x="9730" y="6977"/>
                  </a:lnTo>
                  <a:lnTo>
                    <a:pt x="9684" y="6518"/>
                  </a:lnTo>
                  <a:lnTo>
                    <a:pt x="9684" y="6150"/>
                  </a:lnTo>
                  <a:lnTo>
                    <a:pt x="9684" y="5783"/>
                  </a:lnTo>
                  <a:lnTo>
                    <a:pt x="10327" y="5783"/>
                  </a:lnTo>
                  <a:lnTo>
                    <a:pt x="10464" y="5691"/>
                  </a:lnTo>
                  <a:lnTo>
                    <a:pt x="10556" y="5508"/>
                  </a:lnTo>
                  <a:lnTo>
                    <a:pt x="10602" y="5324"/>
                  </a:lnTo>
                  <a:lnTo>
                    <a:pt x="10602" y="2984"/>
                  </a:lnTo>
                  <a:lnTo>
                    <a:pt x="10556" y="2800"/>
                  </a:lnTo>
                  <a:lnTo>
                    <a:pt x="10464" y="2616"/>
                  </a:lnTo>
                  <a:lnTo>
                    <a:pt x="10281" y="2525"/>
                  </a:lnTo>
                  <a:lnTo>
                    <a:pt x="10097" y="2479"/>
                  </a:lnTo>
                  <a:lnTo>
                    <a:pt x="9455" y="2479"/>
                  </a:lnTo>
                  <a:lnTo>
                    <a:pt x="9455" y="1102"/>
                  </a:lnTo>
                  <a:lnTo>
                    <a:pt x="9455" y="872"/>
                  </a:lnTo>
                  <a:lnTo>
                    <a:pt x="9363" y="689"/>
                  </a:lnTo>
                  <a:lnTo>
                    <a:pt x="9271" y="505"/>
                  </a:lnTo>
                  <a:lnTo>
                    <a:pt x="9133" y="322"/>
                  </a:lnTo>
                  <a:lnTo>
                    <a:pt x="8996" y="184"/>
                  </a:lnTo>
                  <a:lnTo>
                    <a:pt x="8812" y="92"/>
                  </a:lnTo>
                  <a:lnTo>
                    <a:pt x="85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1"/>
            <p:cNvSpPr/>
            <p:nvPr/>
          </p:nvSpPr>
          <p:spPr>
            <a:xfrm>
              <a:off x="1447381" y="3664842"/>
              <a:ext cx="116127" cy="201664"/>
            </a:xfrm>
            <a:custGeom>
              <a:rect b="b" l="l" r="r" t="t"/>
              <a:pathLst>
                <a:path extrusionOk="0" h="8768" w="5049">
                  <a:moveTo>
                    <a:pt x="2524" y="1516"/>
                  </a:moveTo>
                  <a:lnTo>
                    <a:pt x="2983" y="2250"/>
                  </a:lnTo>
                  <a:lnTo>
                    <a:pt x="3442" y="3030"/>
                  </a:lnTo>
                  <a:lnTo>
                    <a:pt x="3626" y="3443"/>
                  </a:lnTo>
                  <a:lnTo>
                    <a:pt x="3764" y="3810"/>
                  </a:lnTo>
                  <a:lnTo>
                    <a:pt x="3855" y="4132"/>
                  </a:lnTo>
                  <a:lnTo>
                    <a:pt x="3901" y="4453"/>
                  </a:lnTo>
                  <a:lnTo>
                    <a:pt x="3855" y="4958"/>
                  </a:lnTo>
                  <a:lnTo>
                    <a:pt x="3810" y="5141"/>
                  </a:lnTo>
                  <a:lnTo>
                    <a:pt x="3718" y="5279"/>
                  </a:lnTo>
                  <a:lnTo>
                    <a:pt x="3580" y="5417"/>
                  </a:lnTo>
                  <a:lnTo>
                    <a:pt x="3442" y="5554"/>
                  </a:lnTo>
                  <a:lnTo>
                    <a:pt x="3305" y="5646"/>
                  </a:lnTo>
                  <a:lnTo>
                    <a:pt x="3075" y="5692"/>
                  </a:lnTo>
                  <a:lnTo>
                    <a:pt x="3075" y="3673"/>
                  </a:lnTo>
                  <a:lnTo>
                    <a:pt x="3075" y="3489"/>
                  </a:lnTo>
                  <a:lnTo>
                    <a:pt x="2983" y="3305"/>
                  </a:lnTo>
                  <a:lnTo>
                    <a:pt x="2846" y="3168"/>
                  </a:lnTo>
                  <a:lnTo>
                    <a:pt x="2662" y="3122"/>
                  </a:lnTo>
                  <a:lnTo>
                    <a:pt x="2524" y="3076"/>
                  </a:lnTo>
                  <a:lnTo>
                    <a:pt x="2387" y="3122"/>
                  </a:lnTo>
                  <a:lnTo>
                    <a:pt x="2249" y="3122"/>
                  </a:lnTo>
                  <a:lnTo>
                    <a:pt x="2157" y="3214"/>
                  </a:lnTo>
                  <a:lnTo>
                    <a:pt x="2065" y="3305"/>
                  </a:lnTo>
                  <a:lnTo>
                    <a:pt x="1974" y="3397"/>
                  </a:lnTo>
                  <a:lnTo>
                    <a:pt x="1928" y="3535"/>
                  </a:lnTo>
                  <a:lnTo>
                    <a:pt x="1928" y="3673"/>
                  </a:lnTo>
                  <a:lnTo>
                    <a:pt x="1928" y="5692"/>
                  </a:lnTo>
                  <a:lnTo>
                    <a:pt x="1744" y="5646"/>
                  </a:lnTo>
                  <a:lnTo>
                    <a:pt x="1561" y="5554"/>
                  </a:lnTo>
                  <a:lnTo>
                    <a:pt x="1423" y="5417"/>
                  </a:lnTo>
                  <a:lnTo>
                    <a:pt x="1331" y="5279"/>
                  </a:lnTo>
                  <a:lnTo>
                    <a:pt x="1239" y="5141"/>
                  </a:lnTo>
                  <a:lnTo>
                    <a:pt x="1193" y="4958"/>
                  </a:lnTo>
                  <a:lnTo>
                    <a:pt x="1148" y="4453"/>
                  </a:lnTo>
                  <a:lnTo>
                    <a:pt x="1148" y="4132"/>
                  </a:lnTo>
                  <a:lnTo>
                    <a:pt x="1239" y="3810"/>
                  </a:lnTo>
                  <a:lnTo>
                    <a:pt x="1377" y="3443"/>
                  </a:lnTo>
                  <a:lnTo>
                    <a:pt x="1561" y="3076"/>
                  </a:lnTo>
                  <a:lnTo>
                    <a:pt x="2020" y="2250"/>
                  </a:lnTo>
                  <a:lnTo>
                    <a:pt x="2524" y="1516"/>
                  </a:lnTo>
                  <a:close/>
                  <a:moveTo>
                    <a:pt x="2524" y="1"/>
                  </a:moveTo>
                  <a:lnTo>
                    <a:pt x="2387" y="47"/>
                  </a:lnTo>
                  <a:lnTo>
                    <a:pt x="2295" y="47"/>
                  </a:lnTo>
                  <a:lnTo>
                    <a:pt x="2157" y="139"/>
                  </a:lnTo>
                  <a:lnTo>
                    <a:pt x="2065" y="230"/>
                  </a:lnTo>
                  <a:lnTo>
                    <a:pt x="1652" y="781"/>
                  </a:lnTo>
                  <a:lnTo>
                    <a:pt x="1331" y="1240"/>
                  </a:lnTo>
                  <a:lnTo>
                    <a:pt x="964" y="1837"/>
                  </a:lnTo>
                  <a:lnTo>
                    <a:pt x="597" y="2479"/>
                  </a:lnTo>
                  <a:lnTo>
                    <a:pt x="321" y="3168"/>
                  </a:lnTo>
                  <a:lnTo>
                    <a:pt x="92" y="3810"/>
                  </a:lnTo>
                  <a:lnTo>
                    <a:pt x="46" y="4132"/>
                  </a:lnTo>
                  <a:lnTo>
                    <a:pt x="0" y="4453"/>
                  </a:lnTo>
                  <a:lnTo>
                    <a:pt x="46" y="4912"/>
                  </a:lnTo>
                  <a:lnTo>
                    <a:pt x="138" y="5325"/>
                  </a:lnTo>
                  <a:lnTo>
                    <a:pt x="276" y="5692"/>
                  </a:lnTo>
                  <a:lnTo>
                    <a:pt x="505" y="6013"/>
                  </a:lnTo>
                  <a:lnTo>
                    <a:pt x="734" y="6335"/>
                  </a:lnTo>
                  <a:lnTo>
                    <a:pt x="1102" y="6564"/>
                  </a:lnTo>
                  <a:lnTo>
                    <a:pt x="1469" y="6702"/>
                  </a:lnTo>
                  <a:lnTo>
                    <a:pt x="1928" y="6839"/>
                  </a:lnTo>
                  <a:lnTo>
                    <a:pt x="1836" y="7023"/>
                  </a:lnTo>
                  <a:lnTo>
                    <a:pt x="1744" y="7207"/>
                  </a:lnTo>
                  <a:lnTo>
                    <a:pt x="1652" y="7344"/>
                  </a:lnTo>
                  <a:lnTo>
                    <a:pt x="1515" y="7482"/>
                  </a:lnTo>
                  <a:lnTo>
                    <a:pt x="1331" y="7620"/>
                  </a:lnTo>
                  <a:lnTo>
                    <a:pt x="1193" y="7666"/>
                  </a:lnTo>
                  <a:lnTo>
                    <a:pt x="1056" y="7849"/>
                  </a:lnTo>
                  <a:lnTo>
                    <a:pt x="918" y="8033"/>
                  </a:lnTo>
                  <a:lnTo>
                    <a:pt x="918" y="8262"/>
                  </a:lnTo>
                  <a:lnTo>
                    <a:pt x="1010" y="8446"/>
                  </a:lnTo>
                  <a:lnTo>
                    <a:pt x="1102" y="8629"/>
                  </a:lnTo>
                  <a:lnTo>
                    <a:pt x="1285" y="8721"/>
                  </a:lnTo>
                  <a:lnTo>
                    <a:pt x="1423" y="8767"/>
                  </a:lnTo>
                  <a:lnTo>
                    <a:pt x="1561" y="8721"/>
                  </a:lnTo>
                  <a:lnTo>
                    <a:pt x="1790" y="8675"/>
                  </a:lnTo>
                  <a:lnTo>
                    <a:pt x="1928" y="8583"/>
                  </a:lnTo>
                  <a:lnTo>
                    <a:pt x="2157" y="8446"/>
                  </a:lnTo>
                  <a:lnTo>
                    <a:pt x="2341" y="8262"/>
                  </a:lnTo>
                  <a:lnTo>
                    <a:pt x="2524" y="8079"/>
                  </a:lnTo>
                  <a:lnTo>
                    <a:pt x="2708" y="7849"/>
                  </a:lnTo>
                  <a:lnTo>
                    <a:pt x="2846" y="7620"/>
                  </a:lnTo>
                  <a:lnTo>
                    <a:pt x="2937" y="7344"/>
                  </a:lnTo>
                  <a:lnTo>
                    <a:pt x="3029" y="7115"/>
                  </a:lnTo>
                  <a:lnTo>
                    <a:pt x="3075" y="6839"/>
                  </a:lnTo>
                  <a:lnTo>
                    <a:pt x="3488" y="6748"/>
                  </a:lnTo>
                  <a:lnTo>
                    <a:pt x="3901" y="6564"/>
                  </a:lnTo>
                  <a:lnTo>
                    <a:pt x="4223" y="6380"/>
                  </a:lnTo>
                  <a:lnTo>
                    <a:pt x="4498" y="6105"/>
                  </a:lnTo>
                  <a:lnTo>
                    <a:pt x="4727" y="5784"/>
                  </a:lnTo>
                  <a:lnTo>
                    <a:pt x="4911" y="5371"/>
                  </a:lnTo>
                  <a:lnTo>
                    <a:pt x="5003" y="4958"/>
                  </a:lnTo>
                  <a:lnTo>
                    <a:pt x="5049" y="4453"/>
                  </a:lnTo>
                  <a:lnTo>
                    <a:pt x="5003" y="4132"/>
                  </a:lnTo>
                  <a:lnTo>
                    <a:pt x="4957" y="3810"/>
                  </a:lnTo>
                  <a:lnTo>
                    <a:pt x="4727" y="3168"/>
                  </a:lnTo>
                  <a:lnTo>
                    <a:pt x="4452" y="2479"/>
                  </a:lnTo>
                  <a:lnTo>
                    <a:pt x="4085" y="1837"/>
                  </a:lnTo>
                  <a:lnTo>
                    <a:pt x="3718" y="1240"/>
                  </a:lnTo>
                  <a:lnTo>
                    <a:pt x="3396" y="781"/>
                  </a:lnTo>
                  <a:lnTo>
                    <a:pt x="2983" y="230"/>
                  </a:lnTo>
                  <a:lnTo>
                    <a:pt x="2892" y="139"/>
                  </a:lnTo>
                  <a:lnTo>
                    <a:pt x="2754" y="47"/>
                  </a:lnTo>
                  <a:lnTo>
                    <a:pt x="2662" y="47"/>
                  </a:lnTo>
                  <a:lnTo>
                    <a:pt x="25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61"/>
          <p:cNvSpPr/>
          <p:nvPr/>
        </p:nvSpPr>
        <p:spPr>
          <a:xfrm>
            <a:off x="1985742" y="3264963"/>
            <a:ext cx="439162" cy="416990"/>
          </a:xfrm>
          <a:custGeom>
            <a:rect b="b" l="l" r="r" t="t"/>
            <a:pathLst>
              <a:path extrusionOk="0" h="18130" w="19094">
                <a:moveTo>
                  <a:pt x="16431" y="1148"/>
                </a:moveTo>
                <a:lnTo>
                  <a:pt x="17946" y="2662"/>
                </a:lnTo>
                <a:lnTo>
                  <a:pt x="16890" y="3718"/>
                </a:lnTo>
                <a:lnTo>
                  <a:pt x="15375" y="2203"/>
                </a:lnTo>
                <a:lnTo>
                  <a:pt x="16431" y="1148"/>
                </a:lnTo>
                <a:close/>
                <a:moveTo>
                  <a:pt x="13953" y="2341"/>
                </a:moveTo>
                <a:lnTo>
                  <a:pt x="16752" y="5141"/>
                </a:lnTo>
                <a:lnTo>
                  <a:pt x="15926" y="5967"/>
                </a:lnTo>
                <a:lnTo>
                  <a:pt x="13127" y="3167"/>
                </a:lnTo>
                <a:lnTo>
                  <a:pt x="13953" y="2341"/>
                </a:lnTo>
                <a:close/>
                <a:moveTo>
                  <a:pt x="6426" y="7757"/>
                </a:moveTo>
                <a:lnTo>
                  <a:pt x="6655" y="7849"/>
                </a:lnTo>
                <a:lnTo>
                  <a:pt x="6885" y="7940"/>
                </a:lnTo>
                <a:lnTo>
                  <a:pt x="7068" y="8124"/>
                </a:lnTo>
                <a:lnTo>
                  <a:pt x="7252" y="8308"/>
                </a:lnTo>
                <a:lnTo>
                  <a:pt x="7344" y="8491"/>
                </a:lnTo>
                <a:lnTo>
                  <a:pt x="7435" y="8721"/>
                </a:lnTo>
                <a:lnTo>
                  <a:pt x="7481" y="8996"/>
                </a:lnTo>
                <a:lnTo>
                  <a:pt x="6104" y="8996"/>
                </a:lnTo>
                <a:lnTo>
                  <a:pt x="5829" y="8950"/>
                </a:lnTo>
                <a:lnTo>
                  <a:pt x="5600" y="8858"/>
                </a:lnTo>
                <a:lnTo>
                  <a:pt x="5370" y="8766"/>
                </a:lnTo>
                <a:lnTo>
                  <a:pt x="5186" y="8629"/>
                </a:lnTo>
                <a:lnTo>
                  <a:pt x="5049" y="8445"/>
                </a:lnTo>
                <a:lnTo>
                  <a:pt x="4911" y="8216"/>
                </a:lnTo>
                <a:lnTo>
                  <a:pt x="4865" y="7986"/>
                </a:lnTo>
                <a:lnTo>
                  <a:pt x="4819" y="7757"/>
                </a:lnTo>
                <a:close/>
                <a:moveTo>
                  <a:pt x="11245" y="10373"/>
                </a:moveTo>
                <a:lnTo>
                  <a:pt x="11245" y="10648"/>
                </a:lnTo>
                <a:lnTo>
                  <a:pt x="11153" y="10878"/>
                </a:lnTo>
                <a:lnTo>
                  <a:pt x="11015" y="11061"/>
                </a:lnTo>
                <a:lnTo>
                  <a:pt x="10878" y="11245"/>
                </a:lnTo>
                <a:lnTo>
                  <a:pt x="10694" y="11428"/>
                </a:lnTo>
                <a:lnTo>
                  <a:pt x="10465" y="11520"/>
                </a:lnTo>
                <a:lnTo>
                  <a:pt x="10235" y="11612"/>
                </a:lnTo>
                <a:lnTo>
                  <a:pt x="8629" y="11612"/>
                </a:lnTo>
                <a:lnTo>
                  <a:pt x="8629" y="11383"/>
                </a:lnTo>
                <a:lnTo>
                  <a:pt x="8720" y="11153"/>
                </a:lnTo>
                <a:lnTo>
                  <a:pt x="8858" y="10924"/>
                </a:lnTo>
                <a:lnTo>
                  <a:pt x="8996" y="10740"/>
                </a:lnTo>
                <a:lnTo>
                  <a:pt x="9179" y="10602"/>
                </a:lnTo>
                <a:lnTo>
                  <a:pt x="9409" y="10465"/>
                </a:lnTo>
                <a:lnTo>
                  <a:pt x="9638" y="10419"/>
                </a:lnTo>
                <a:lnTo>
                  <a:pt x="9868" y="10373"/>
                </a:lnTo>
                <a:close/>
                <a:moveTo>
                  <a:pt x="8399" y="4590"/>
                </a:moveTo>
                <a:lnTo>
                  <a:pt x="8904" y="4682"/>
                </a:lnTo>
                <a:lnTo>
                  <a:pt x="9455" y="4774"/>
                </a:lnTo>
                <a:lnTo>
                  <a:pt x="9960" y="4911"/>
                </a:lnTo>
                <a:lnTo>
                  <a:pt x="10465" y="5095"/>
                </a:lnTo>
                <a:lnTo>
                  <a:pt x="10969" y="5370"/>
                </a:lnTo>
                <a:lnTo>
                  <a:pt x="11199" y="5462"/>
                </a:lnTo>
                <a:lnTo>
                  <a:pt x="11428" y="5508"/>
                </a:lnTo>
                <a:lnTo>
                  <a:pt x="11887" y="5508"/>
                </a:lnTo>
                <a:lnTo>
                  <a:pt x="12117" y="5462"/>
                </a:lnTo>
                <a:lnTo>
                  <a:pt x="12346" y="5370"/>
                </a:lnTo>
                <a:lnTo>
                  <a:pt x="12576" y="5232"/>
                </a:lnTo>
                <a:lnTo>
                  <a:pt x="12759" y="5095"/>
                </a:lnTo>
                <a:lnTo>
                  <a:pt x="13081" y="4728"/>
                </a:lnTo>
                <a:lnTo>
                  <a:pt x="14366" y="6013"/>
                </a:lnTo>
                <a:lnTo>
                  <a:pt x="14044" y="6334"/>
                </a:lnTo>
                <a:lnTo>
                  <a:pt x="13861" y="6563"/>
                </a:lnTo>
                <a:lnTo>
                  <a:pt x="13723" y="6747"/>
                </a:lnTo>
                <a:lnTo>
                  <a:pt x="13631" y="6977"/>
                </a:lnTo>
                <a:lnTo>
                  <a:pt x="13585" y="7206"/>
                </a:lnTo>
                <a:lnTo>
                  <a:pt x="13585" y="7435"/>
                </a:lnTo>
                <a:lnTo>
                  <a:pt x="13585" y="7711"/>
                </a:lnTo>
                <a:lnTo>
                  <a:pt x="13631" y="7940"/>
                </a:lnTo>
                <a:lnTo>
                  <a:pt x="13769" y="8170"/>
                </a:lnTo>
                <a:lnTo>
                  <a:pt x="14044" y="8812"/>
                </a:lnTo>
                <a:lnTo>
                  <a:pt x="14274" y="9455"/>
                </a:lnTo>
                <a:lnTo>
                  <a:pt x="14412" y="10097"/>
                </a:lnTo>
                <a:lnTo>
                  <a:pt x="14503" y="10786"/>
                </a:lnTo>
                <a:lnTo>
                  <a:pt x="14503" y="11474"/>
                </a:lnTo>
                <a:lnTo>
                  <a:pt x="14458" y="12163"/>
                </a:lnTo>
                <a:lnTo>
                  <a:pt x="14320" y="12851"/>
                </a:lnTo>
                <a:lnTo>
                  <a:pt x="14136" y="13540"/>
                </a:lnTo>
                <a:lnTo>
                  <a:pt x="8629" y="13540"/>
                </a:lnTo>
                <a:lnTo>
                  <a:pt x="8629" y="12759"/>
                </a:lnTo>
                <a:lnTo>
                  <a:pt x="10006" y="12759"/>
                </a:lnTo>
                <a:lnTo>
                  <a:pt x="10510" y="12714"/>
                </a:lnTo>
                <a:lnTo>
                  <a:pt x="10924" y="12576"/>
                </a:lnTo>
                <a:lnTo>
                  <a:pt x="11337" y="12346"/>
                </a:lnTo>
                <a:lnTo>
                  <a:pt x="11704" y="12071"/>
                </a:lnTo>
                <a:lnTo>
                  <a:pt x="12025" y="11704"/>
                </a:lnTo>
                <a:lnTo>
                  <a:pt x="12255" y="11291"/>
                </a:lnTo>
                <a:lnTo>
                  <a:pt x="12392" y="10832"/>
                </a:lnTo>
                <a:lnTo>
                  <a:pt x="12438" y="10373"/>
                </a:lnTo>
                <a:lnTo>
                  <a:pt x="12438" y="9822"/>
                </a:lnTo>
                <a:lnTo>
                  <a:pt x="12392" y="9639"/>
                </a:lnTo>
                <a:lnTo>
                  <a:pt x="12255" y="9455"/>
                </a:lnTo>
                <a:lnTo>
                  <a:pt x="12071" y="9317"/>
                </a:lnTo>
                <a:lnTo>
                  <a:pt x="11841" y="9271"/>
                </a:lnTo>
                <a:lnTo>
                  <a:pt x="9914" y="9271"/>
                </a:lnTo>
                <a:lnTo>
                  <a:pt x="9547" y="9317"/>
                </a:lnTo>
                <a:lnTo>
                  <a:pt x="9225" y="9363"/>
                </a:lnTo>
                <a:lnTo>
                  <a:pt x="8904" y="9501"/>
                </a:lnTo>
                <a:lnTo>
                  <a:pt x="8629" y="9639"/>
                </a:lnTo>
                <a:lnTo>
                  <a:pt x="8629" y="9547"/>
                </a:lnTo>
                <a:lnTo>
                  <a:pt x="8629" y="9042"/>
                </a:lnTo>
                <a:lnTo>
                  <a:pt x="8583" y="8537"/>
                </a:lnTo>
                <a:lnTo>
                  <a:pt x="8445" y="8124"/>
                </a:lnTo>
                <a:lnTo>
                  <a:pt x="8216" y="7711"/>
                </a:lnTo>
                <a:lnTo>
                  <a:pt x="7894" y="7344"/>
                </a:lnTo>
                <a:lnTo>
                  <a:pt x="7573" y="7022"/>
                </a:lnTo>
                <a:lnTo>
                  <a:pt x="7160" y="6839"/>
                </a:lnTo>
                <a:lnTo>
                  <a:pt x="6701" y="6655"/>
                </a:lnTo>
                <a:lnTo>
                  <a:pt x="6196" y="6609"/>
                </a:lnTo>
                <a:lnTo>
                  <a:pt x="4223" y="6609"/>
                </a:lnTo>
                <a:lnTo>
                  <a:pt x="3993" y="6655"/>
                </a:lnTo>
                <a:lnTo>
                  <a:pt x="3855" y="6793"/>
                </a:lnTo>
                <a:lnTo>
                  <a:pt x="3718" y="6977"/>
                </a:lnTo>
                <a:lnTo>
                  <a:pt x="3672" y="7206"/>
                </a:lnTo>
                <a:lnTo>
                  <a:pt x="3672" y="7711"/>
                </a:lnTo>
                <a:lnTo>
                  <a:pt x="3718" y="8216"/>
                </a:lnTo>
                <a:lnTo>
                  <a:pt x="3855" y="8675"/>
                </a:lnTo>
                <a:lnTo>
                  <a:pt x="4085" y="9088"/>
                </a:lnTo>
                <a:lnTo>
                  <a:pt x="4360" y="9409"/>
                </a:lnTo>
                <a:lnTo>
                  <a:pt x="4728" y="9730"/>
                </a:lnTo>
                <a:lnTo>
                  <a:pt x="5141" y="9960"/>
                </a:lnTo>
                <a:lnTo>
                  <a:pt x="5600" y="10097"/>
                </a:lnTo>
                <a:lnTo>
                  <a:pt x="6104" y="10143"/>
                </a:lnTo>
                <a:lnTo>
                  <a:pt x="7481" y="10143"/>
                </a:lnTo>
                <a:lnTo>
                  <a:pt x="7481" y="13540"/>
                </a:lnTo>
                <a:lnTo>
                  <a:pt x="1561" y="13540"/>
                </a:lnTo>
                <a:lnTo>
                  <a:pt x="1377" y="13081"/>
                </a:lnTo>
                <a:lnTo>
                  <a:pt x="1285" y="12576"/>
                </a:lnTo>
                <a:lnTo>
                  <a:pt x="1194" y="12117"/>
                </a:lnTo>
                <a:lnTo>
                  <a:pt x="1148" y="11658"/>
                </a:lnTo>
                <a:lnTo>
                  <a:pt x="1148" y="11199"/>
                </a:lnTo>
                <a:lnTo>
                  <a:pt x="1194" y="10740"/>
                </a:lnTo>
                <a:lnTo>
                  <a:pt x="1239" y="10235"/>
                </a:lnTo>
                <a:lnTo>
                  <a:pt x="1331" y="9822"/>
                </a:lnTo>
                <a:lnTo>
                  <a:pt x="1423" y="9363"/>
                </a:lnTo>
                <a:lnTo>
                  <a:pt x="1561" y="8904"/>
                </a:lnTo>
                <a:lnTo>
                  <a:pt x="1744" y="8491"/>
                </a:lnTo>
                <a:lnTo>
                  <a:pt x="1974" y="8078"/>
                </a:lnTo>
                <a:lnTo>
                  <a:pt x="2203" y="7665"/>
                </a:lnTo>
                <a:lnTo>
                  <a:pt x="2479" y="7252"/>
                </a:lnTo>
                <a:lnTo>
                  <a:pt x="2800" y="6885"/>
                </a:lnTo>
                <a:lnTo>
                  <a:pt x="3121" y="6563"/>
                </a:lnTo>
                <a:lnTo>
                  <a:pt x="3534" y="6150"/>
                </a:lnTo>
                <a:lnTo>
                  <a:pt x="3947" y="5829"/>
                </a:lnTo>
                <a:lnTo>
                  <a:pt x="4406" y="5554"/>
                </a:lnTo>
                <a:lnTo>
                  <a:pt x="4865" y="5278"/>
                </a:lnTo>
                <a:lnTo>
                  <a:pt x="5324" y="5049"/>
                </a:lnTo>
                <a:lnTo>
                  <a:pt x="5829" y="4865"/>
                </a:lnTo>
                <a:lnTo>
                  <a:pt x="6334" y="4728"/>
                </a:lnTo>
                <a:lnTo>
                  <a:pt x="6839" y="4636"/>
                </a:lnTo>
                <a:lnTo>
                  <a:pt x="7344" y="4590"/>
                </a:lnTo>
                <a:close/>
                <a:moveTo>
                  <a:pt x="13585" y="14641"/>
                </a:moveTo>
                <a:lnTo>
                  <a:pt x="13356" y="15008"/>
                </a:lnTo>
                <a:lnTo>
                  <a:pt x="13081" y="15330"/>
                </a:lnTo>
                <a:lnTo>
                  <a:pt x="12530" y="15972"/>
                </a:lnTo>
                <a:lnTo>
                  <a:pt x="11933" y="16523"/>
                </a:lnTo>
                <a:lnTo>
                  <a:pt x="11245" y="16982"/>
                </a:lnTo>
                <a:lnTo>
                  <a:pt x="4406" y="16982"/>
                </a:lnTo>
                <a:lnTo>
                  <a:pt x="3764" y="16523"/>
                </a:lnTo>
                <a:lnTo>
                  <a:pt x="3121" y="15972"/>
                </a:lnTo>
                <a:lnTo>
                  <a:pt x="2570" y="15330"/>
                </a:lnTo>
                <a:lnTo>
                  <a:pt x="2111" y="14641"/>
                </a:lnTo>
                <a:close/>
                <a:moveTo>
                  <a:pt x="16431" y="0"/>
                </a:moveTo>
                <a:lnTo>
                  <a:pt x="16202" y="46"/>
                </a:lnTo>
                <a:lnTo>
                  <a:pt x="16018" y="92"/>
                </a:lnTo>
                <a:lnTo>
                  <a:pt x="15834" y="184"/>
                </a:lnTo>
                <a:lnTo>
                  <a:pt x="15651" y="322"/>
                </a:lnTo>
                <a:lnTo>
                  <a:pt x="14595" y="1377"/>
                </a:lnTo>
                <a:lnTo>
                  <a:pt x="14412" y="1285"/>
                </a:lnTo>
                <a:lnTo>
                  <a:pt x="14228" y="1240"/>
                </a:lnTo>
                <a:lnTo>
                  <a:pt x="14044" y="1194"/>
                </a:lnTo>
                <a:lnTo>
                  <a:pt x="13677" y="1194"/>
                </a:lnTo>
                <a:lnTo>
                  <a:pt x="13540" y="1285"/>
                </a:lnTo>
                <a:lnTo>
                  <a:pt x="13356" y="1377"/>
                </a:lnTo>
                <a:lnTo>
                  <a:pt x="13218" y="1469"/>
                </a:lnTo>
                <a:lnTo>
                  <a:pt x="12255" y="2433"/>
                </a:lnTo>
                <a:lnTo>
                  <a:pt x="12117" y="2616"/>
                </a:lnTo>
                <a:lnTo>
                  <a:pt x="12025" y="2800"/>
                </a:lnTo>
                <a:lnTo>
                  <a:pt x="11979" y="2984"/>
                </a:lnTo>
                <a:lnTo>
                  <a:pt x="11933" y="3167"/>
                </a:lnTo>
                <a:lnTo>
                  <a:pt x="11979" y="3351"/>
                </a:lnTo>
                <a:lnTo>
                  <a:pt x="12025" y="3580"/>
                </a:lnTo>
                <a:lnTo>
                  <a:pt x="12117" y="3718"/>
                </a:lnTo>
                <a:lnTo>
                  <a:pt x="12255" y="3901"/>
                </a:lnTo>
                <a:lnTo>
                  <a:pt x="12300" y="3947"/>
                </a:lnTo>
                <a:lnTo>
                  <a:pt x="11933" y="4269"/>
                </a:lnTo>
                <a:lnTo>
                  <a:pt x="11841" y="4360"/>
                </a:lnTo>
                <a:lnTo>
                  <a:pt x="11704" y="4406"/>
                </a:lnTo>
                <a:lnTo>
                  <a:pt x="11612" y="4406"/>
                </a:lnTo>
                <a:lnTo>
                  <a:pt x="11474" y="4360"/>
                </a:lnTo>
                <a:lnTo>
                  <a:pt x="11061" y="4131"/>
                </a:lnTo>
                <a:lnTo>
                  <a:pt x="10602" y="3947"/>
                </a:lnTo>
                <a:lnTo>
                  <a:pt x="10143" y="3810"/>
                </a:lnTo>
                <a:lnTo>
                  <a:pt x="9684" y="3672"/>
                </a:lnTo>
                <a:lnTo>
                  <a:pt x="9225" y="3580"/>
                </a:lnTo>
                <a:lnTo>
                  <a:pt x="8812" y="3488"/>
                </a:lnTo>
                <a:lnTo>
                  <a:pt x="7894" y="3443"/>
                </a:lnTo>
                <a:lnTo>
                  <a:pt x="6976" y="3488"/>
                </a:lnTo>
                <a:lnTo>
                  <a:pt x="6104" y="3626"/>
                </a:lnTo>
                <a:lnTo>
                  <a:pt x="5232" y="3901"/>
                </a:lnTo>
                <a:lnTo>
                  <a:pt x="4452" y="4223"/>
                </a:lnTo>
                <a:lnTo>
                  <a:pt x="3672" y="4682"/>
                </a:lnTo>
                <a:lnTo>
                  <a:pt x="2938" y="5187"/>
                </a:lnTo>
                <a:lnTo>
                  <a:pt x="2295" y="5783"/>
                </a:lnTo>
                <a:lnTo>
                  <a:pt x="1698" y="6426"/>
                </a:lnTo>
                <a:lnTo>
                  <a:pt x="1148" y="7206"/>
                </a:lnTo>
                <a:lnTo>
                  <a:pt x="918" y="7573"/>
                </a:lnTo>
                <a:lnTo>
                  <a:pt x="735" y="7986"/>
                </a:lnTo>
                <a:lnTo>
                  <a:pt x="551" y="8445"/>
                </a:lnTo>
                <a:lnTo>
                  <a:pt x="413" y="8858"/>
                </a:lnTo>
                <a:lnTo>
                  <a:pt x="276" y="9317"/>
                </a:lnTo>
                <a:lnTo>
                  <a:pt x="138" y="9822"/>
                </a:lnTo>
                <a:lnTo>
                  <a:pt x="46" y="10419"/>
                </a:lnTo>
                <a:lnTo>
                  <a:pt x="0" y="11061"/>
                </a:lnTo>
                <a:lnTo>
                  <a:pt x="46" y="11658"/>
                </a:lnTo>
                <a:lnTo>
                  <a:pt x="92" y="12300"/>
                </a:lnTo>
                <a:lnTo>
                  <a:pt x="184" y="12897"/>
                </a:lnTo>
                <a:lnTo>
                  <a:pt x="321" y="13448"/>
                </a:lnTo>
                <a:lnTo>
                  <a:pt x="505" y="14045"/>
                </a:lnTo>
                <a:lnTo>
                  <a:pt x="735" y="14595"/>
                </a:lnTo>
                <a:lnTo>
                  <a:pt x="1010" y="15100"/>
                </a:lnTo>
                <a:lnTo>
                  <a:pt x="1331" y="15605"/>
                </a:lnTo>
                <a:lnTo>
                  <a:pt x="1698" y="16110"/>
                </a:lnTo>
                <a:lnTo>
                  <a:pt x="2066" y="16569"/>
                </a:lnTo>
                <a:lnTo>
                  <a:pt x="2525" y="16982"/>
                </a:lnTo>
                <a:lnTo>
                  <a:pt x="2938" y="17395"/>
                </a:lnTo>
                <a:lnTo>
                  <a:pt x="3442" y="17716"/>
                </a:lnTo>
                <a:lnTo>
                  <a:pt x="3947" y="18037"/>
                </a:lnTo>
                <a:lnTo>
                  <a:pt x="4085" y="18129"/>
                </a:lnTo>
                <a:lnTo>
                  <a:pt x="11474" y="18129"/>
                </a:lnTo>
                <a:lnTo>
                  <a:pt x="11612" y="18083"/>
                </a:lnTo>
                <a:lnTo>
                  <a:pt x="11704" y="18037"/>
                </a:lnTo>
                <a:lnTo>
                  <a:pt x="12346" y="17624"/>
                </a:lnTo>
                <a:lnTo>
                  <a:pt x="12989" y="17165"/>
                </a:lnTo>
                <a:lnTo>
                  <a:pt x="13494" y="16615"/>
                </a:lnTo>
                <a:lnTo>
                  <a:pt x="13999" y="16064"/>
                </a:lnTo>
                <a:lnTo>
                  <a:pt x="14412" y="15467"/>
                </a:lnTo>
                <a:lnTo>
                  <a:pt x="14779" y="14825"/>
                </a:lnTo>
                <a:lnTo>
                  <a:pt x="15100" y="14136"/>
                </a:lnTo>
                <a:lnTo>
                  <a:pt x="15330" y="13448"/>
                </a:lnTo>
                <a:lnTo>
                  <a:pt x="15513" y="12759"/>
                </a:lnTo>
                <a:lnTo>
                  <a:pt x="15605" y="12025"/>
                </a:lnTo>
                <a:lnTo>
                  <a:pt x="15651" y="11291"/>
                </a:lnTo>
                <a:lnTo>
                  <a:pt x="15605" y="10511"/>
                </a:lnTo>
                <a:lnTo>
                  <a:pt x="15513" y="9776"/>
                </a:lnTo>
                <a:lnTo>
                  <a:pt x="15330" y="9042"/>
                </a:lnTo>
                <a:lnTo>
                  <a:pt x="15100" y="8353"/>
                </a:lnTo>
                <a:lnTo>
                  <a:pt x="14779" y="7619"/>
                </a:lnTo>
                <a:lnTo>
                  <a:pt x="14733" y="7527"/>
                </a:lnTo>
                <a:lnTo>
                  <a:pt x="14733" y="7390"/>
                </a:lnTo>
                <a:lnTo>
                  <a:pt x="14733" y="7252"/>
                </a:lnTo>
                <a:lnTo>
                  <a:pt x="14825" y="7160"/>
                </a:lnTo>
                <a:lnTo>
                  <a:pt x="15192" y="6839"/>
                </a:lnTo>
                <a:lnTo>
                  <a:pt x="15238" y="6885"/>
                </a:lnTo>
                <a:lnTo>
                  <a:pt x="15375" y="6977"/>
                </a:lnTo>
                <a:lnTo>
                  <a:pt x="15605" y="7114"/>
                </a:lnTo>
                <a:lnTo>
                  <a:pt x="15743" y="7114"/>
                </a:lnTo>
                <a:lnTo>
                  <a:pt x="15926" y="7160"/>
                </a:lnTo>
                <a:lnTo>
                  <a:pt x="16110" y="7114"/>
                </a:lnTo>
                <a:lnTo>
                  <a:pt x="16339" y="7068"/>
                </a:lnTo>
                <a:lnTo>
                  <a:pt x="16477" y="6977"/>
                </a:lnTo>
                <a:lnTo>
                  <a:pt x="16661" y="6839"/>
                </a:lnTo>
                <a:lnTo>
                  <a:pt x="17624" y="5875"/>
                </a:lnTo>
                <a:lnTo>
                  <a:pt x="17716" y="5737"/>
                </a:lnTo>
                <a:lnTo>
                  <a:pt x="17808" y="5554"/>
                </a:lnTo>
                <a:lnTo>
                  <a:pt x="17900" y="5416"/>
                </a:lnTo>
                <a:lnTo>
                  <a:pt x="17900" y="5232"/>
                </a:lnTo>
                <a:lnTo>
                  <a:pt x="17900" y="5049"/>
                </a:lnTo>
                <a:lnTo>
                  <a:pt x="17854" y="4865"/>
                </a:lnTo>
                <a:lnTo>
                  <a:pt x="17808" y="4682"/>
                </a:lnTo>
                <a:lnTo>
                  <a:pt x="17716" y="4544"/>
                </a:lnTo>
                <a:lnTo>
                  <a:pt x="18772" y="3443"/>
                </a:lnTo>
                <a:lnTo>
                  <a:pt x="18909" y="3305"/>
                </a:lnTo>
                <a:lnTo>
                  <a:pt x="19001" y="3075"/>
                </a:lnTo>
                <a:lnTo>
                  <a:pt x="19093" y="2892"/>
                </a:lnTo>
                <a:lnTo>
                  <a:pt x="19093" y="2662"/>
                </a:lnTo>
                <a:lnTo>
                  <a:pt x="19093" y="2433"/>
                </a:lnTo>
                <a:lnTo>
                  <a:pt x="19001" y="2249"/>
                </a:lnTo>
                <a:lnTo>
                  <a:pt x="18909" y="2066"/>
                </a:lnTo>
                <a:lnTo>
                  <a:pt x="18772" y="1882"/>
                </a:lnTo>
                <a:lnTo>
                  <a:pt x="17211" y="322"/>
                </a:lnTo>
                <a:lnTo>
                  <a:pt x="17074" y="184"/>
                </a:lnTo>
                <a:lnTo>
                  <a:pt x="16844" y="92"/>
                </a:lnTo>
                <a:lnTo>
                  <a:pt x="16661" y="46"/>
                </a:lnTo>
                <a:lnTo>
                  <a:pt x="16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 name="Google Shape;965;p61"/>
          <p:cNvGrpSpPr/>
          <p:nvPr/>
        </p:nvGrpSpPr>
        <p:grpSpPr>
          <a:xfrm>
            <a:off x="2689841" y="3267079"/>
            <a:ext cx="439139" cy="412758"/>
            <a:chOff x="2689841" y="3480129"/>
            <a:chExt cx="439139" cy="412758"/>
          </a:xfrm>
        </p:grpSpPr>
        <p:sp>
          <p:nvSpPr>
            <p:cNvPr id="966" name="Google Shape;966;p61"/>
            <p:cNvSpPr/>
            <p:nvPr/>
          </p:nvSpPr>
          <p:spPr>
            <a:xfrm>
              <a:off x="2689841" y="3480129"/>
              <a:ext cx="439139" cy="412758"/>
            </a:xfrm>
            <a:custGeom>
              <a:rect b="b" l="l" r="r" t="t"/>
              <a:pathLst>
                <a:path extrusionOk="0" h="17946" w="19093">
                  <a:moveTo>
                    <a:pt x="9501" y="4498"/>
                  </a:moveTo>
                  <a:lnTo>
                    <a:pt x="10143" y="4544"/>
                  </a:lnTo>
                  <a:lnTo>
                    <a:pt x="10786" y="4682"/>
                  </a:lnTo>
                  <a:lnTo>
                    <a:pt x="11382" y="4865"/>
                  </a:lnTo>
                  <a:lnTo>
                    <a:pt x="11933" y="5186"/>
                  </a:lnTo>
                  <a:lnTo>
                    <a:pt x="11704" y="5416"/>
                  </a:lnTo>
                  <a:lnTo>
                    <a:pt x="11428" y="5645"/>
                  </a:lnTo>
                  <a:lnTo>
                    <a:pt x="11153" y="5829"/>
                  </a:lnTo>
                  <a:lnTo>
                    <a:pt x="10877" y="5967"/>
                  </a:lnTo>
                  <a:lnTo>
                    <a:pt x="10556" y="6104"/>
                  </a:lnTo>
                  <a:lnTo>
                    <a:pt x="10235" y="6196"/>
                  </a:lnTo>
                  <a:lnTo>
                    <a:pt x="9868" y="6242"/>
                  </a:lnTo>
                  <a:lnTo>
                    <a:pt x="9501" y="6288"/>
                  </a:lnTo>
                  <a:lnTo>
                    <a:pt x="9133" y="6242"/>
                  </a:lnTo>
                  <a:lnTo>
                    <a:pt x="8812" y="6196"/>
                  </a:lnTo>
                  <a:lnTo>
                    <a:pt x="8491" y="6104"/>
                  </a:lnTo>
                  <a:lnTo>
                    <a:pt x="8170" y="6013"/>
                  </a:lnTo>
                  <a:lnTo>
                    <a:pt x="7894" y="5829"/>
                  </a:lnTo>
                  <a:lnTo>
                    <a:pt x="7619" y="5645"/>
                  </a:lnTo>
                  <a:lnTo>
                    <a:pt x="7343" y="5462"/>
                  </a:lnTo>
                  <a:lnTo>
                    <a:pt x="7114" y="5232"/>
                  </a:lnTo>
                  <a:lnTo>
                    <a:pt x="7665" y="4911"/>
                  </a:lnTo>
                  <a:lnTo>
                    <a:pt x="8261" y="4682"/>
                  </a:lnTo>
                  <a:lnTo>
                    <a:pt x="8904" y="4544"/>
                  </a:lnTo>
                  <a:lnTo>
                    <a:pt x="9501" y="4498"/>
                  </a:lnTo>
                  <a:close/>
                  <a:moveTo>
                    <a:pt x="5094" y="9868"/>
                  </a:moveTo>
                  <a:lnTo>
                    <a:pt x="5645" y="10051"/>
                  </a:lnTo>
                  <a:lnTo>
                    <a:pt x="6104" y="10327"/>
                  </a:lnTo>
                  <a:lnTo>
                    <a:pt x="6563" y="10694"/>
                  </a:lnTo>
                  <a:lnTo>
                    <a:pt x="6930" y="11107"/>
                  </a:lnTo>
                  <a:lnTo>
                    <a:pt x="7206" y="11566"/>
                  </a:lnTo>
                  <a:lnTo>
                    <a:pt x="7389" y="12071"/>
                  </a:lnTo>
                  <a:lnTo>
                    <a:pt x="7527" y="12576"/>
                  </a:lnTo>
                  <a:lnTo>
                    <a:pt x="7527" y="13081"/>
                  </a:lnTo>
                  <a:lnTo>
                    <a:pt x="7114" y="12851"/>
                  </a:lnTo>
                  <a:lnTo>
                    <a:pt x="6655" y="12530"/>
                  </a:lnTo>
                  <a:lnTo>
                    <a:pt x="6288" y="12163"/>
                  </a:lnTo>
                  <a:lnTo>
                    <a:pt x="5967" y="11795"/>
                  </a:lnTo>
                  <a:lnTo>
                    <a:pt x="5645" y="11336"/>
                  </a:lnTo>
                  <a:lnTo>
                    <a:pt x="5416" y="10877"/>
                  </a:lnTo>
                  <a:lnTo>
                    <a:pt x="5232" y="10373"/>
                  </a:lnTo>
                  <a:lnTo>
                    <a:pt x="5094" y="9868"/>
                  </a:lnTo>
                  <a:close/>
                  <a:moveTo>
                    <a:pt x="13998" y="9868"/>
                  </a:moveTo>
                  <a:lnTo>
                    <a:pt x="13861" y="10373"/>
                  </a:lnTo>
                  <a:lnTo>
                    <a:pt x="13677" y="10877"/>
                  </a:lnTo>
                  <a:lnTo>
                    <a:pt x="13448" y="11336"/>
                  </a:lnTo>
                  <a:lnTo>
                    <a:pt x="13126" y="11795"/>
                  </a:lnTo>
                  <a:lnTo>
                    <a:pt x="12805" y="12163"/>
                  </a:lnTo>
                  <a:lnTo>
                    <a:pt x="12438" y="12530"/>
                  </a:lnTo>
                  <a:lnTo>
                    <a:pt x="12025" y="12851"/>
                  </a:lnTo>
                  <a:lnTo>
                    <a:pt x="11566" y="13081"/>
                  </a:lnTo>
                  <a:lnTo>
                    <a:pt x="11566" y="12576"/>
                  </a:lnTo>
                  <a:lnTo>
                    <a:pt x="11704" y="12071"/>
                  </a:lnTo>
                  <a:lnTo>
                    <a:pt x="11887" y="11566"/>
                  </a:lnTo>
                  <a:lnTo>
                    <a:pt x="12163" y="11107"/>
                  </a:lnTo>
                  <a:lnTo>
                    <a:pt x="12530" y="10694"/>
                  </a:lnTo>
                  <a:lnTo>
                    <a:pt x="12989" y="10327"/>
                  </a:lnTo>
                  <a:lnTo>
                    <a:pt x="13448" y="10051"/>
                  </a:lnTo>
                  <a:lnTo>
                    <a:pt x="13998" y="9868"/>
                  </a:lnTo>
                  <a:close/>
                  <a:moveTo>
                    <a:pt x="13907" y="3259"/>
                  </a:moveTo>
                  <a:lnTo>
                    <a:pt x="14044" y="3855"/>
                  </a:lnTo>
                  <a:lnTo>
                    <a:pt x="14136" y="4452"/>
                  </a:lnTo>
                  <a:lnTo>
                    <a:pt x="14136" y="5049"/>
                  </a:lnTo>
                  <a:lnTo>
                    <a:pt x="14090" y="5645"/>
                  </a:lnTo>
                  <a:lnTo>
                    <a:pt x="13952" y="6288"/>
                  </a:lnTo>
                  <a:lnTo>
                    <a:pt x="13815" y="6655"/>
                  </a:lnTo>
                  <a:lnTo>
                    <a:pt x="13677" y="6885"/>
                  </a:lnTo>
                  <a:lnTo>
                    <a:pt x="13677" y="7022"/>
                  </a:lnTo>
                  <a:lnTo>
                    <a:pt x="13677" y="7160"/>
                  </a:lnTo>
                  <a:lnTo>
                    <a:pt x="13723" y="7298"/>
                  </a:lnTo>
                  <a:lnTo>
                    <a:pt x="13815" y="7435"/>
                  </a:lnTo>
                  <a:lnTo>
                    <a:pt x="13952" y="7573"/>
                  </a:lnTo>
                  <a:lnTo>
                    <a:pt x="14136" y="7619"/>
                  </a:lnTo>
                  <a:lnTo>
                    <a:pt x="14503" y="7711"/>
                  </a:lnTo>
                  <a:lnTo>
                    <a:pt x="14870" y="7802"/>
                  </a:lnTo>
                  <a:lnTo>
                    <a:pt x="15238" y="7986"/>
                  </a:lnTo>
                  <a:lnTo>
                    <a:pt x="15605" y="8124"/>
                  </a:lnTo>
                  <a:lnTo>
                    <a:pt x="15926" y="8353"/>
                  </a:lnTo>
                  <a:lnTo>
                    <a:pt x="16247" y="8583"/>
                  </a:lnTo>
                  <a:lnTo>
                    <a:pt x="16523" y="8858"/>
                  </a:lnTo>
                  <a:lnTo>
                    <a:pt x="16798" y="9133"/>
                  </a:lnTo>
                  <a:lnTo>
                    <a:pt x="16247" y="8904"/>
                  </a:lnTo>
                  <a:lnTo>
                    <a:pt x="15697" y="8720"/>
                  </a:lnTo>
                  <a:lnTo>
                    <a:pt x="15146" y="8674"/>
                  </a:lnTo>
                  <a:lnTo>
                    <a:pt x="14595" y="8674"/>
                  </a:lnTo>
                  <a:lnTo>
                    <a:pt x="14044" y="8720"/>
                  </a:lnTo>
                  <a:lnTo>
                    <a:pt x="13494" y="8858"/>
                  </a:lnTo>
                  <a:lnTo>
                    <a:pt x="12989" y="9042"/>
                  </a:lnTo>
                  <a:lnTo>
                    <a:pt x="12530" y="9317"/>
                  </a:lnTo>
                  <a:lnTo>
                    <a:pt x="12071" y="9592"/>
                  </a:lnTo>
                  <a:lnTo>
                    <a:pt x="11704" y="9960"/>
                  </a:lnTo>
                  <a:lnTo>
                    <a:pt x="11336" y="10373"/>
                  </a:lnTo>
                  <a:lnTo>
                    <a:pt x="11015" y="10832"/>
                  </a:lnTo>
                  <a:lnTo>
                    <a:pt x="10786" y="11336"/>
                  </a:lnTo>
                  <a:lnTo>
                    <a:pt x="10602" y="11887"/>
                  </a:lnTo>
                  <a:lnTo>
                    <a:pt x="10464" y="12438"/>
                  </a:lnTo>
                  <a:lnTo>
                    <a:pt x="10418" y="13035"/>
                  </a:lnTo>
                  <a:lnTo>
                    <a:pt x="10464" y="13585"/>
                  </a:lnTo>
                  <a:lnTo>
                    <a:pt x="10556" y="14136"/>
                  </a:lnTo>
                  <a:lnTo>
                    <a:pt x="10740" y="14687"/>
                  </a:lnTo>
                  <a:lnTo>
                    <a:pt x="10969" y="15192"/>
                  </a:lnTo>
                  <a:lnTo>
                    <a:pt x="11290" y="15651"/>
                  </a:lnTo>
                  <a:lnTo>
                    <a:pt x="11658" y="16064"/>
                  </a:lnTo>
                  <a:lnTo>
                    <a:pt x="12071" y="16431"/>
                  </a:lnTo>
                  <a:lnTo>
                    <a:pt x="12530" y="16752"/>
                  </a:lnTo>
                  <a:lnTo>
                    <a:pt x="12530" y="16752"/>
                  </a:lnTo>
                  <a:lnTo>
                    <a:pt x="12163" y="16706"/>
                  </a:lnTo>
                  <a:lnTo>
                    <a:pt x="11841" y="16614"/>
                  </a:lnTo>
                  <a:lnTo>
                    <a:pt x="11474" y="16477"/>
                  </a:lnTo>
                  <a:lnTo>
                    <a:pt x="11153" y="16293"/>
                  </a:lnTo>
                  <a:lnTo>
                    <a:pt x="10832" y="16110"/>
                  </a:lnTo>
                  <a:lnTo>
                    <a:pt x="10510" y="15880"/>
                  </a:lnTo>
                  <a:lnTo>
                    <a:pt x="10235" y="15651"/>
                  </a:lnTo>
                  <a:lnTo>
                    <a:pt x="9959" y="15375"/>
                  </a:lnTo>
                  <a:lnTo>
                    <a:pt x="9776" y="15284"/>
                  </a:lnTo>
                  <a:lnTo>
                    <a:pt x="9546" y="15238"/>
                  </a:lnTo>
                  <a:lnTo>
                    <a:pt x="9317" y="15284"/>
                  </a:lnTo>
                  <a:lnTo>
                    <a:pt x="9133" y="15375"/>
                  </a:lnTo>
                  <a:lnTo>
                    <a:pt x="8858" y="15651"/>
                  </a:lnTo>
                  <a:lnTo>
                    <a:pt x="8583" y="15880"/>
                  </a:lnTo>
                  <a:lnTo>
                    <a:pt x="8261" y="16110"/>
                  </a:lnTo>
                  <a:lnTo>
                    <a:pt x="7940" y="16293"/>
                  </a:lnTo>
                  <a:lnTo>
                    <a:pt x="7619" y="16477"/>
                  </a:lnTo>
                  <a:lnTo>
                    <a:pt x="7298" y="16614"/>
                  </a:lnTo>
                  <a:lnTo>
                    <a:pt x="6930" y="16706"/>
                  </a:lnTo>
                  <a:lnTo>
                    <a:pt x="6563" y="16752"/>
                  </a:lnTo>
                  <a:lnTo>
                    <a:pt x="6563" y="16752"/>
                  </a:lnTo>
                  <a:lnTo>
                    <a:pt x="7022" y="16431"/>
                  </a:lnTo>
                  <a:lnTo>
                    <a:pt x="7435" y="16064"/>
                  </a:lnTo>
                  <a:lnTo>
                    <a:pt x="7802" y="15651"/>
                  </a:lnTo>
                  <a:lnTo>
                    <a:pt x="8124" y="15192"/>
                  </a:lnTo>
                  <a:lnTo>
                    <a:pt x="8353" y="14687"/>
                  </a:lnTo>
                  <a:lnTo>
                    <a:pt x="8537" y="14182"/>
                  </a:lnTo>
                  <a:lnTo>
                    <a:pt x="8628" y="13631"/>
                  </a:lnTo>
                  <a:lnTo>
                    <a:pt x="8674" y="13035"/>
                  </a:lnTo>
                  <a:lnTo>
                    <a:pt x="8628" y="12438"/>
                  </a:lnTo>
                  <a:lnTo>
                    <a:pt x="8491" y="11887"/>
                  </a:lnTo>
                  <a:lnTo>
                    <a:pt x="8307" y="11336"/>
                  </a:lnTo>
                  <a:lnTo>
                    <a:pt x="8078" y="10832"/>
                  </a:lnTo>
                  <a:lnTo>
                    <a:pt x="7756" y="10373"/>
                  </a:lnTo>
                  <a:lnTo>
                    <a:pt x="7435" y="9960"/>
                  </a:lnTo>
                  <a:lnTo>
                    <a:pt x="7022" y="9592"/>
                  </a:lnTo>
                  <a:lnTo>
                    <a:pt x="6563" y="9317"/>
                  </a:lnTo>
                  <a:lnTo>
                    <a:pt x="6104" y="9042"/>
                  </a:lnTo>
                  <a:lnTo>
                    <a:pt x="5599" y="8858"/>
                  </a:lnTo>
                  <a:lnTo>
                    <a:pt x="5049" y="8720"/>
                  </a:lnTo>
                  <a:lnTo>
                    <a:pt x="4498" y="8674"/>
                  </a:lnTo>
                  <a:lnTo>
                    <a:pt x="3947" y="8674"/>
                  </a:lnTo>
                  <a:lnTo>
                    <a:pt x="3396" y="8720"/>
                  </a:lnTo>
                  <a:lnTo>
                    <a:pt x="2846" y="8904"/>
                  </a:lnTo>
                  <a:lnTo>
                    <a:pt x="2295" y="9133"/>
                  </a:lnTo>
                  <a:lnTo>
                    <a:pt x="2570" y="8858"/>
                  </a:lnTo>
                  <a:lnTo>
                    <a:pt x="2846" y="8583"/>
                  </a:lnTo>
                  <a:lnTo>
                    <a:pt x="3167" y="8353"/>
                  </a:lnTo>
                  <a:lnTo>
                    <a:pt x="3488" y="8170"/>
                  </a:lnTo>
                  <a:lnTo>
                    <a:pt x="3809" y="7986"/>
                  </a:lnTo>
                  <a:lnTo>
                    <a:pt x="4177" y="7848"/>
                  </a:lnTo>
                  <a:lnTo>
                    <a:pt x="4544" y="7711"/>
                  </a:lnTo>
                  <a:lnTo>
                    <a:pt x="4911" y="7619"/>
                  </a:lnTo>
                  <a:lnTo>
                    <a:pt x="5049" y="7573"/>
                  </a:lnTo>
                  <a:lnTo>
                    <a:pt x="5140" y="7527"/>
                  </a:lnTo>
                  <a:lnTo>
                    <a:pt x="5232" y="7435"/>
                  </a:lnTo>
                  <a:lnTo>
                    <a:pt x="5278" y="7343"/>
                  </a:lnTo>
                  <a:lnTo>
                    <a:pt x="5324" y="7206"/>
                  </a:lnTo>
                  <a:lnTo>
                    <a:pt x="5370" y="7068"/>
                  </a:lnTo>
                  <a:lnTo>
                    <a:pt x="5370" y="6976"/>
                  </a:lnTo>
                  <a:lnTo>
                    <a:pt x="5324" y="6839"/>
                  </a:lnTo>
                  <a:lnTo>
                    <a:pt x="5140" y="6380"/>
                  </a:lnTo>
                  <a:lnTo>
                    <a:pt x="5003" y="5967"/>
                  </a:lnTo>
                  <a:lnTo>
                    <a:pt x="4911" y="5508"/>
                  </a:lnTo>
                  <a:lnTo>
                    <a:pt x="4865" y="5049"/>
                  </a:lnTo>
                  <a:lnTo>
                    <a:pt x="4865" y="4590"/>
                  </a:lnTo>
                  <a:lnTo>
                    <a:pt x="4911" y="4131"/>
                  </a:lnTo>
                  <a:lnTo>
                    <a:pt x="5003" y="3718"/>
                  </a:lnTo>
                  <a:lnTo>
                    <a:pt x="5140" y="3259"/>
                  </a:lnTo>
                  <a:lnTo>
                    <a:pt x="5186" y="3718"/>
                  </a:lnTo>
                  <a:lnTo>
                    <a:pt x="5278" y="4085"/>
                  </a:lnTo>
                  <a:lnTo>
                    <a:pt x="5370" y="4498"/>
                  </a:lnTo>
                  <a:lnTo>
                    <a:pt x="5553" y="4865"/>
                  </a:lnTo>
                  <a:lnTo>
                    <a:pt x="5737" y="5232"/>
                  </a:lnTo>
                  <a:lnTo>
                    <a:pt x="5967" y="5554"/>
                  </a:lnTo>
                  <a:lnTo>
                    <a:pt x="6196" y="5875"/>
                  </a:lnTo>
                  <a:lnTo>
                    <a:pt x="6471" y="6196"/>
                  </a:lnTo>
                  <a:lnTo>
                    <a:pt x="6793" y="6426"/>
                  </a:lnTo>
                  <a:lnTo>
                    <a:pt x="7114" y="6701"/>
                  </a:lnTo>
                  <a:lnTo>
                    <a:pt x="7481" y="6885"/>
                  </a:lnTo>
                  <a:lnTo>
                    <a:pt x="7848" y="7068"/>
                  </a:lnTo>
                  <a:lnTo>
                    <a:pt x="8215" y="7206"/>
                  </a:lnTo>
                  <a:lnTo>
                    <a:pt x="8628" y="7298"/>
                  </a:lnTo>
                  <a:lnTo>
                    <a:pt x="9087" y="7343"/>
                  </a:lnTo>
                  <a:lnTo>
                    <a:pt x="9501" y="7389"/>
                  </a:lnTo>
                  <a:lnTo>
                    <a:pt x="9959" y="7343"/>
                  </a:lnTo>
                  <a:lnTo>
                    <a:pt x="10373" y="7298"/>
                  </a:lnTo>
                  <a:lnTo>
                    <a:pt x="10786" y="7206"/>
                  </a:lnTo>
                  <a:lnTo>
                    <a:pt x="11199" y="7068"/>
                  </a:lnTo>
                  <a:lnTo>
                    <a:pt x="11566" y="6885"/>
                  </a:lnTo>
                  <a:lnTo>
                    <a:pt x="11887" y="6701"/>
                  </a:lnTo>
                  <a:lnTo>
                    <a:pt x="12254" y="6426"/>
                  </a:lnTo>
                  <a:lnTo>
                    <a:pt x="12530" y="6196"/>
                  </a:lnTo>
                  <a:lnTo>
                    <a:pt x="12805" y="5875"/>
                  </a:lnTo>
                  <a:lnTo>
                    <a:pt x="13080" y="5554"/>
                  </a:lnTo>
                  <a:lnTo>
                    <a:pt x="13264" y="5232"/>
                  </a:lnTo>
                  <a:lnTo>
                    <a:pt x="13494" y="4865"/>
                  </a:lnTo>
                  <a:lnTo>
                    <a:pt x="13631" y="4498"/>
                  </a:lnTo>
                  <a:lnTo>
                    <a:pt x="13769" y="4085"/>
                  </a:lnTo>
                  <a:lnTo>
                    <a:pt x="13861" y="3718"/>
                  </a:lnTo>
                  <a:lnTo>
                    <a:pt x="13907" y="3259"/>
                  </a:lnTo>
                  <a:close/>
                  <a:moveTo>
                    <a:pt x="6425" y="0"/>
                  </a:moveTo>
                  <a:lnTo>
                    <a:pt x="6242" y="92"/>
                  </a:lnTo>
                  <a:lnTo>
                    <a:pt x="5875" y="367"/>
                  </a:lnTo>
                  <a:lnTo>
                    <a:pt x="5508" y="689"/>
                  </a:lnTo>
                  <a:lnTo>
                    <a:pt x="5186" y="1056"/>
                  </a:lnTo>
                  <a:lnTo>
                    <a:pt x="4911" y="1423"/>
                  </a:lnTo>
                  <a:lnTo>
                    <a:pt x="4636" y="1790"/>
                  </a:lnTo>
                  <a:lnTo>
                    <a:pt x="4406" y="2203"/>
                  </a:lnTo>
                  <a:lnTo>
                    <a:pt x="4222" y="2616"/>
                  </a:lnTo>
                  <a:lnTo>
                    <a:pt x="4039" y="3029"/>
                  </a:lnTo>
                  <a:lnTo>
                    <a:pt x="3901" y="3488"/>
                  </a:lnTo>
                  <a:lnTo>
                    <a:pt x="3809" y="3901"/>
                  </a:lnTo>
                  <a:lnTo>
                    <a:pt x="3763" y="4360"/>
                  </a:lnTo>
                  <a:lnTo>
                    <a:pt x="3763" y="4819"/>
                  </a:lnTo>
                  <a:lnTo>
                    <a:pt x="3763" y="5324"/>
                  </a:lnTo>
                  <a:lnTo>
                    <a:pt x="3809" y="5783"/>
                  </a:lnTo>
                  <a:lnTo>
                    <a:pt x="3901" y="6242"/>
                  </a:lnTo>
                  <a:lnTo>
                    <a:pt x="4039" y="6701"/>
                  </a:lnTo>
                  <a:lnTo>
                    <a:pt x="3626" y="6839"/>
                  </a:lnTo>
                  <a:lnTo>
                    <a:pt x="3213" y="7022"/>
                  </a:lnTo>
                  <a:lnTo>
                    <a:pt x="2800" y="7252"/>
                  </a:lnTo>
                  <a:lnTo>
                    <a:pt x="2433" y="7481"/>
                  </a:lnTo>
                  <a:lnTo>
                    <a:pt x="2065" y="7757"/>
                  </a:lnTo>
                  <a:lnTo>
                    <a:pt x="1744" y="8078"/>
                  </a:lnTo>
                  <a:lnTo>
                    <a:pt x="1423" y="8399"/>
                  </a:lnTo>
                  <a:lnTo>
                    <a:pt x="1147" y="8720"/>
                  </a:lnTo>
                  <a:lnTo>
                    <a:pt x="918" y="9088"/>
                  </a:lnTo>
                  <a:lnTo>
                    <a:pt x="688" y="9501"/>
                  </a:lnTo>
                  <a:lnTo>
                    <a:pt x="505" y="9868"/>
                  </a:lnTo>
                  <a:lnTo>
                    <a:pt x="321" y="10281"/>
                  </a:lnTo>
                  <a:lnTo>
                    <a:pt x="184" y="10740"/>
                  </a:lnTo>
                  <a:lnTo>
                    <a:pt x="92" y="11153"/>
                  </a:lnTo>
                  <a:lnTo>
                    <a:pt x="46" y="11612"/>
                  </a:lnTo>
                  <a:lnTo>
                    <a:pt x="0" y="12071"/>
                  </a:lnTo>
                  <a:lnTo>
                    <a:pt x="46" y="12300"/>
                  </a:lnTo>
                  <a:lnTo>
                    <a:pt x="138" y="12484"/>
                  </a:lnTo>
                  <a:lnTo>
                    <a:pt x="321" y="12576"/>
                  </a:lnTo>
                  <a:lnTo>
                    <a:pt x="505" y="12667"/>
                  </a:lnTo>
                  <a:lnTo>
                    <a:pt x="688" y="12622"/>
                  </a:lnTo>
                  <a:lnTo>
                    <a:pt x="872" y="12576"/>
                  </a:lnTo>
                  <a:lnTo>
                    <a:pt x="1010" y="12438"/>
                  </a:lnTo>
                  <a:lnTo>
                    <a:pt x="1102" y="12254"/>
                  </a:lnTo>
                  <a:lnTo>
                    <a:pt x="1285" y="11750"/>
                  </a:lnTo>
                  <a:lnTo>
                    <a:pt x="1515" y="11291"/>
                  </a:lnTo>
                  <a:lnTo>
                    <a:pt x="1790" y="10923"/>
                  </a:lnTo>
                  <a:lnTo>
                    <a:pt x="2157" y="10556"/>
                  </a:lnTo>
                  <a:lnTo>
                    <a:pt x="2524" y="10281"/>
                  </a:lnTo>
                  <a:lnTo>
                    <a:pt x="2983" y="10051"/>
                  </a:lnTo>
                  <a:lnTo>
                    <a:pt x="3442" y="9868"/>
                  </a:lnTo>
                  <a:lnTo>
                    <a:pt x="3947" y="9776"/>
                  </a:lnTo>
                  <a:lnTo>
                    <a:pt x="4085" y="10510"/>
                  </a:lnTo>
                  <a:lnTo>
                    <a:pt x="4314" y="11199"/>
                  </a:lnTo>
                  <a:lnTo>
                    <a:pt x="4681" y="11887"/>
                  </a:lnTo>
                  <a:lnTo>
                    <a:pt x="5049" y="12484"/>
                  </a:lnTo>
                  <a:lnTo>
                    <a:pt x="5553" y="12989"/>
                  </a:lnTo>
                  <a:lnTo>
                    <a:pt x="6058" y="13494"/>
                  </a:lnTo>
                  <a:lnTo>
                    <a:pt x="6655" y="13907"/>
                  </a:lnTo>
                  <a:lnTo>
                    <a:pt x="7343" y="14228"/>
                  </a:lnTo>
                  <a:lnTo>
                    <a:pt x="7206" y="14503"/>
                  </a:lnTo>
                  <a:lnTo>
                    <a:pt x="7068" y="14779"/>
                  </a:lnTo>
                  <a:lnTo>
                    <a:pt x="6884" y="15008"/>
                  </a:lnTo>
                  <a:lnTo>
                    <a:pt x="6701" y="15238"/>
                  </a:lnTo>
                  <a:lnTo>
                    <a:pt x="6242" y="15651"/>
                  </a:lnTo>
                  <a:lnTo>
                    <a:pt x="5737" y="15972"/>
                  </a:lnTo>
                  <a:lnTo>
                    <a:pt x="5462" y="16064"/>
                  </a:lnTo>
                  <a:lnTo>
                    <a:pt x="5186" y="16156"/>
                  </a:lnTo>
                  <a:lnTo>
                    <a:pt x="4911" y="16247"/>
                  </a:lnTo>
                  <a:lnTo>
                    <a:pt x="4590" y="16293"/>
                  </a:lnTo>
                  <a:lnTo>
                    <a:pt x="3947" y="16293"/>
                  </a:lnTo>
                  <a:lnTo>
                    <a:pt x="3626" y="16247"/>
                  </a:lnTo>
                  <a:lnTo>
                    <a:pt x="3350" y="16156"/>
                  </a:lnTo>
                  <a:lnTo>
                    <a:pt x="3121" y="16156"/>
                  </a:lnTo>
                  <a:lnTo>
                    <a:pt x="2937" y="16201"/>
                  </a:lnTo>
                  <a:lnTo>
                    <a:pt x="2754" y="16293"/>
                  </a:lnTo>
                  <a:lnTo>
                    <a:pt x="2662" y="16477"/>
                  </a:lnTo>
                  <a:lnTo>
                    <a:pt x="2616" y="16660"/>
                  </a:lnTo>
                  <a:lnTo>
                    <a:pt x="2616" y="16890"/>
                  </a:lnTo>
                  <a:lnTo>
                    <a:pt x="2708" y="17028"/>
                  </a:lnTo>
                  <a:lnTo>
                    <a:pt x="2891" y="17165"/>
                  </a:lnTo>
                  <a:lnTo>
                    <a:pt x="3259" y="17395"/>
                  </a:lnTo>
                  <a:lnTo>
                    <a:pt x="3672" y="17578"/>
                  </a:lnTo>
                  <a:lnTo>
                    <a:pt x="4085" y="17716"/>
                  </a:lnTo>
                  <a:lnTo>
                    <a:pt x="4544" y="17808"/>
                  </a:lnTo>
                  <a:lnTo>
                    <a:pt x="4957" y="17900"/>
                  </a:lnTo>
                  <a:lnTo>
                    <a:pt x="5416" y="17945"/>
                  </a:lnTo>
                  <a:lnTo>
                    <a:pt x="6288" y="17945"/>
                  </a:lnTo>
                  <a:lnTo>
                    <a:pt x="6747" y="17900"/>
                  </a:lnTo>
                  <a:lnTo>
                    <a:pt x="7160" y="17808"/>
                  </a:lnTo>
                  <a:lnTo>
                    <a:pt x="7573" y="17670"/>
                  </a:lnTo>
                  <a:lnTo>
                    <a:pt x="7986" y="17532"/>
                  </a:lnTo>
                  <a:lnTo>
                    <a:pt x="8399" y="17303"/>
                  </a:lnTo>
                  <a:lnTo>
                    <a:pt x="8812" y="17119"/>
                  </a:lnTo>
                  <a:lnTo>
                    <a:pt x="9179" y="16844"/>
                  </a:lnTo>
                  <a:lnTo>
                    <a:pt x="9546" y="16569"/>
                  </a:lnTo>
                  <a:lnTo>
                    <a:pt x="9914" y="16844"/>
                  </a:lnTo>
                  <a:lnTo>
                    <a:pt x="10281" y="17119"/>
                  </a:lnTo>
                  <a:lnTo>
                    <a:pt x="10694" y="17303"/>
                  </a:lnTo>
                  <a:lnTo>
                    <a:pt x="11107" y="17532"/>
                  </a:lnTo>
                  <a:lnTo>
                    <a:pt x="11520" y="17670"/>
                  </a:lnTo>
                  <a:lnTo>
                    <a:pt x="11933" y="17808"/>
                  </a:lnTo>
                  <a:lnTo>
                    <a:pt x="12392" y="17900"/>
                  </a:lnTo>
                  <a:lnTo>
                    <a:pt x="12805" y="17945"/>
                  </a:lnTo>
                  <a:lnTo>
                    <a:pt x="13677" y="17945"/>
                  </a:lnTo>
                  <a:lnTo>
                    <a:pt x="14136" y="17900"/>
                  </a:lnTo>
                  <a:lnTo>
                    <a:pt x="14549" y="17808"/>
                  </a:lnTo>
                  <a:lnTo>
                    <a:pt x="14962" y="17716"/>
                  </a:lnTo>
                  <a:lnTo>
                    <a:pt x="15421" y="17578"/>
                  </a:lnTo>
                  <a:lnTo>
                    <a:pt x="15834" y="17395"/>
                  </a:lnTo>
                  <a:lnTo>
                    <a:pt x="16201" y="17165"/>
                  </a:lnTo>
                  <a:lnTo>
                    <a:pt x="16385" y="17028"/>
                  </a:lnTo>
                  <a:lnTo>
                    <a:pt x="16477" y="16890"/>
                  </a:lnTo>
                  <a:lnTo>
                    <a:pt x="16477" y="16660"/>
                  </a:lnTo>
                  <a:lnTo>
                    <a:pt x="16431" y="16477"/>
                  </a:lnTo>
                  <a:lnTo>
                    <a:pt x="16339" y="16293"/>
                  </a:lnTo>
                  <a:lnTo>
                    <a:pt x="16155" y="16201"/>
                  </a:lnTo>
                  <a:lnTo>
                    <a:pt x="15972" y="16156"/>
                  </a:lnTo>
                  <a:lnTo>
                    <a:pt x="15788" y="16156"/>
                  </a:lnTo>
                  <a:lnTo>
                    <a:pt x="15467" y="16247"/>
                  </a:lnTo>
                  <a:lnTo>
                    <a:pt x="15146" y="16293"/>
                  </a:lnTo>
                  <a:lnTo>
                    <a:pt x="14503" y="16293"/>
                  </a:lnTo>
                  <a:lnTo>
                    <a:pt x="14182" y="16247"/>
                  </a:lnTo>
                  <a:lnTo>
                    <a:pt x="13907" y="16156"/>
                  </a:lnTo>
                  <a:lnTo>
                    <a:pt x="13631" y="16064"/>
                  </a:lnTo>
                  <a:lnTo>
                    <a:pt x="13356" y="15972"/>
                  </a:lnTo>
                  <a:lnTo>
                    <a:pt x="12851" y="15651"/>
                  </a:lnTo>
                  <a:lnTo>
                    <a:pt x="12392" y="15238"/>
                  </a:lnTo>
                  <a:lnTo>
                    <a:pt x="12025" y="14779"/>
                  </a:lnTo>
                  <a:lnTo>
                    <a:pt x="11887" y="14503"/>
                  </a:lnTo>
                  <a:lnTo>
                    <a:pt x="11749" y="14228"/>
                  </a:lnTo>
                  <a:lnTo>
                    <a:pt x="12438" y="13907"/>
                  </a:lnTo>
                  <a:lnTo>
                    <a:pt x="13035" y="13494"/>
                  </a:lnTo>
                  <a:lnTo>
                    <a:pt x="13539" y="12989"/>
                  </a:lnTo>
                  <a:lnTo>
                    <a:pt x="14044" y="12484"/>
                  </a:lnTo>
                  <a:lnTo>
                    <a:pt x="14457" y="11887"/>
                  </a:lnTo>
                  <a:lnTo>
                    <a:pt x="14779" y="11199"/>
                  </a:lnTo>
                  <a:lnTo>
                    <a:pt x="15008" y="10510"/>
                  </a:lnTo>
                  <a:lnTo>
                    <a:pt x="15146" y="9776"/>
                  </a:lnTo>
                  <a:lnTo>
                    <a:pt x="15651" y="9868"/>
                  </a:lnTo>
                  <a:lnTo>
                    <a:pt x="16110" y="10051"/>
                  </a:lnTo>
                  <a:lnTo>
                    <a:pt x="16569" y="10281"/>
                  </a:lnTo>
                  <a:lnTo>
                    <a:pt x="16936" y="10556"/>
                  </a:lnTo>
                  <a:lnTo>
                    <a:pt x="17303" y="10923"/>
                  </a:lnTo>
                  <a:lnTo>
                    <a:pt x="17578" y="11291"/>
                  </a:lnTo>
                  <a:lnTo>
                    <a:pt x="17808" y="11750"/>
                  </a:lnTo>
                  <a:lnTo>
                    <a:pt x="17991" y="12254"/>
                  </a:lnTo>
                  <a:lnTo>
                    <a:pt x="18083" y="12438"/>
                  </a:lnTo>
                  <a:lnTo>
                    <a:pt x="18221" y="12576"/>
                  </a:lnTo>
                  <a:lnTo>
                    <a:pt x="18404" y="12622"/>
                  </a:lnTo>
                  <a:lnTo>
                    <a:pt x="18588" y="12667"/>
                  </a:lnTo>
                  <a:lnTo>
                    <a:pt x="18817" y="12576"/>
                  </a:lnTo>
                  <a:lnTo>
                    <a:pt x="18955" y="12484"/>
                  </a:lnTo>
                  <a:lnTo>
                    <a:pt x="19047" y="12300"/>
                  </a:lnTo>
                  <a:lnTo>
                    <a:pt x="19093" y="12071"/>
                  </a:lnTo>
                  <a:lnTo>
                    <a:pt x="19047" y="11612"/>
                  </a:lnTo>
                  <a:lnTo>
                    <a:pt x="19001" y="11153"/>
                  </a:lnTo>
                  <a:lnTo>
                    <a:pt x="18909" y="10694"/>
                  </a:lnTo>
                  <a:lnTo>
                    <a:pt x="18772" y="10281"/>
                  </a:lnTo>
                  <a:lnTo>
                    <a:pt x="18588" y="9868"/>
                  </a:lnTo>
                  <a:lnTo>
                    <a:pt x="18404" y="9455"/>
                  </a:lnTo>
                  <a:lnTo>
                    <a:pt x="18175" y="9088"/>
                  </a:lnTo>
                  <a:lnTo>
                    <a:pt x="17900" y="8720"/>
                  </a:lnTo>
                  <a:lnTo>
                    <a:pt x="17624" y="8353"/>
                  </a:lnTo>
                  <a:lnTo>
                    <a:pt x="17303" y="8032"/>
                  </a:lnTo>
                  <a:lnTo>
                    <a:pt x="16982" y="7711"/>
                  </a:lnTo>
                  <a:lnTo>
                    <a:pt x="16614" y="7481"/>
                  </a:lnTo>
                  <a:lnTo>
                    <a:pt x="16247" y="7206"/>
                  </a:lnTo>
                  <a:lnTo>
                    <a:pt x="15834" y="7022"/>
                  </a:lnTo>
                  <a:lnTo>
                    <a:pt x="15421" y="6839"/>
                  </a:lnTo>
                  <a:lnTo>
                    <a:pt x="14962" y="6655"/>
                  </a:lnTo>
                  <a:lnTo>
                    <a:pt x="15100" y="6196"/>
                  </a:lnTo>
                  <a:lnTo>
                    <a:pt x="15192" y="5737"/>
                  </a:lnTo>
                  <a:lnTo>
                    <a:pt x="15238" y="5278"/>
                  </a:lnTo>
                  <a:lnTo>
                    <a:pt x="15283" y="4819"/>
                  </a:lnTo>
                  <a:lnTo>
                    <a:pt x="15238" y="4360"/>
                  </a:lnTo>
                  <a:lnTo>
                    <a:pt x="15192" y="3901"/>
                  </a:lnTo>
                  <a:lnTo>
                    <a:pt x="15100" y="3488"/>
                  </a:lnTo>
                  <a:lnTo>
                    <a:pt x="14962" y="3029"/>
                  </a:lnTo>
                  <a:lnTo>
                    <a:pt x="14824" y="2616"/>
                  </a:lnTo>
                  <a:lnTo>
                    <a:pt x="14641" y="2203"/>
                  </a:lnTo>
                  <a:lnTo>
                    <a:pt x="14411" y="1790"/>
                  </a:lnTo>
                  <a:lnTo>
                    <a:pt x="14136" y="1423"/>
                  </a:lnTo>
                  <a:lnTo>
                    <a:pt x="13861" y="1056"/>
                  </a:lnTo>
                  <a:lnTo>
                    <a:pt x="13494" y="689"/>
                  </a:lnTo>
                  <a:lnTo>
                    <a:pt x="13172" y="367"/>
                  </a:lnTo>
                  <a:lnTo>
                    <a:pt x="12759" y="92"/>
                  </a:lnTo>
                  <a:lnTo>
                    <a:pt x="12576" y="0"/>
                  </a:lnTo>
                  <a:lnTo>
                    <a:pt x="12392" y="0"/>
                  </a:lnTo>
                  <a:lnTo>
                    <a:pt x="12208" y="46"/>
                  </a:lnTo>
                  <a:lnTo>
                    <a:pt x="12025" y="184"/>
                  </a:lnTo>
                  <a:lnTo>
                    <a:pt x="11933" y="367"/>
                  </a:lnTo>
                  <a:lnTo>
                    <a:pt x="11887" y="551"/>
                  </a:lnTo>
                  <a:lnTo>
                    <a:pt x="11933" y="734"/>
                  </a:lnTo>
                  <a:lnTo>
                    <a:pt x="12025" y="918"/>
                  </a:lnTo>
                  <a:lnTo>
                    <a:pt x="12300" y="1285"/>
                  </a:lnTo>
                  <a:lnTo>
                    <a:pt x="12484" y="1652"/>
                  </a:lnTo>
                  <a:lnTo>
                    <a:pt x="12667" y="2065"/>
                  </a:lnTo>
                  <a:lnTo>
                    <a:pt x="12759" y="2479"/>
                  </a:lnTo>
                  <a:lnTo>
                    <a:pt x="12759" y="2937"/>
                  </a:lnTo>
                  <a:lnTo>
                    <a:pt x="12759" y="3351"/>
                  </a:lnTo>
                  <a:lnTo>
                    <a:pt x="12667" y="3809"/>
                  </a:lnTo>
                  <a:lnTo>
                    <a:pt x="12530" y="4223"/>
                  </a:lnTo>
                  <a:lnTo>
                    <a:pt x="12163" y="4039"/>
                  </a:lnTo>
                  <a:lnTo>
                    <a:pt x="11841" y="3855"/>
                  </a:lnTo>
                  <a:lnTo>
                    <a:pt x="11474" y="3718"/>
                  </a:lnTo>
                  <a:lnTo>
                    <a:pt x="11061" y="3580"/>
                  </a:lnTo>
                  <a:lnTo>
                    <a:pt x="10327" y="3442"/>
                  </a:lnTo>
                  <a:lnTo>
                    <a:pt x="9546" y="3351"/>
                  </a:lnTo>
                  <a:lnTo>
                    <a:pt x="8720" y="3442"/>
                  </a:lnTo>
                  <a:lnTo>
                    <a:pt x="8353" y="3488"/>
                  </a:lnTo>
                  <a:lnTo>
                    <a:pt x="7986" y="3580"/>
                  </a:lnTo>
                  <a:lnTo>
                    <a:pt x="7573" y="3718"/>
                  </a:lnTo>
                  <a:lnTo>
                    <a:pt x="7206" y="3855"/>
                  </a:lnTo>
                  <a:lnTo>
                    <a:pt x="6839" y="4039"/>
                  </a:lnTo>
                  <a:lnTo>
                    <a:pt x="6517" y="4268"/>
                  </a:lnTo>
                  <a:lnTo>
                    <a:pt x="6380" y="3855"/>
                  </a:lnTo>
                  <a:lnTo>
                    <a:pt x="6288" y="3396"/>
                  </a:lnTo>
                  <a:lnTo>
                    <a:pt x="6242" y="2937"/>
                  </a:lnTo>
                  <a:lnTo>
                    <a:pt x="6288" y="2524"/>
                  </a:lnTo>
                  <a:lnTo>
                    <a:pt x="6380" y="2111"/>
                  </a:lnTo>
                  <a:lnTo>
                    <a:pt x="6517" y="1698"/>
                  </a:lnTo>
                  <a:lnTo>
                    <a:pt x="6747" y="1285"/>
                  </a:lnTo>
                  <a:lnTo>
                    <a:pt x="6976" y="918"/>
                  </a:lnTo>
                  <a:lnTo>
                    <a:pt x="7114" y="734"/>
                  </a:lnTo>
                  <a:lnTo>
                    <a:pt x="7114" y="551"/>
                  </a:lnTo>
                  <a:lnTo>
                    <a:pt x="7068" y="367"/>
                  </a:lnTo>
                  <a:lnTo>
                    <a:pt x="6976" y="184"/>
                  </a:lnTo>
                  <a:lnTo>
                    <a:pt x="6793" y="46"/>
                  </a:lnTo>
                  <a:lnTo>
                    <a:pt x="6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1"/>
            <p:cNvSpPr/>
            <p:nvPr/>
          </p:nvSpPr>
          <p:spPr>
            <a:xfrm>
              <a:off x="2870345" y="3657459"/>
              <a:ext cx="78131" cy="78131"/>
            </a:xfrm>
            <a:custGeom>
              <a:rect b="b" l="l" r="r" t="t"/>
              <a:pathLst>
                <a:path extrusionOk="0" h="3397" w="3397">
                  <a:moveTo>
                    <a:pt x="1698" y="1102"/>
                  </a:moveTo>
                  <a:lnTo>
                    <a:pt x="1928" y="1148"/>
                  </a:lnTo>
                  <a:lnTo>
                    <a:pt x="2111" y="1286"/>
                  </a:lnTo>
                  <a:lnTo>
                    <a:pt x="2249" y="1469"/>
                  </a:lnTo>
                  <a:lnTo>
                    <a:pt x="2295" y="1699"/>
                  </a:lnTo>
                  <a:lnTo>
                    <a:pt x="2249" y="1928"/>
                  </a:lnTo>
                  <a:lnTo>
                    <a:pt x="2111" y="2112"/>
                  </a:lnTo>
                  <a:lnTo>
                    <a:pt x="1928" y="2250"/>
                  </a:lnTo>
                  <a:lnTo>
                    <a:pt x="1698" y="2295"/>
                  </a:lnTo>
                  <a:lnTo>
                    <a:pt x="1469" y="2250"/>
                  </a:lnTo>
                  <a:lnTo>
                    <a:pt x="1285" y="2112"/>
                  </a:lnTo>
                  <a:lnTo>
                    <a:pt x="1148" y="1928"/>
                  </a:lnTo>
                  <a:lnTo>
                    <a:pt x="1102" y="1699"/>
                  </a:lnTo>
                  <a:lnTo>
                    <a:pt x="1148" y="1469"/>
                  </a:lnTo>
                  <a:lnTo>
                    <a:pt x="1285" y="1286"/>
                  </a:lnTo>
                  <a:lnTo>
                    <a:pt x="1469" y="1148"/>
                  </a:lnTo>
                  <a:lnTo>
                    <a:pt x="1698" y="1102"/>
                  </a:lnTo>
                  <a:close/>
                  <a:moveTo>
                    <a:pt x="1377" y="1"/>
                  </a:moveTo>
                  <a:lnTo>
                    <a:pt x="1056" y="138"/>
                  </a:lnTo>
                  <a:lnTo>
                    <a:pt x="735" y="276"/>
                  </a:lnTo>
                  <a:lnTo>
                    <a:pt x="505" y="506"/>
                  </a:lnTo>
                  <a:lnTo>
                    <a:pt x="276" y="735"/>
                  </a:lnTo>
                  <a:lnTo>
                    <a:pt x="138" y="1010"/>
                  </a:lnTo>
                  <a:lnTo>
                    <a:pt x="46" y="1332"/>
                  </a:lnTo>
                  <a:lnTo>
                    <a:pt x="0" y="1699"/>
                  </a:lnTo>
                  <a:lnTo>
                    <a:pt x="46" y="2020"/>
                  </a:lnTo>
                  <a:lnTo>
                    <a:pt x="138" y="2341"/>
                  </a:lnTo>
                  <a:lnTo>
                    <a:pt x="276" y="2663"/>
                  </a:lnTo>
                  <a:lnTo>
                    <a:pt x="505" y="2892"/>
                  </a:lnTo>
                  <a:lnTo>
                    <a:pt x="735" y="3122"/>
                  </a:lnTo>
                  <a:lnTo>
                    <a:pt x="1056" y="3259"/>
                  </a:lnTo>
                  <a:lnTo>
                    <a:pt x="1377" y="3397"/>
                  </a:lnTo>
                  <a:lnTo>
                    <a:pt x="2066" y="3397"/>
                  </a:lnTo>
                  <a:lnTo>
                    <a:pt x="2387" y="3259"/>
                  </a:lnTo>
                  <a:lnTo>
                    <a:pt x="2662" y="3122"/>
                  </a:lnTo>
                  <a:lnTo>
                    <a:pt x="2892" y="2892"/>
                  </a:lnTo>
                  <a:lnTo>
                    <a:pt x="3121" y="2663"/>
                  </a:lnTo>
                  <a:lnTo>
                    <a:pt x="3259" y="2341"/>
                  </a:lnTo>
                  <a:lnTo>
                    <a:pt x="3397" y="2020"/>
                  </a:lnTo>
                  <a:lnTo>
                    <a:pt x="3397" y="1699"/>
                  </a:lnTo>
                  <a:lnTo>
                    <a:pt x="3397" y="1332"/>
                  </a:lnTo>
                  <a:lnTo>
                    <a:pt x="3259" y="1010"/>
                  </a:lnTo>
                  <a:lnTo>
                    <a:pt x="3121" y="735"/>
                  </a:lnTo>
                  <a:lnTo>
                    <a:pt x="2892" y="506"/>
                  </a:lnTo>
                  <a:lnTo>
                    <a:pt x="2662" y="276"/>
                  </a:lnTo>
                  <a:lnTo>
                    <a:pt x="2387" y="138"/>
                  </a:lnTo>
                  <a:lnTo>
                    <a:pt x="20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61"/>
          <p:cNvGrpSpPr/>
          <p:nvPr/>
        </p:nvGrpSpPr>
        <p:grpSpPr>
          <a:xfrm>
            <a:off x="3394975" y="3278671"/>
            <a:ext cx="439162" cy="389551"/>
            <a:chOff x="3394975" y="3491721"/>
            <a:chExt cx="439162" cy="389551"/>
          </a:xfrm>
        </p:grpSpPr>
        <p:sp>
          <p:nvSpPr>
            <p:cNvPr id="969" name="Google Shape;969;p61"/>
            <p:cNvSpPr/>
            <p:nvPr/>
          </p:nvSpPr>
          <p:spPr>
            <a:xfrm>
              <a:off x="3394975" y="3491721"/>
              <a:ext cx="439162" cy="389551"/>
            </a:xfrm>
            <a:custGeom>
              <a:rect b="b" l="l" r="r" t="t"/>
              <a:pathLst>
                <a:path extrusionOk="0" h="16937" w="19094">
                  <a:moveTo>
                    <a:pt x="9547" y="1148"/>
                  </a:moveTo>
                  <a:lnTo>
                    <a:pt x="9731" y="1194"/>
                  </a:lnTo>
                  <a:lnTo>
                    <a:pt x="9868" y="1332"/>
                  </a:lnTo>
                  <a:lnTo>
                    <a:pt x="17900" y="15284"/>
                  </a:lnTo>
                  <a:lnTo>
                    <a:pt x="17946" y="15468"/>
                  </a:lnTo>
                  <a:lnTo>
                    <a:pt x="17900" y="15652"/>
                  </a:lnTo>
                  <a:lnTo>
                    <a:pt x="17808" y="15743"/>
                  </a:lnTo>
                  <a:lnTo>
                    <a:pt x="17625" y="15789"/>
                  </a:lnTo>
                  <a:lnTo>
                    <a:pt x="1469" y="15789"/>
                  </a:lnTo>
                  <a:lnTo>
                    <a:pt x="1332" y="15743"/>
                  </a:lnTo>
                  <a:lnTo>
                    <a:pt x="1194" y="15652"/>
                  </a:lnTo>
                  <a:lnTo>
                    <a:pt x="1148" y="15468"/>
                  </a:lnTo>
                  <a:lnTo>
                    <a:pt x="1194" y="15284"/>
                  </a:lnTo>
                  <a:lnTo>
                    <a:pt x="9272" y="1332"/>
                  </a:lnTo>
                  <a:lnTo>
                    <a:pt x="9409" y="1194"/>
                  </a:lnTo>
                  <a:lnTo>
                    <a:pt x="9547" y="1148"/>
                  </a:lnTo>
                  <a:close/>
                  <a:moveTo>
                    <a:pt x="9547" y="1"/>
                  </a:moveTo>
                  <a:lnTo>
                    <a:pt x="9180" y="47"/>
                  </a:lnTo>
                  <a:lnTo>
                    <a:pt x="8859" y="185"/>
                  </a:lnTo>
                  <a:lnTo>
                    <a:pt x="8537" y="414"/>
                  </a:lnTo>
                  <a:lnTo>
                    <a:pt x="8400" y="598"/>
                  </a:lnTo>
                  <a:lnTo>
                    <a:pt x="8308" y="735"/>
                  </a:lnTo>
                  <a:lnTo>
                    <a:pt x="230" y="14734"/>
                  </a:lnTo>
                  <a:lnTo>
                    <a:pt x="138" y="14917"/>
                  </a:lnTo>
                  <a:lnTo>
                    <a:pt x="47" y="15101"/>
                  </a:lnTo>
                  <a:lnTo>
                    <a:pt x="1" y="15514"/>
                  </a:lnTo>
                  <a:lnTo>
                    <a:pt x="92" y="15881"/>
                  </a:lnTo>
                  <a:lnTo>
                    <a:pt x="230" y="16202"/>
                  </a:lnTo>
                  <a:lnTo>
                    <a:pt x="460" y="16478"/>
                  </a:lnTo>
                  <a:lnTo>
                    <a:pt x="735" y="16707"/>
                  </a:lnTo>
                  <a:lnTo>
                    <a:pt x="1102" y="16891"/>
                  </a:lnTo>
                  <a:lnTo>
                    <a:pt x="1286" y="16937"/>
                  </a:lnTo>
                  <a:lnTo>
                    <a:pt x="17854" y="16937"/>
                  </a:lnTo>
                  <a:lnTo>
                    <a:pt x="18038" y="16891"/>
                  </a:lnTo>
                  <a:lnTo>
                    <a:pt x="18405" y="16707"/>
                  </a:lnTo>
                  <a:lnTo>
                    <a:pt x="18680" y="16478"/>
                  </a:lnTo>
                  <a:lnTo>
                    <a:pt x="18910" y="16202"/>
                  </a:lnTo>
                  <a:lnTo>
                    <a:pt x="19048" y="15881"/>
                  </a:lnTo>
                  <a:lnTo>
                    <a:pt x="19094" y="15468"/>
                  </a:lnTo>
                  <a:lnTo>
                    <a:pt x="19048" y="15101"/>
                  </a:lnTo>
                  <a:lnTo>
                    <a:pt x="19002" y="14917"/>
                  </a:lnTo>
                  <a:lnTo>
                    <a:pt x="18910" y="14734"/>
                  </a:lnTo>
                  <a:lnTo>
                    <a:pt x="10832" y="735"/>
                  </a:lnTo>
                  <a:lnTo>
                    <a:pt x="10695" y="598"/>
                  </a:lnTo>
                  <a:lnTo>
                    <a:pt x="10557" y="414"/>
                  </a:lnTo>
                  <a:lnTo>
                    <a:pt x="10281" y="185"/>
                  </a:lnTo>
                  <a:lnTo>
                    <a:pt x="9914" y="47"/>
                  </a:lnTo>
                  <a:lnTo>
                    <a:pt x="95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1"/>
            <p:cNvSpPr/>
            <p:nvPr/>
          </p:nvSpPr>
          <p:spPr>
            <a:xfrm>
              <a:off x="3573386" y="3598349"/>
              <a:ext cx="78131" cy="148856"/>
            </a:xfrm>
            <a:custGeom>
              <a:rect b="b" l="l" r="r" t="t"/>
              <a:pathLst>
                <a:path extrusionOk="0" h="6472" w="3397">
                  <a:moveTo>
                    <a:pt x="2111" y="1148"/>
                  </a:moveTo>
                  <a:lnTo>
                    <a:pt x="2203" y="1194"/>
                  </a:lnTo>
                  <a:lnTo>
                    <a:pt x="2249" y="1286"/>
                  </a:lnTo>
                  <a:lnTo>
                    <a:pt x="2111" y="5187"/>
                  </a:lnTo>
                  <a:lnTo>
                    <a:pt x="2111" y="5233"/>
                  </a:lnTo>
                  <a:lnTo>
                    <a:pt x="2065" y="5324"/>
                  </a:lnTo>
                  <a:lnTo>
                    <a:pt x="2020" y="5370"/>
                  </a:lnTo>
                  <a:lnTo>
                    <a:pt x="1423" y="5370"/>
                  </a:lnTo>
                  <a:lnTo>
                    <a:pt x="1331" y="5324"/>
                  </a:lnTo>
                  <a:lnTo>
                    <a:pt x="1285" y="5233"/>
                  </a:lnTo>
                  <a:lnTo>
                    <a:pt x="1285" y="5187"/>
                  </a:lnTo>
                  <a:lnTo>
                    <a:pt x="1148" y="1699"/>
                  </a:lnTo>
                  <a:lnTo>
                    <a:pt x="1148" y="1286"/>
                  </a:lnTo>
                  <a:lnTo>
                    <a:pt x="1148" y="1240"/>
                  </a:lnTo>
                  <a:lnTo>
                    <a:pt x="1193" y="1194"/>
                  </a:lnTo>
                  <a:lnTo>
                    <a:pt x="1239" y="1148"/>
                  </a:lnTo>
                  <a:close/>
                  <a:moveTo>
                    <a:pt x="1285" y="0"/>
                  </a:moveTo>
                  <a:lnTo>
                    <a:pt x="1010" y="46"/>
                  </a:lnTo>
                  <a:lnTo>
                    <a:pt x="780" y="92"/>
                  </a:lnTo>
                  <a:lnTo>
                    <a:pt x="551" y="230"/>
                  </a:lnTo>
                  <a:lnTo>
                    <a:pt x="367" y="368"/>
                  </a:lnTo>
                  <a:lnTo>
                    <a:pt x="230" y="597"/>
                  </a:lnTo>
                  <a:lnTo>
                    <a:pt x="92" y="781"/>
                  </a:lnTo>
                  <a:lnTo>
                    <a:pt x="46" y="1056"/>
                  </a:lnTo>
                  <a:lnTo>
                    <a:pt x="0" y="1286"/>
                  </a:lnTo>
                  <a:lnTo>
                    <a:pt x="138" y="5187"/>
                  </a:lnTo>
                  <a:lnTo>
                    <a:pt x="184" y="5462"/>
                  </a:lnTo>
                  <a:lnTo>
                    <a:pt x="276" y="5692"/>
                  </a:lnTo>
                  <a:lnTo>
                    <a:pt x="413" y="5921"/>
                  </a:lnTo>
                  <a:lnTo>
                    <a:pt x="551" y="6105"/>
                  </a:lnTo>
                  <a:lnTo>
                    <a:pt x="734" y="6288"/>
                  </a:lnTo>
                  <a:lnTo>
                    <a:pt x="964" y="6380"/>
                  </a:lnTo>
                  <a:lnTo>
                    <a:pt x="1239" y="6472"/>
                  </a:lnTo>
                  <a:lnTo>
                    <a:pt x="2203" y="6472"/>
                  </a:lnTo>
                  <a:lnTo>
                    <a:pt x="2433" y="6380"/>
                  </a:lnTo>
                  <a:lnTo>
                    <a:pt x="2662" y="6288"/>
                  </a:lnTo>
                  <a:lnTo>
                    <a:pt x="2846" y="6105"/>
                  </a:lnTo>
                  <a:lnTo>
                    <a:pt x="2983" y="5921"/>
                  </a:lnTo>
                  <a:lnTo>
                    <a:pt x="3121" y="5692"/>
                  </a:lnTo>
                  <a:lnTo>
                    <a:pt x="3213" y="5462"/>
                  </a:lnTo>
                  <a:lnTo>
                    <a:pt x="3259" y="5187"/>
                  </a:lnTo>
                  <a:lnTo>
                    <a:pt x="3396" y="1286"/>
                  </a:lnTo>
                  <a:lnTo>
                    <a:pt x="3351" y="1056"/>
                  </a:lnTo>
                  <a:lnTo>
                    <a:pt x="3305" y="781"/>
                  </a:lnTo>
                  <a:lnTo>
                    <a:pt x="3167" y="597"/>
                  </a:lnTo>
                  <a:lnTo>
                    <a:pt x="3029" y="368"/>
                  </a:lnTo>
                  <a:lnTo>
                    <a:pt x="2846" y="230"/>
                  </a:lnTo>
                  <a:lnTo>
                    <a:pt x="2616" y="92"/>
                  </a:lnTo>
                  <a:lnTo>
                    <a:pt x="2387" y="46"/>
                  </a:lnTo>
                  <a:lnTo>
                    <a:pt x="2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1"/>
            <p:cNvSpPr/>
            <p:nvPr/>
          </p:nvSpPr>
          <p:spPr>
            <a:xfrm>
              <a:off x="3573386" y="3760913"/>
              <a:ext cx="82363" cy="81305"/>
            </a:xfrm>
            <a:custGeom>
              <a:rect b="b" l="l" r="r" t="t"/>
              <a:pathLst>
                <a:path extrusionOk="0" h="3535" w="3581">
                  <a:moveTo>
                    <a:pt x="1790" y="1102"/>
                  </a:moveTo>
                  <a:lnTo>
                    <a:pt x="2065" y="1194"/>
                  </a:lnTo>
                  <a:lnTo>
                    <a:pt x="2249" y="1331"/>
                  </a:lnTo>
                  <a:lnTo>
                    <a:pt x="2387" y="1515"/>
                  </a:lnTo>
                  <a:lnTo>
                    <a:pt x="2433" y="1790"/>
                  </a:lnTo>
                  <a:lnTo>
                    <a:pt x="2387" y="2020"/>
                  </a:lnTo>
                  <a:lnTo>
                    <a:pt x="2249" y="2249"/>
                  </a:lnTo>
                  <a:lnTo>
                    <a:pt x="2065" y="2387"/>
                  </a:lnTo>
                  <a:lnTo>
                    <a:pt x="1790" y="2433"/>
                  </a:lnTo>
                  <a:lnTo>
                    <a:pt x="1561" y="2387"/>
                  </a:lnTo>
                  <a:lnTo>
                    <a:pt x="1331" y="2249"/>
                  </a:lnTo>
                  <a:lnTo>
                    <a:pt x="1193" y="2020"/>
                  </a:lnTo>
                  <a:lnTo>
                    <a:pt x="1148" y="1790"/>
                  </a:lnTo>
                  <a:lnTo>
                    <a:pt x="1193" y="1515"/>
                  </a:lnTo>
                  <a:lnTo>
                    <a:pt x="1331" y="1331"/>
                  </a:lnTo>
                  <a:lnTo>
                    <a:pt x="1561" y="1194"/>
                  </a:lnTo>
                  <a:lnTo>
                    <a:pt x="1790" y="1102"/>
                  </a:lnTo>
                  <a:close/>
                  <a:moveTo>
                    <a:pt x="1790" y="0"/>
                  </a:moveTo>
                  <a:lnTo>
                    <a:pt x="1423" y="46"/>
                  </a:lnTo>
                  <a:lnTo>
                    <a:pt x="1102" y="138"/>
                  </a:lnTo>
                  <a:lnTo>
                    <a:pt x="826" y="322"/>
                  </a:lnTo>
                  <a:lnTo>
                    <a:pt x="551" y="505"/>
                  </a:lnTo>
                  <a:lnTo>
                    <a:pt x="321" y="781"/>
                  </a:lnTo>
                  <a:lnTo>
                    <a:pt x="138" y="1102"/>
                  </a:lnTo>
                  <a:lnTo>
                    <a:pt x="46" y="1423"/>
                  </a:lnTo>
                  <a:lnTo>
                    <a:pt x="0" y="1790"/>
                  </a:lnTo>
                  <a:lnTo>
                    <a:pt x="46" y="2112"/>
                  </a:lnTo>
                  <a:lnTo>
                    <a:pt x="138" y="2479"/>
                  </a:lnTo>
                  <a:lnTo>
                    <a:pt x="321" y="2754"/>
                  </a:lnTo>
                  <a:lnTo>
                    <a:pt x="551" y="3030"/>
                  </a:lnTo>
                  <a:lnTo>
                    <a:pt x="826" y="3259"/>
                  </a:lnTo>
                  <a:lnTo>
                    <a:pt x="1102" y="3397"/>
                  </a:lnTo>
                  <a:lnTo>
                    <a:pt x="1423" y="3534"/>
                  </a:lnTo>
                  <a:lnTo>
                    <a:pt x="2157" y="3534"/>
                  </a:lnTo>
                  <a:lnTo>
                    <a:pt x="2479" y="3397"/>
                  </a:lnTo>
                  <a:lnTo>
                    <a:pt x="2800" y="3259"/>
                  </a:lnTo>
                  <a:lnTo>
                    <a:pt x="3075" y="3030"/>
                  </a:lnTo>
                  <a:lnTo>
                    <a:pt x="3259" y="2754"/>
                  </a:lnTo>
                  <a:lnTo>
                    <a:pt x="3442" y="2479"/>
                  </a:lnTo>
                  <a:lnTo>
                    <a:pt x="3534" y="2112"/>
                  </a:lnTo>
                  <a:lnTo>
                    <a:pt x="3580" y="1790"/>
                  </a:lnTo>
                  <a:lnTo>
                    <a:pt x="3534" y="1423"/>
                  </a:lnTo>
                  <a:lnTo>
                    <a:pt x="3442" y="1102"/>
                  </a:lnTo>
                  <a:lnTo>
                    <a:pt x="3259" y="781"/>
                  </a:lnTo>
                  <a:lnTo>
                    <a:pt x="3075" y="505"/>
                  </a:lnTo>
                  <a:lnTo>
                    <a:pt x="2800" y="322"/>
                  </a:lnTo>
                  <a:lnTo>
                    <a:pt x="2479" y="138"/>
                  </a:lnTo>
                  <a:lnTo>
                    <a:pt x="2157" y="46"/>
                  </a:lnTo>
                  <a:lnTo>
                    <a:pt x="17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 name="Google Shape;972;p61"/>
          <p:cNvGrpSpPr/>
          <p:nvPr/>
        </p:nvGrpSpPr>
        <p:grpSpPr>
          <a:xfrm>
            <a:off x="4143418" y="3254406"/>
            <a:ext cx="176295" cy="438104"/>
            <a:chOff x="4143418" y="3467456"/>
            <a:chExt cx="176295" cy="438104"/>
          </a:xfrm>
        </p:grpSpPr>
        <p:sp>
          <p:nvSpPr>
            <p:cNvPr id="973" name="Google Shape;973;p61"/>
            <p:cNvSpPr/>
            <p:nvPr/>
          </p:nvSpPr>
          <p:spPr>
            <a:xfrm>
              <a:off x="4195145" y="3764087"/>
              <a:ext cx="72841" cy="106628"/>
            </a:xfrm>
            <a:custGeom>
              <a:rect b="b" l="l" r="r" t="t"/>
              <a:pathLst>
                <a:path extrusionOk="0" h="4636" w="3167">
                  <a:moveTo>
                    <a:pt x="1652" y="0"/>
                  </a:moveTo>
                  <a:lnTo>
                    <a:pt x="1423" y="92"/>
                  </a:lnTo>
                  <a:lnTo>
                    <a:pt x="1285" y="276"/>
                  </a:lnTo>
                  <a:lnTo>
                    <a:pt x="92" y="2111"/>
                  </a:lnTo>
                  <a:lnTo>
                    <a:pt x="0" y="2249"/>
                  </a:lnTo>
                  <a:lnTo>
                    <a:pt x="0" y="2433"/>
                  </a:lnTo>
                  <a:lnTo>
                    <a:pt x="0" y="2570"/>
                  </a:lnTo>
                  <a:lnTo>
                    <a:pt x="46" y="2708"/>
                  </a:lnTo>
                  <a:lnTo>
                    <a:pt x="138" y="2800"/>
                  </a:lnTo>
                  <a:lnTo>
                    <a:pt x="275" y="2892"/>
                  </a:lnTo>
                  <a:lnTo>
                    <a:pt x="413" y="2983"/>
                  </a:lnTo>
                  <a:lnTo>
                    <a:pt x="1515" y="2983"/>
                  </a:lnTo>
                  <a:lnTo>
                    <a:pt x="964" y="3718"/>
                  </a:lnTo>
                  <a:lnTo>
                    <a:pt x="872" y="3947"/>
                  </a:lnTo>
                  <a:lnTo>
                    <a:pt x="872" y="4131"/>
                  </a:lnTo>
                  <a:lnTo>
                    <a:pt x="918" y="4360"/>
                  </a:lnTo>
                  <a:lnTo>
                    <a:pt x="1056" y="4498"/>
                  </a:lnTo>
                  <a:lnTo>
                    <a:pt x="1285" y="4590"/>
                  </a:lnTo>
                  <a:lnTo>
                    <a:pt x="1469" y="4636"/>
                  </a:lnTo>
                  <a:lnTo>
                    <a:pt x="1698" y="4544"/>
                  </a:lnTo>
                  <a:lnTo>
                    <a:pt x="1836" y="4406"/>
                  </a:lnTo>
                  <a:lnTo>
                    <a:pt x="3075" y="2754"/>
                  </a:lnTo>
                  <a:lnTo>
                    <a:pt x="3121" y="2616"/>
                  </a:lnTo>
                  <a:lnTo>
                    <a:pt x="3167" y="2479"/>
                  </a:lnTo>
                  <a:lnTo>
                    <a:pt x="3167" y="2341"/>
                  </a:lnTo>
                  <a:lnTo>
                    <a:pt x="3121" y="2203"/>
                  </a:lnTo>
                  <a:lnTo>
                    <a:pt x="3029" y="2065"/>
                  </a:lnTo>
                  <a:lnTo>
                    <a:pt x="2892" y="1974"/>
                  </a:lnTo>
                  <a:lnTo>
                    <a:pt x="2754" y="1882"/>
                  </a:lnTo>
                  <a:lnTo>
                    <a:pt x="1561" y="1882"/>
                  </a:lnTo>
                  <a:lnTo>
                    <a:pt x="2249" y="872"/>
                  </a:lnTo>
                  <a:lnTo>
                    <a:pt x="2295" y="643"/>
                  </a:lnTo>
                  <a:lnTo>
                    <a:pt x="2295" y="459"/>
                  </a:lnTo>
                  <a:lnTo>
                    <a:pt x="2203" y="230"/>
                  </a:lnTo>
                  <a:lnTo>
                    <a:pt x="2065" y="92"/>
                  </a:lnTo>
                  <a:lnTo>
                    <a:pt x="1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1"/>
            <p:cNvSpPr/>
            <p:nvPr/>
          </p:nvSpPr>
          <p:spPr>
            <a:xfrm>
              <a:off x="4143418" y="3467456"/>
              <a:ext cx="176295" cy="438104"/>
            </a:xfrm>
            <a:custGeom>
              <a:rect b="b" l="l" r="r" t="t"/>
              <a:pathLst>
                <a:path extrusionOk="0" h="19048" w="7665">
                  <a:moveTo>
                    <a:pt x="4406" y="2571"/>
                  </a:moveTo>
                  <a:lnTo>
                    <a:pt x="5232" y="4131"/>
                  </a:lnTo>
                  <a:lnTo>
                    <a:pt x="4406" y="5003"/>
                  </a:lnTo>
                  <a:lnTo>
                    <a:pt x="4406" y="2571"/>
                  </a:lnTo>
                  <a:close/>
                  <a:moveTo>
                    <a:pt x="3259" y="2571"/>
                  </a:moveTo>
                  <a:lnTo>
                    <a:pt x="3259" y="7022"/>
                  </a:lnTo>
                  <a:lnTo>
                    <a:pt x="1744" y="5554"/>
                  </a:lnTo>
                  <a:lnTo>
                    <a:pt x="2065" y="4865"/>
                  </a:lnTo>
                  <a:lnTo>
                    <a:pt x="2433" y="4131"/>
                  </a:lnTo>
                  <a:lnTo>
                    <a:pt x="3259" y="2571"/>
                  </a:lnTo>
                  <a:close/>
                  <a:moveTo>
                    <a:pt x="1331" y="6747"/>
                  </a:moveTo>
                  <a:lnTo>
                    <a:pt x="3259" y="8583"/>
                  </a:lnTo>
                  <a:lnTo>
                    <a:pt x="3259" y="9455"/>
                  </a:lnTo>
                  <a:lnTo>
                    <a:pt x="2846" y="9317"/>
                  </a:lnTo>
                  <a:lnTo>
                    <a:pt x="2479" y="9134"/>
                  </a:lnTo>
                  <a:lnTo>
                    <a:pt x="2157" y="8904"/>
                  </a:lnTo>
                  <a:lnTo>
                    <a:pt x="1882" y="8583"/>
                  </a:lnTo>
                  <a:lnTo>
                    <a:pt x="1652" y="8262"/>
                  </a:lnTo>
                  <a:lnTo>
                    <a:pt x="1469" y="7894"/>
                  </a:lnTo>
                  <a:lnTo>
                    <a:pt x="1377" y="7481"/>
                  </a:lnTo>
                  <a:lnTo>
                    <a:pt x="1331" y="7022"/>
                  </a:lnTo>
                  <a:lnTo>
                    <a:pt x="1331" y="6747"/>
                  </a:lnTo>
                  <a:close/>
                  <a:moveTo>
                    <a:pt x="5783" y="5233"/>
                  </a:moveTo>
                  <a:lnTo>
                    <a:pt x="6013" y="5783"/>
                  </a:lnTo>
                  <a:lnTo>
                    <a:pt x="6196" y="6242"/>
                  </a:lnTo>
                  <a:lnTo>
                    <a:pt x="6288" y="6701"/>
                  </a:lnTo>
                  <a:lnTo>
                    <a:pt x="6334" y="7022"/>
                  </a:lnTo>
                  <a:lnTo>
                    <a:pt x="6288" y="7481"/>
                  </a:lnTo>
                  <a:lnTo>
                    <a:pt x="6196" y="7894"/>
                  </a:lnTo>
                  <a:lnTo>
                    <a:pt x="6013" y="8262"/>
                  </a:lnTo>
                  <a:lnTo>
                    <a:pt x="5783" y="8583"/>
                  </a:lnTo>
                  <a:lnTo>
                    <a:pt x="5508" y="8904"/>
                  </a:lnTo>
                  <a:lnTo>
                    <a:pt x="5186" y="9134"/>
                  </a:lnTo>
                  <a:lnTo>
                    <a:pt x="4819" y="9317"/>
                  </a:lnTo>
                  <a:lnTo>
                    <a:pt x="4406" y="9455"/>
                  </a:lnTo>
                  <a:lnTo>
                    <a:pt x="4406" y="6564"/>
                  </a:lnTo>
                  <a:lnTo>
                    <a:pt x="5783" y="5233"/>
                  </a:lnTo>
                  <a:close/>
                  <a:moveTo>
                    <a:pt x="4131" y="12438"/>
                  </a:moveTo>
                  <a:lnTo>
                    <a:pt x="4406" y="12484"/>
                  </a:lnTo>
                  <a:lnTo>
                    <a:pt x="4911" y="12668"/>
                  </a:lnTo>
                  <a:lnTo>
                    <a:pt x="5370" y="12897"/>
                  </a:lnTo>
                  <a:lnTo>
                    <a:pt x="5783" y="13264"/>
                  </a:lnTo>
                  <a:lnTo>
                    <a:pt x="6104" y="13677"/>
                  </a:lnTo>
                  <a:lnTo>
                    <a:pt x="6380" y="14136"/>
                  </a:lnTo>
                  <a:lnTo>
                    <a:pt x="6517" y="14641"/>
                  </a:lnTo>
                  <a:lnTo>
                    <a:pt x="6563" y="14917"/>
                  </a:lnTo>
                  <a:lnTo>
                    <a:pt x="6563" y="15192"/>
                  </a:lnTo>
                  <a:lnTo>
                    <a:pt x="6563" y="15467"/>
                  </a:lnTo>
                  <a:lnTo>
                    <a:pt x="6517" y="15743"/>
                  </a:lnTo>
                  <a:lnTo>
                    <a:pt x="6380" y="16248"/>
                  </a:lnTo>
                  <a:lnTo>
                    <a:pt x="6104" y="16707"/>
                  </a:lnTo>
                  <a:lnTo>
                    <a:pt x="5783" y="17120"/>
                  </a:lnTo>
                  <a:lnTo>
                    <a:pt x="5370" y="17487"/>
                  </a:lnTo>
                  <a:lnTo>
                    <a:pt x="4911" y="17716"/>
                  </a:lnTo>
                  <a:lnTo>
                    <a:pt x="4406" y="17900"/>
                  </a:lnTo>
                  <a:lnTo>
                    <a:pt x="4131" y="17946"/>
                  </a:lnTo>
                  <a:lnTo>
                    <a:pt x="3534" y="17946"/>
                  </a:lnTo>
                  <a:lnTo>
                    <a:pt x="3259" y="17900"/>
                  </a:lnTo>
                  <a:lnTo>
                    <a:pt x="2754" y="17716"/>
                  </a:lnTo>
                  <a:lnTo>
                    <a:pt x="2295" y="17487"/>
                  </a:lnTo>
                  <a:lnTo>
                    <a:pt x="1882" y="17120"/>
                  </a:lnTo>
                  <a:lnTo>
                    <a:pt x="1561" y="16707"/>
                  </a:lnTo>
                  <a:lnTo>
                    <a:pt x="1285" y="16248"/>
                  </a:lnTo>
                  <a:lnTo>
                    <a:pt x="1148" y="15743"/>
                  </a:lnTo>
                  <a:lnTo>
                    <a:pt x="1102" y="15467"/>
                  </a:lnTo>
                  <a:lnTo>
                    <a:pt x="1102" y="15192"/>
                  </a:lnTo>
                  <a:lnTo>
                    <a:pt x="1102" y="14917"/>
                  </a:lnTo>
                  <a:lnTo>
                    <a:pt x="1148" y="14641"/>
                  </a:lnTo>
                  <a:lnTo>
                    <a:pt x="1285" y="14136"/>
                  </a:lnTo>
                  <a:lnTo>
                    <a:pt x="1561" y="13677"/>
                  </a:lnTo>
                  <a:lnTo>
                    <a:pt x="1882" y="13264"/>
                  </a:lnTo>
                  <a:lnTo>
                    <a:pt x="2295" y="12897"/>
                  </a:lnTo>
                  <a:lnTo>
                    <a:pt x="2754" y="12668"/>
                  </a:lnTo>
                  <a:lnTo>
                    <a:pt x="3259" y="12484"/>
                  </a:lnTo>
                  <a:lnTo>
                    <a:pt x="3534" y="12438"/>
                  </a:lnTo>
                  <a:close/>
                  <a:moveTo>
                    <a:pt x="3718" y="0"/>
                  </a:moveTo>
                  <a:lnTo>
                    <a:pt x="3580" y="46"/>
                  </a:lnTo>
                  <a:lnTo>
                    <a:pt x="3488" y="138"/>
                  </a:lnTo>
                  <a:lnTo>
                    <a:pt x="3396" y="230"/>
                  </a:lnTo>
                  <a:lnTo>
                    <a:pt x="2892" y="1056"/>
                  </a:lnTo>
                  <a:lnTo>
                    <a:pt x="2387" y="1882"/>
                  </a:lnTo>
                  <a:lnTo>
                    <a:pt x="1836" y="2892"/>
                  </a:lnTo>
                  <a:lnTo>
                    <a:pt x="1148" y="4269"/>
                  </a:lnTo>
                  <a:lnTo>
                    <a:pt x="643" y="5416"/>
                  </a:lnTo>
                  <a:lnTo>
                    <a:pt x="459" y="5875"/>
                  </a:lnTo>
                  <a:lnTo>
                    <a:pt x="367" y="6334"/>
                  </a:lnTo>
                  <a:lnTo>
                    <a:pt x="276" y="6701"/>
                  </a:lnTo>
                  <a:lnTo>
                    <a:pt x="276" y="7022"/>
                  </a:lnTo>
                  <a:lnTo>
                    <a:pt x="276" y="7344"/>
                  </a:lnTo>
                  <a:lnTo>
                    <a:pt x="321" y="7711"/>
                  </a:lnTo>
                  <a:lnTo>
                    <a:pt x="367" y="7986"/>
                  </a:lnTo>
                  <a:lnTo>
                    <a:pt x="505" y="8308"/>
                  </a:lnTo>
                  <a:lnTo>
                    <a:pt x="597" y="8583"/>
                  </a:lnTo>
                  <a:lnTo>
                    <a:pt x="780" y="8904"/>
                  </a:lnTo>
                  <a:lnTo>
                    <a:pt x="1148" y="9409"/>
                  </a:lnTo>
                  <a:lnTo>
                    <a:pt x="1561" y="9822"/>
                  </a:lnTo>
                  <a:lnTo>
                    <a:pt x="2111" y="10189"/>
                  </a:lnTo>
                  <a:lnTo>
                    <a:pt x="2387" y="10327"/>
                  </a:lnTo>
                  <a:lnTo>
                    <a:pt x="2662" y="10465"/>
                  </a:lnTo>
                  <a:lnTo>
                    <a:pt x="2983" y="10556"/>
                  </a:lnTo>
                  <a:lnTo>
                    <a:pt x="3305" y="10602"/>
                  </a:lnTo>
                  <a:lnTo>
                    <a:pt x="3305" y="11337"/>
                  </a:lnTo>
                  <a:lnTo>
                    <a:pt x="2937" y="11428"/>
                  </a:lnTo>
                  <a:lnTo>
                    <a:pt x="2570" y="11520"/>
                  </a:lnTo>
                  <a:lnTo>
                    <a:pt x="2249" y="11658"/>
                  </a:lnTo>
                  <a:lnTo>
                    <a:pt x="1928" y="11842"/>
                  </a:lnTo>
                  <a:lnTo>
                    <a:pt x="1652" y="12025"/>
                  </a:lnTo>
                  <a:lnTo>
                    <a:pt x="1377" y="12209"/>
                  </a:lnTo>
                  <a:lnTo>
                    <a:pt x="1102" y="12484"/>
                  </a:lnTo>
                  <a:lnTo>
                    <a:pt x="872" y="12714"/>
                  </a:lnTo>
                  <a:lnTo>
                    <a:pt x="689" y="13035"/>
                  </a:lnTo>
                  <a:lnTo>
                    <a:pt x="459" y="13310"/>
                  </a:lnTo>
                  <a:lnTo>
                    <a:pt x="321" y="13632"/>
                  </a:lnTo>
                  <a:lnTo>
                    <a:pt x="184" y="13999"/>
                  </a:lnTo>
                  <a:lnTo>
                    <a:pt x="92" y="14320"/>
                  </a:lnTo>
                  <a:lnTo>
                    <a:pt x="46" y="14687"/>
                  </a:lnTo>
                  <a:lnTo>
                    <a:pt x="0" y="15054"/>
                  </a:lnTo>
                  <a:lnTo>
                    <a:pt x="0" y="15421"/>
                  </a:lnTo>
                  <a:lnTo>
                    <a:pt x="46" y="15789"/>
                  </a:lnTo>
                  <a:lnTo>
                    <a:pt x="138" y="16156"/>
                  </a:lnTo>
                  <a:lnTo>
                    <a:pt x="230" y="16523"/>
                  </a:lnTo>
                  <a:lnTo>
                    <a:pt x="367" y="16844"/>
                  </a:lnTo>
                  <a:lnTo>
                    <a:pt x="505" y="17120"/>
                  </a:lnTo>
                  <a:lnTo>
                    <a:pt x="734" y="17441"/>
                  </a:lnTo>
                  <a:lnTo>
                    <a:pt x="918" y="17716"/>
                  </a:lnTo>
                  <a:lnTo>
                    <a:pt x="1148" y="17946"/>
                  </a:lnTo>
                  <a:lnTo>
                    <a:pt x="1423" y="18175"/>
                  </a:lnTo>
                  <a:lnTo>
                    <a:pt x="1698" y="18405"/>
                  </a:lnTo>
                  <a:lnTo>
                    <a:pt x="1974" y="18588"/>
                  </a:lnTo>
                  <a:lnTo>
                    <a:pt x="2295" y="18726"/>
                  </a:lnTo>
                  <a:lnTo>
                    <a:pt x="2616" y="18864"/>
                  </a:lnTo>
                  <a:lnTo>
                    <a:pt x="2983" y="18955"/>
                  </a:lnTo>
                  <a:lnTo>
                    <a:pt x="3351" y="19047"/>
                  </a:lnTo>
                  <a:lnTo>
                    <a:pt x="4085" y="19047"/>
                  </a:lnTo>
                  <a:lnTo>
                    <a:pt x="4498" y="19001"/>
                  </a:lnTo>
                  <a:lnTo>
                    <a:pt x="4865" y="18910"/>
                  </a:lnTo>
                  <a:lnTo>
                    <a:pt x="5232" y="18818"/>
                  </a:lnTo>
                  <a:lnTo>
                    <a:pt x="5599" y="18634"/>
                  </a:lnTo>
                  <a:lnTo>
                    <a:pt x="5921" y="18451"/>
                  </a:lnTo>
                  <a:lnTo>
                    <a:pt x="6242" y="18221"/>
                  </a:lnTo>
                  <a:lnTo>
                    <a:pt x="6517" y="17992"/>
                  </a:lnTo>
                  <a:lnTo>
                    <a:pt x="6747" y="17716"/>
                  </a:lnTo>
                  <a:lnTo>
                    <a:pt x="7022" y="17395"/>
                  </a:lnTo>
                  <a:lnTo>
                    <a:pt x="7206" y="17074"/>
                  </a:lnTo>
                  <a:lnTo>
                    <a:pt x="7389" y="16752"/>
                  </a:lnTo>
                  <a:lnTo>
                    <a:pt x="7527" y="16385"/>
                  </a:lnTo>
                  <a:lnTo>
                    <a:pt x="7619" y="15972"/>
                  </a:lnTo>
                  <a:lnTo>
                    <a:pt x="7665" y="15605"/>
                  </a:lnTo>
                  <a:lnTo>
                    <a:pt x="7665" y="15192"/>
                  </a:lnTo>
                  <a:lnTo>
                    <a:pt x="7665" y="14825"/>
                  </a:lnTo>
                  <a:lnTo>
                    <a:pt x="7619" y="14458"/>
                  </a:lnTo>
                  <a:lnTo>
                    <a:pt x="7527" y="14136"/>
                  </a:lnTo>
                  <a:lnTo>
                    <a:pt x="7435" y="13815"/>
                  </a:lnTo>
                  <a:lnTo>
                    <a:pt x="7298" y="13494"/>
                  </a:lnTo>
                  <a:lnTo>
                    <a:pt x="7114" y="13173"/>
                  </a:lnTo>
                  <a:lnTo>
                    <a:pt x="6930" y="12897"/>
                  </a:lnTo>
                  <a:lnTo>
                    <a:pt x="6747" y="12668"/>
                  </a:lnTo>
                  <a:lnTo>
                    <a:pt x="6517" y="12392"/>
                  </a:lnTo>
                  <a:lnTo>
                    <a:pt x="6242" y="12163"/>
                  </a:lnTo>
                  <a:lnTo>
                    <a:pt x="5967" y="11979"/>
                  </a:lnTo>
                  <a:lnTo>
                    <a:pt x="5691" y="11796"/>
                  </a:lnTo>
                  <a:lnTo>
                    <a:pt x="5416" y="11658"/>
                  </a:lnTo>
                  <a:lnTo>
                    <a:pt x="5095" y="11520"/>
                  </a:lnTo>
                  <a:lnTo>
                    <a:pt x="4727" y="11428"/>
                  </a:lnTo>
                  <a:lnTo>
                    <a:pt x="4406" y="11337"/>
                  </a:lnTo>
                  <a:lnTo>
                    <a:pt x="4406" y="10602"/>
                  </a:lnTo>
                  <a:lnTo>
                    <a:pt x="4727" y="10556"/>
                  </a:lnTo>
                  <a:lnTo>
                    <a:pt x="5049" y="10465"/>
                  </a:lnTo>
                  <a:lnTo>
                    <a:pt x="5324" y="10327"/>
                  </a:lnTo>
                  <a:lnTo>
                    <a:pt x="5599" y="10189"/>
                  </a:lnTo>
                  <a:lnTo>
                    <a:pt x="6104" y="9822"/>
                  </a:lnTo>
                  <a:lnTo>
                    <a:pt x="6563" y="9409"/>
                  </a:lnTo>
                  <a:lnTo>
                    <a:pt x="6930" y="8904"/>
                  </a:lnTo>
                  <a:lnTo>
                    <a:pt x="7068" y="8583"/>
                  </a:lnTo>
                  <a:lnTo>
                    <a:pt x="7206" y="8308"/>
                  </a:lnTo>
                  <a:lnTo>
                    <a:pt x="7298" y="7986"/>
                  </a:lnTo>
                  <a:lnTo>
                    <a:pt x="7389" y="7711"/>
                  </a:lnTo>
                  <a:lnTo>
                    <a:pt x="7435" y="7344"/>
                  </a:lnTo>
                  <a:lnTo>
                    <a:pt x="7435" y="7022"/>
                  </a:lnTo>
                  <a:lnTo>
                    <a:pt x="7389" y="6701"/>
                  </a:lnTo>
                  <a:lnTo>
                    <a:pt x="7344" y="6334"/>
                  </a:lnTo>
                  <a:lnTo>
                    <a:pt x="7206" y="5875"/>
                  </a:lnTo>
                  <a:lnTo>
                    <a:pt x="7022" y="5416"/>
                  </a:lnTo>
                  <a:lnTo>
                    <a:pt x="6563" y="4269"/>
                  </a:lnTo>
                  <a:lnTo>
                    <a:pt x="5875" y="2892"/>
                  </a:lnTo>
                  <a:lnTo>
                    <a:pt x="5278" y="1882"/>
                  </a:lnTo>
                  <a:lnTo>
                    <a:pt x="4819" y="1056"/>
                  </a:lnTo>
                  <a:lnTo>
                    <a:pt x="4314" y="230"/>
                  </a:lnTo>
                  <a:lnTo>
                    <a:pt x="4223" y="138"/>
                  </a:lnTo>
                  <a:lnTo>
                    <a:pt x="4085" y="46"/>
                  </a:lnTo>
                  <a:lnTo>
                    <a:pt x="39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 name="Google Shape;975;p61"/>
          <p:cNvSpPr/>
          <p:nvPr/>
        </p:nvSpPr>
        <p:spPr>
          <a:xfrm>
            <a:off x="4643760" y="3258615"/>
            <a:ext cx="439162" cy="429663"/>
          </a:xfrm>
          <a:custGeom>
            <a:rect b="b" l="l" r="r" t="t"/>
            <a:pathLst>
              <a:path extrusionOk="0" h="18681" w="19094">
                <a:moveTo>
                  <a:pt x="15422" y="2938"/>
                </a:moveTo>
                <a:lnTo>
                  <a:pt x="15743" y="3214"/>
                </a:lnTo>
                <a:lnTo>
                  <a:pt x="16065" y="3581"/>
                </a:lnTo>
                <a:lnTo>
                  <a:pt x="16386" y="3948"/>
                </a:lnTo>
                <a:lnTo>
                  <a:pt x="16661" y="4361"/>
                </a:lnTo>
                <a:lnTo>
                  <a:pt x="16937" y="4774"/>
                </a:lnTo>
                <a:lnTo>
                  <a:pt x="17166" y="5233"/>
                </a:lnTo>
                <a:lnTo>
                  <a:pt x="17350" y="5646"/>
                </a:lnTo>
                <a:lnTo>
                  <a:pt x="17533" y="6151"/>
                </a:lnTo>
                <a:lnTo>
                  <a:pt x="16569" y="6151"/>
                </a:lnTo>
                <a:lnTo>
                  <a:pt x="16340" y="6105"/>
                </a:lnTo>
                <a:lnTo>
                  <a:pt x="16111" y="6059"/>
                </a:lnTo>
                <a:lnTo>
                  <a:pt x="15927" y="5922"/>
                </a:lnTo>
                <a:lnTo>
                  <a:pt x="15743" y="5784"/>
                </a:lnTo>
                <a:lnTo>
                  <a:pt x="15606" y="5646"/>
                </a:lnTo>
                <a:lnTo>
                  <a:pt x="15514" y="5417"/>
                </a:lnTo>
                <a:lnTo>
                  <a:pt x="15468" y="5233"/>
                </a:lnTo>
                <a:lnTo>
                  <a:pt x="15422" y="5004"/>
                </a:lnTo>
                <a:lnTo>
                  <a:pt x="15422" y="2938"/>
                </a:lnTo>
                <a:close/>
                <a:moveTo>
                  <a:pt x="3948" y="5967"/>
                </a:moveTo>
                <a:lnTo>
                  <a:pt x="6610" y="8629"/>
                </a:lnTo>
                <a:lnTo>
                  <a:pt x="6885" y="8951"/>
                </a:lnTo>
                <a:lnTo>
                  <a:pt x="7023" y="9272"/>
                </a:lnTo>
                <a:lnTo>
                  <a:pt x="7161" y="9639"/>
                </a:lnTo>
                <a:lnTo>
                  <a:pt x="7207" y="10006"/>
                </a:lnTo>
                <a:lnTo>
                  <a:pt x="7207" y="11062"/>
                </a:lnTo>
                <a:lnTo>
                  <a:pt x="6748" y="11016"/>
                </a:lnTo>
                <a:lnTo>
                  <a:pt x="6335" y="10970"/>
                </a:lnTo>
                <a:lnTo>
                  <a:pt x="5095" y="10970"/>
                </a:lnTo>
                <a:lnTo>
                  <a:pt x="4774" y="11016"/>
                </a:lnTo>
                <a:lnTo>
                  <a:pt x="4453" y="11108"/>
                </a:lnTo>
                <a:lnTo>
                  <a:pt x="4178" y="11200"/>
                </a:lnTo>
                <a:lnTo>
                  <a:pt x="3948" y="10557"/>
                </a:lnTo>
                <a:lnTo>
                  <a:pt x="3764" y="9915"/>
                </a:lnTo>
                <a:lnTo>
                  <a:pt x="3627" y="9226"/>
                </a:lnTo>
                <a:lnTo>
                  <a:pt x="3581" y="8584"/>
                </a:lnTo>
                <a:lnTo>
                  <a:pt x="3581" y="7895"/>
                </a:lnTo>
                <a:lnTo>
                  <a:pt x="3627" y="7253"/>
                </a:lnTo>
                <a:lnTo>
                  <a:pt x="3764" y="6610"/>
                </a:lnTo>
                <a:lnTo>
                  <a:pt x="3948" y="5967"/>
                </a:lnTo>
                <a:close/>
                <a:moveTo>
                  <a:pt x="7849" y="1745"/>
                </a:moveTo>
                <a:lnTo>
                  <a:pt x="11337" y="5187"/>
                </a:lnTo>
                <a:lnTo>
                  <a:pt x="11475" y="5417"/>
                </a:lnTo>
                <a:lnTo>
                  <a:pt x="11521" y="5646"/>
                </a:lnTo>
                <a:lnTo>
                  <a:pt x="11475" y="5876"/>
                </a:lnTo>
                <a:lnTo>
                  <a:pt x="11337" y="6105"/>
                </a:lnTo>
                <a:lnTo>
                  <a:pt x="9501" y="7941"/>
                </a:lnTo>
                <a:lnTo>
                  <a:pt x="9318" y="8170"/>
                </a:lnTo>
                <a:lnTo>
                  <a:pt x="9226" y="8446"/>
                </a:lnTo>
                <a:lnTo>
                  <a:pt x="9226" y="8721"/>
                </a:lnTo>
                <a:lnTo>
                  <a:pt x="9272" y="8951"/>
                </a:lnTo>
                <a:lnTo>
                  <a:pt x="9410" y="9180"/>
                </a:lnTo>
                <a:lnTo>
                  <a:pt x="9639" y="9364"/>
                </a:lnTo>
                <a:lnTo>
                  <a:pt x="9869" y="9501"/>
                </a:lnTo>
                <a:lnTo>
                  <a:pt x="10190" y="9547"/>
                </a:lnTo>
                <a:lnTo>
                  <a:pt x="11291" y="9547"/>
                </a:lnTo>
                <a:lnTo>
                  <a:pt x="11521" y="9593"/>
                </a:lnTo>
                <a:lnTo>
                  <a:pt x="11750" y="9639"/>
                </a:lnTo>
                <a:lnTo>
                  <a:pt x="11980" y="9777"/>
                </a:lnTo>
                <a:lnTo>
                  <a:pt x="12163" y="9915"/>
                </a:lnTo>
                <a:lnTo>
                  <a:pt x="12485" y="10236"/>
                </a:lnTo>
                <a:lnTo>
                  <a:pt x="12622" y="10465"/>
                </a:lnTo>
                <a:lnTo>
                  <a:pt x="12668" y="10649"/>
                </a:lnTo>
                <a:lnTo>
                  <a:pt x="12668" y="10832"/>
                </a:lnTo>
                <a:lnTo>
                  <a:pt x="12668" y="11062"/>
                </a:lnTo>
                <a:lnTo>
                  <a:pt x="12577" y="11291"/>
                </a:lnTo>
                <a:lnTo>
                  <a:pt x="12347" y="11521"/>
                </a:lnTo>
                <a:lnTo>
                  <a:pt x="11567" y="12485"/>
                </a:lnTo>
                <a:lnTo>
                  <a:pt x="11246" y="12393"/>
                </a:lnTo>
                <a:lnTo>
                  <a:pt x="9088" y="12393"/>
                </a:lnTo>
                <a:lnTo>
                  <a:pt x="8905" y="12347"/>
                </a:lnTo>
                <a:lnTo>
                  <a:pt x="8767" y="12301"/>
                </a:lnTo>
                <a:lnTo>
                  <a:pt x="8584" y="12163"/>
                </a:lnTo>
                <a:lnTo>
                  <a:pt x="8492" y="12026"/>
                </a:lnTo>
                <a:lnTo>
                  <a:pt x="8308" y="11796"/>
                </a:lnTo>
                <a:lnTo>
                  <a:pt x="8308" y="10006"/>
                </a:lnTo>
                <a:lnTo>
                  <a:pt x="8308" y="9731"/>
                </a:lnTo>
                <a:lnTo>
                  <a:pt x="8262" y="9410"/>
                </a:lnTo>
                <a:lnTo>
                  <a:pt x="8170" y="9134"/>
                </a:lnTo>
                <a:lnTo>
                  <a:pt x="8079" y="8859"/>
                </a:lnTo>
                <a:lnTo>
                  <a:pt x="7941" y="8584"/>
                </a:lnTo>
                <a:lnTo>
                  <a:pt x="7803" y="8308"/>
                </a:lnTo>
                <a:lnTo>
                  <a:pt x="7620" y="8079"/>
                </a:lnTo>
                <a:lnTo>
                  <a:pt x="7436" y="7849"/>
                </a:lnTo>
                <a:lnTo>
                  <a:pt x="4407" y="4866"/>
                </a:lnTo>
                <a:lnTo>
                  <a:pt x="4728" y="4361"/>
                </a:lnTo>
                <a:lnTo>
                  <a:pt x="5050" y="3948"/>
                </a:lnTo>
                <a:lnTo>
                  <a:pt x="5371" y="3535"/>
                </a:lnTo>
                <a:lnTo>
                  <a:pt x="5876" y="3030"/>
                </a:lnTo>
                <a:lnTo>
                  <a:pt x="6426" y="2571"/>
                </a:lnTo>
                <a:lnTo>
                  <a:pt x="7069" y="2158"/>
                </a:lnTo>
                <a:lnTo>
                  <a:pt x="7849" y="1745"/>
                </a:lnTo>
                <a:close/>
                <a:moveTo>
                  <a:pt x="11200" y="1194"/>
                </a:moveTo>
                <a:lnTo>
                  <a:pt x="11659" y="1240"/>
                </a:lnTo>
                <a:lnTo>
                  <a:pt x="12118" y="1332"/>
                </a:lnTo>
                <a:lnTo>
                  <a:pt x="12577" y="1424"/>
                </a:lnTo>
                <a:lnTo>
                  <a:pt x="13035" y="1561"/>
                </a:lnTo>
                <a:lnTo>
                  <a:pt x="13494" y="1699"/>
                </a:lnTo>
                <a:lnTo>
                  <a:pt x="13908" y="1929"/>
                </a:lnTo>
                <a:lnTo>
                  <a:pt x="14321" y="2112"/>
                </a:lnTo>
                <a:lnTo>
                  <a:pt x="14321" y="5004"/>
                </a:lnTo>
                <a:lnTo>
                  <a:pt x="14366" y="5417"/>
                </a:lnTo>
                <a:lnTo>
                  <a:pt x="14504" y="5876"/>
                </a:lnTo>
                <a:lnTo>
                  <a:pt x="14688" y="6243"/>
                </a:lnTo>
                <a:lnTo>
                  <a:pt x="14963" y="6564"/>
                </a:lnTo>
                <a:lnTo>
                  <a:pt x="15284" y="6839"/>
                </a:lnTo>
                <a:lnTo>
                  <a:pt x="15697" y="7069"/>
                </a:lnTo>
                <a:lnTo>
                  <a:pt x="16111" y="7207"/>
                </a:lnTo>
                <a:lnTo>
                  <a:pt x="16569" y="7253"/>
                </a:lnTo>
                <a:lnTo>
                  <a:pt x="17763" y="7253"/>
                </a:lnTo>
                <a:lnTo>
                  <a:pt x="17809" y="7711"/>
                </a:lnTo>
                <a:lnTo>
                  <a:pt x="17855" y="8125"/>
                </a:lnTo>
                <a:lnTo>
                  <a:pt x="17855" y="8584"/>
                </a:lnTo>
                <a:lnTo>
                  <a:pt x="17809" y="9042"/>
                </a:lnTo>
                <a:lnTo>
                  <a:pt x="17671" y="9869"/>
                </a:lnTo>
                <a:lnTo>
                  <a:pt x="17396" y="10695"/>
                </a:lnTo>
                <a:lnTo>
                  <a:pt x="17074" y="11521"/>
                </a:lnTo>
                <a:lnTo>
                  <a:pt x="16615" y="12255"/>
                </a:lnTo>
                <a:lnTo>
                  <a:pt x="16111" y="12944"/>
                </a:lnTo>
                <a:lnTo>
                  <a:pt x="15468" y="13586"/>
                </a:lnTo>
                <a:lnTo>
                  <a:pt x="14091" y="14183"/>
                </a:lnTo>
                <a:lnTo>
                  <a:pt x="13403" y="14412"/>
                </a:lnTo>
                <a:lnTo>
                  <a:pt x="13035" y="14504"/>
                </a:lnTo>
                <a:lnTo>
                  <a:pt x="12622" y="14596"/>
                </a:lnTo>
                <a:lnTo>
                  <a:pt x="12714" y="14183"/>
                </a:lnTo>
                <a:lnTo>
                  <a:pt x="12714" y="13816"/>
                </a:lnTo>
                <a:lnTo>
                  <a:pt x="12622" y="13449"/>
                </a:lnTo>
                <a:lnTo>
                  <a:pt x="12439" y="13127"/>
                </a:lnTo>
                <a:lnTo>
                  <a:pt x="13219" y="12209"/>
                </a:lnTo>
                <a:lnTo>
                  <a:pt x="13494" y="11888"/>
                </a:lnTo>
                <a:lnTo>
                  <a:pt x="13678" y="11521"/>
                </a:lnTo>
                <a:lnTo>
                  <a:pt x="13770" y="11154"/>
                </a:lnTo>
                <a:lnTo>
                  <a:pt x="13816" y="10787"/>
                </a:lnTo>
                <a:lnTo>
                  <a:pt x="13770" y="10373"/>
                </a:lnTo>
                <a:lnTo>
                  <a:pt x="13678" y="10006"/>
                </a:lnTo>
                <a:lnTo>
                  <a:pt x="13494" y="9685"/>
                </a:lnTo>
                <a:lnTo>
                  <a:pt x="13219" y="9364"/>
                </a:lnTo>
                <a:lnTo>
                  <a:pt x="13035" y="9180"/>
                </a:lnTo>
                <a:lnTo>
                  <a:pt x="12668" y="8859"/>
                </a:lnTo>
                <a:lnTo>
                  <a:pt x="12393" y="8675"/>
                </a:lnTo>
                <a:lnTo>
                  <a:pt x="12118" y="8538"/>
                </a:lnTo>
                <a:lnTo>
                  <a:pt x="11750" y="8446"/>
                </a:lnTo>
                <a:lnTo>
                  <a:pt x="11291" y="8400"/>
                </a:lnTo>
                <a:lnTo>
                  <a:pt x="10603" y="8400"/>
                </a:lnTo>
                <a:lnTo>
                  <a:pt x="12118" y="6885"/>
                </a:lnTo>
                <a:lnTo>
                  <a:pt x="12347" y="6610"/>
                </a:lnTo>
                <a:lnTo>
                  <a:pt x="12531" y="6289"/>
                </a:lnTo>
                <a:lnTo>
                  <a:pt x="12622" y="5967"/>
                </a:lnTo>
                <a:lnTo>
                  <a:pt x="12668" y="5646"/>
                </a:lnTo>
                <a:lnTo>
                  <a:pt x="12622" y="5325"/>
                </a:lnTo>
                <a:lnTo>
                  <a:pt x="12531" y="5004"/>
                </a:lnTo>
                <a:lnTo>
                  <a:pt x="12347" y="4682"/>
                </a:lnTo>
                <a:lnTo>
                  <a:pt x="12118" y="4407"/>
                </a:lnTo>
                <a:lnTo>
                  <a:pt x="9088" y="1378"/>
                </a:lnTo>
                <a:lnTo>
                  <a:pt x="9915" y="1240"/>
                </a:lnTo>
                <a:lnTo>
                  <a:pt x="10741" y="1194"/>
                </a:lnTo>
                <a:close/>
                <a:moveTo>
                  <a:pt x="2892" y="13678"/>
                </a:moveTo>
                <a:lnTo>
                  <a:pt x="2892" y="17533"/>
                </a:lnTo>
                <a:lnTo>
                  <a:pt x="1148" y="17533"/>
                </a:lnTo>
                <a:lnTo>
                  <a:pt x="1148" y="13678"/>
                </a:lnTo>
                <a:close/>
                <a:moveTo>
                  <a:pt x="6472" y="12118"/>
                </a:moveTo>
                <a:lnTo>
                  <a:pt x="6794" y="12163"/>
                </a:lnTo>
                <a:lnTo>
                  <a:pt x="7069" y="12255"/>
                </a:lnTo>
                <a:lnTo>
                  <a:pt x="7298" y="12393"/>
                </a:lnTo>
                <a:lnTo>
                  <a:pt x="7482" y="12622"/>
                </a:lnTo>
                <a:lnTo>
                  <a:pt x="7620" y="12852"/>
                </a:lnTo>
                <a:lnTo>
                  <a:pt x="7803" y="13035"/>
                </a:lnTo>
                <a:lnTo>
                  <a:pt x="8033" y="13219"/>
                </a:lnTo>
                <a:lnTo>
                  <a:pt x="8262" y="13311"/>
                </a:lnTo>
                <a:lnTo>
                  <a:pt x="8584" y="13449"/>
                </a:lnTo>
                <a:lnTo>
                  <a:pt x="9043" y="13494"/>
                </a:lnTo>
                <a:lnTo>
                  <a:pt x="10878" y="13494"/>
                </a:lnTo>
                <a:lnTo>
                  <a:pt x="11062" y="13540"/>
                </a:lnTo>
                <a:lnTo>
                  <a:pt x="11246" y="13632"/>
                </a:lnTo>
                <a:lnTo>
                  <a:pt x="11383" y="13816"/>
                </a:lnTo>
                <a:lnTo>
                  <a:pt x="11475" y="13999"/>
                </a:lnTo>
                <a:lnTo>
                  <a:pt x="11475" y="14137"/>
                </a:lnTo>
                <a:lnTo>
                  <a:pt x="11429" y="14275"/>
                </a:lnTo>
                <a:lnTo>
                  <a:pt x="11337" y="14458"/>
                </a:lnTo>
                <a:lnTo>
                  <a:pt x="11154" y="14596"/>
                </a:lnTo>
                <a:lnTo>
                  <a:pt x="11016" y="14642"/>
                </a:lnTo>
                <a:lnTo>
                  <a:pt x="7712" y="14642"/>
                </a:lnTo>
                <a:lnTo>
                  <a:pt x="7482" y="14688"/>
                </a:lnTo>
                <a:lnTo>
                  <a:pt x="7298" y="14825"/>
                </a:lnTo>
                <a:lnTo>
                  <a:pt x="7161" y="15009"/>
                </a:lnTo>
                <a:lnTo>
                  <a:pt x="7161" y="15238"/>
                </a:lnTo>
                <a:lnTo>
                  <a:pt x="7207" y="15468"/>
                </a:lnTo>
                <a:lnTo>
                  <a:pt x="7344" y="15606"/>
                </a:lnTo>
                <a:lnTo>
                  <a:pt x="7528" y="15743"/>
                </a:lnTo>
                <a:lnTo>
                  <a:pt x="7712" y="15789"/>
                </a:lnTo>
                <a:lnTo>
                  <a:pt x="11980" y="15789"/>
                </a:lnTo>
                <a:lnTo>
                  <a:pt x="12668" y="15743"/>
                </a:lnTo>
                <a:lnTo>
                  <a:pt x="13311" y="15652"/>
                </a:lnTo>
                <a:lnTo>
                  <a:pt x="13953" y="15468"/>
                </a:lnTo>
                <a:lnTo>
                  <a:pt x="14550" y="15238"/>
                </a:lnTo>
                <a:lnTo>
                  <a:pt x="17304" y="13999"/>
                </a:lnTo>
                <a:lnTo>
                  <a:pt x="17625" y="13999"/>
                </a:lnTo>
                <a:lnTo>
                  <a:pt x="17763" y="14091"/>
                </a:lnTo>
                <a:lnTo>
                  <a:pt x="17900" y="14229"/>
                </a:lnTo>
                <a:lnTo>
                  <a:pt x="17946" y="14366"/>
                </a:lnTo>
                <a:lnTo>
                  <a:pt x="17946" y="14550"/>
                </a:lnTo>
                <a:lnTo>
                  <a:pt x="17855" y="14688"/>
                </a:lnTo>
                <a:lnTo>
                  <a:pt x="17717" y="14825"/>
                </a:lnTo>
                <a:lnTo>
                  <a:pt x="14275" y="16845"/>
                </a:lnTo>
                <a:lnTo>
                  <a:pt x="13678" y="17120"/>
                </a:lnTo>
                <a:lnTo>
                  <a:pt x="13035" y="17350"/>
                </a:lnTo>
                <a:lnTo>
                  <a:pt x="12347" y="17487"/>
                </a:lnTo>
                <a:lnTo>
                  <a:pt x="11659" y="17533"/>
                </a:lnTo>
                <a:lnTo>
                  <a:pt x="4040" y="17533"/>
                </a:lnTo>
                <a:lnTo>
                  <a:pt x="4040" y="13219"/>
                </a:lnTo>
                <a:lnTo>
                  <a:pt x="4040" y="13035"/>
                </a:lnTo>
                <a:lnTo>
                  <a:pt x="4086" y="12852"/>
                </a:lnTo>
                <a:lnTo>
                  <a:pt x="4132" y="12668"/>
                </a:lnTo>
                <a:lnTo>
                  <a:pt x="4315" y="12485"/>
                </a:lnTo>
                <a:lnTo>
                  <a:pt x="4545" y="12301"/>
                </a:lnTo>
                <a:lnTo>
                  <a:pt x="4866" y="12163"/>
                </a:lnTo>
                <a:lnTo>
                  <a:pt x="5371" y="12118"/>
                </a:lnTo>
                <a:close/>
                <a:moveTo>
                  <a:pt x="10695" y="1"/>
                </a:moveTo>
                <a:lnTo>
                  <a:pt x="10098" y="47"/>
                </a:lnTo>
                <a:lnTo>
                  <a:pt x="9547" y="93"/>
                </a:lnTo>
                <a:lnTo>
                  <a:pt x="8997" y="185"/>
                </a:lnTo>
                <a:lnTo>
                  <a:pt x="8492" y="276"/>
                </a:lnTo>
                <a:lnTo>
                  <a:pt x="7987" y="460"/>
                </a:lnTo>
                <a:lnTo>
                  <a:pt x="7482" y="644"/>
                </a:lnTo>
                <a:lnTo>
                  <a:pt x="7023" y="873"/>
                </a:lnTo>
                <a:lnTo>
                  <a:pt x="6564" y="1102"/>
                </a:lnTo>
                <a:lnTo>
                  <a:pt x="6105" y="1378"/>
                </a:lnTo>
                <a:lnTo>
                  <a:pt x="5692" y="1699"/>
                </a:lnTo>
                <a:lnTo>
                  <a:pt x="5279" y="2020"/>
                </a:lnTo>
                <a:lnTo>
                  <a:pt x="4912" y="2342"/>
                </a:lnTo>
                <a:lnTo>
                  <a:pt x="4545" y="2709"/>
                </a:lnTo>
                <a:lnTo>
                  <a:pt x="4223" y="3122"/>
                </a:lnTo>
                <a:lnTo>
                  <a:pt x="3948" y="3489"/>
                </a:lnTo>
                <a:lnTo>
                  <a:pt x="3627" y="3948"/>
                </a:lnTo>
                <a:lnTo>
                  <a:pt x="3397" y="4361"/>
                </a:lnTo>
                <a:lnTo>
                  <a:pt x="3168" y="4820"/>
                </a:lnTo>
                <a:lnTo>
                  <a:pt x="2984" y="5279"/>
                </a:lnTo>
                <a:lnTo>
                  <a:pt x="2801" y="5784"/>
                </a:lnTo>
                <a:lnTo>
                  <a:pt x="2663" y="6243"/>
                </a:lnTo>
                <a:lnTo>
                  <a:pt x="2525" y="6748"/>
                </a:lnTo>
                <a:lnTo>
                  <a:pt x="2479" y="7253"/>
                </a:lnTo>
                <a:lnTo>
                  <a:pt x="2433" y="7757"/>
                </a:lnTo>
                <a:lnTo>
                  <a:pt x="2388" y="8308"/>
                </a:lnTo>
                <a:lnTo>
                  <a:pt x="2388" y="8813"/>
                </a:lnTo>
                <a:lnTo>
                  <a:pt x="2479" y="9318"/>
                </a:lnTo>
                <a:lnTo>
                  <a:pt x="2525" y="9869"/>
                </a:lnTo>
                <a:lnTo>
                  <a:pt x="2663" y="10373"/>
                </a:lnTo>
                <a:lnTo>
                  <a:pt x="2801" y="10924"/>
                </a:lnTo>
                <a:lnTo>
                  <a:pt x="3030" y="11429"/>
                </a:lnTo>
                <a:lnTo>
                  <a:pt x="3260" y="11934"/>
                </a:lnTo>
                <a:lnTo>
                  <a:pt x="3076" y="12255"/>
                </a:lnTo>
                <a:lnTo>
                  <a:pt x="2938" y="12576"/>
                </a:lnTo>
                <a:lnTo>
                  <a:pt x="552" y="12576"/>
                </a:lnTo>
                <a:lnTo>
                  <a:pt x="368" y="12622"/>
                </a:lnTo>
                <a:lnTo>
                  <a:pt x="185" y="12760"/>
                </a:lnTo>
                <a:lnTo>
                  <a:pt x="47" y="12898"/>
                </a:lnTo>
                <a:lnTo>
                  <a:pt x="1" y="13127"/>
                </a:lnTo>
                <a:lnTo>
                  <a:pt x="1" y="18130"/>
                </a:lnTo>
                <a:lnTo>
                  <a:pt x="47" y="18359"/>
                </a:lnTo>
                <a:lnTo>
                  <a:pt x="185" y="18497"/>
                </a:lnTo>
                <a:lnTo>
                  <a:pt x="368" y="18635"/>
                </a:lnTo>
                <a:lnTo>
                  <a:pt x="552" y="18681"/>
                </a:lnTo>
                <a:lnTo>
                  <a:pt x="12072" y="18681"/>
                </a:lnTo>
                <a:lnTo>
                  <a:pt x="12485" y="18635"/>
                </a:lnTo>
                <a:lnTo>
                  <a:pt x="13311" y="18451"/>
                </a:lnTo>
                <a:lnTo>
                  <a:pt x="14091" y="18176"/>
                </a:lnTo>
                <a:lnTo>
                  <a:pt x="14504" y="18038"/>
                </a:lnTo>
                <a:lnTo>
                  <a:pt x="14871" y="17809"/>
                </a:lnTo>
                <a:lnTo>
                  <a:pt x="18268" y="15835"/>
                </a:lnTo>
                <a:lnTo>
                  <a:pt x="18543" y="15652"/>
                </a:lnTo>
                <a:lnTo>
                  <a:pt x="18727" y="15468"/>
                </a:lnTo>
                <a:lnTo>
                  <a:pt x="18864" y="15284"/>
                </a:lnTo>
                <a:lnTo>
                  <a:pt x="18956" y="15055"/>
                </a:lnTo>
                <a:lnTo>
                  <a:pt x="19048" y="14825"/>
                </a:lnTo>
                <a:lnTo>
                  <a:pt x="19094" y="14550"/>
                </a:lnTo>
                <a:lnTo>
                  <a:pt x="19048" y="14321"/>
                </a:lnTo>
                <a:lnTo>
                  <a:pt x="19048" y="14091"/>
                </a:lnTo>
                <a:lnTo>
                  <a:pt x="18956" y="13862"/>
                </a:lnTo>
                <a:lnTo>
                  <a:pt x="18864" y="13632"/>
                </a:lnTo>
                <a:lnTo>
                  <a:pt x="18727" y="13449"/>
                </a:lnTo>
                <a:lnTo>
                  <a:pt x="18543" y="13265"/>
                </a:lnTo>
                <a:lnTo>
                  <a:pt x="18359" y="13127"/>
                </a:lnTo>
                <a:lnTo>
                  <a:pt x="18130" y="12990"/>
                </a:lnTo>
                <a:lnTo>
                  <a:pt x="17855" y="12898"/>
                </a:lnTo>
                <a:lnTo>
                  <a:pt x="17579" y="12852"/>
                </a:lnTo>
                <a:lnTo>
                  <a:pt x="17900" y="12347"/>
                </a:lnTo>
                <a:lnTo>
                  <a:pt x="18176" y="11842"/>
                </a:lnTo>
                <a:lnTo>
                  <a:pt x="18405" y="11291"/>
                </a:lnTo>
                <a:lnTo>
                  <a:pt x="18635" y="10695"/>
                </a:lnTo>
                <a:lnTo>
                  <a:pt x="18773" y="10098"/>
                </a:lnTo>
                <a:lnTo>
                  <a:pt x="18864" y="9501"/>
                </a:lnTo>
                <a:lnTo>
                  <a:pt x="18956" y="8905"/>
                </a:lnTo>
                <a:lnTo>
                  <a:pt x="18956" y="8308"/>
                </a:lnTo>
                <a:lnTo>
                  <a:pt x="18910" y="7436"/>
                </a:lnTo>
                <a:lnTo>
                  <a:pt x="18818" y="6610"/>
                </a:lnTo>
                <a:lnTo>
                  <a:pt x="18589" y="5830"/>
                </a:lnTo>
                <a:lnTo>
                  <a:pt x="18314" y="5050"/>
                </a:lnTo>
                <a:lnTo>
                  <a:pt x="17946" y="4315"/>
                </a:lnTo>
                <a:lnTo>
                  <a:pt x="17533" y="3627"/>
                </a:lnTo>
                <a:lnTo>
                  <a:pt x="17074" y="3030"/>
                </a:lnTo>
                <a:lnTo>
                  <a:pt x="16524" y="2433"/>
                </a:lnTo>
                <a:lnTo>
                  <a:pt x="15927" y="1883"/>
                </a:lnTo>
                <a:lnTo>
                  <a:pt x="15284" y="1424"/>
                </a:lnTo>
                <a:lnTo>
                  <a:pt x="14642" y="1011"/>
                </a:lnTo>
                <a:lnTo>
                  <a:pt x="13908" y="644"/>
                </a:lnTo>
                <a:lnTo>
                  <a:pt x="13127" y="368"/>
                </a:lnTo>
                <a:lnTo>
                  <a:pt x="12347" y="185"/>
                </a:lnTo>
                <a:lnTo>
                  <a:pt x="11521" y="47"/>
                </a:lnTo>
                <a:lnTo>
                  <a:pt x="106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 name="Google Shape;976;p61"/>
          <p:cNvGrpSpPr/>
          <p:nvPr/>
        </p:nvGrpSpPr>
        <p:grpSpPr>
          <a:xfrm>
            <a:off x="5348917" y="3290286"/>
            <a:ext cx="439162" cy="366321"/>
            <a:chOff x="5348917" y="3503336"/>
            <a:chExt cx="439162" cy="366321"/>
          </a:xfrm>
        </p:grpSpPr>
        <p:sp>
          <p:nvSpPr>
            <p:cNvPr id="977" name="Google Shape;977;p61"/>
            <p:cNvSpPr/>
            <p:nvPr/>
          </p:nvSpPr>
          <p:spPr>
            <a:xfrm>
              <a:off x="5348917" y="3503336"/>
              <a:ext cx="439162" cy="366321"/>
            </a:xfrm>
            <a:custGeom>
              <a:rect b="b" l="l" r="r" t="t"/>
              <a:pathLst>
                <a:path extrusionOk="0" h="15927" w="19094">
                  <a:moveTo>
                    <a:pt x="6518" y="1102"/>
                  </a:moveTo>
                  <a:lnTo>
                    <a:pt x="6610" y="1148"/>
                  </a:lnTo>
                  <a:lnTo>
                    <a:pt x="6656" y="1194"/>
                  </a:lnTo>
                  <a:lnTo>
                    <a:pt x="6701" y="1240"/>
                  </a:lnTo>
                  <a:lnTo>
                    <a:pt x="6747" y="1332"/>
                  </a:lnTo>
                  <a:lnTo>
                    <a:pt x="6747" y="2204"/>
                  </a:lnTo>
                  <a:lnTo>
                    <a:pt x="6701" y="2296"/>
                  </a:lnTo>
                  <a:lnTo>
                    <a:pt x="6656" y="2342"/>
                  </a:lnTo>
                  <a:lnTo>
                    <a:pt x="6610" y="2387"/>
                  </a:lnTo>
                  <a:lnTo>
                    <a:pt x="6518" y="2433"/>
                  </a:lnTo>
                  <a:lnTo>
                    <a:pt x="1378" y="2433"/>
                  </a:lnTo>
                  <a:lnTo>
                    <a:pt x="1286" y="2387"/>
                  </a:lnTo>
                  <a:lnTo>
                    <a:pt x="1194" y="2342"/>
                  </a:lnTo>
                  <a:lnTo>
                    <a:pt x="1148" y="2296"/>
                  </a:lnTo>
                  <a:lnTo>
                    <a:pt x="1148" y="2204"/>
                  </a:lnTo>
                  <a:lnTo>
                    <a:pt x="1148" y="1332"/>
                  </a:lnTo>
                  <a:lnTo>
                    <a:pt x="1148" y="1240"/>
                  </a:lnTo>
                  <a:lnTo>
                    <a:pt x="1194" y="1194"/>
                  </a:lnTo>
                  <a:lnTo>
                    <a:pt x="1286" y="1148"/>
                  </a:lnTo>
                  <a:lnTo>
                    <a:pt x="1378" y="1102"/>
                  </a:lnTo>
                  <a:close/>
                  <a:moveTo>
                    <a:pt x="10419" y="6334"/>
                  </a:moveTo>
                  <a:lnTo>
                    <a:pt x="10419" y="8033"/>
                  </a:lnTo>
                  <a:lnTo>
                    <a:pt x="8583" y="8033"/>
                  </a:lnTo>
                  <a:lnTo>
                    <a:pt x="10419" y="6334"/>
                  </a:lnTo>
                  <a:close/>
                  <a:moveTo>
                    <a:pt x="14274" y="6334"/>
                  </a:moveTo>
                  <a:lnTo>
                    <a:pt x="14274" y="8033"/>
                  </a:lnTo>
                  <a:lnTo>
                    <a:pt x="12439" y="8033"/>
                  </a:lnTo>
                  <a:lnTo>
                    <a:pt x="14274" y="6334"/>
                  </a:lnTo>
                  <a:close/>
                  <a:moveTo>
                    <a:pt x="17946" y="6472"/>
                  </a:moveTo>
                  <a:lnTo>
                    <a:pt x="17946" y="8033"/>
                  </a:lnTo>
                  <a:lnTo>
                    <a:pt x="16248" y="8033"/>
                  </a:lnTo>
                  <a:lnTo>
                    <a:pt x="17946" y="6472"/>
                  </a:lnTo>
                  <a:close/>
                  <a:moveTo>
                    <a:pt x="17946" y="9180"/>
                  </a:moveTo>
                  <a:lnTo>
                    <a:pt x="17946" y="11429"/>
                  </a:lnTo>
                  <a:lnTo>
                    <a:pt x="15559" y="11429"/>
                  </a:lnTo>
                  <a:lnTo>
                    <a:pt x="15559" y="11199"/>
                  </a:lnTo>
                  <a:lnTo>
                    <a:pt x="15559" y="10924"/>
                  </a:lnTo>
                  <a:lnTo>
                    <a:pt x="15468" y="10695"/>
                  </a:lnTo>
                  <a:lnTo>
                    <a:pt x="15330" y="10465"/>
                  </a:lnTo>
                  <a:lnTo>
                    <a:pt x="15192" y="10282"/>
                  </a:lnTo>
                  <a:lnTo>
                    <a:pt x="15009" y="10144"/>
                  </a:lnTo>
                  <a:lnTo>
                    <a:pt x="14779" y="10006"/>
                  </a:lnTo>
                  <a:lnTo>
                    <a:pt x="14550" y="9914"/>
                  </a:lnTo>
                  <a:lnTo>
                    <a:pt x="11153" y="9914"/>
                  </a:lnTo>
                  <a:lnTo>
                    <a:pt x="10924" y="10006"/>
                  </a:lnTo>
                  <a:lnTo>
                    <a:pt x="10694" y="10144"/>
                  </a:lnTo>
                  <a:lnTo>
                    <a:pt x="10511" y="10282"/>
                  </a:lnTo>
                  <a:lnTo>
                    <a:pt x="10327" y="10465"/>
                  </a:lnTo>
                  <a:lnTo>
                    <a:pt x="10236" y="10695"/>
                  </a:lnTo>
                  <a:lnTo>
                    <a:pt x="10144" y="10924"/>
                  </a:lnTo>
                  <a:lnTo>
                    <a:pt x="10144" y="11199"/>
                  </a:lnTo>
                  <a:lnTo>
                    <a:pt x="10144" y="11429"/>
                  </a:lnTo>
                  <a:lnTo>
                    <a:pt x="7574" y="11429"/>
                  </a:lnTo>
                  <a:lnTo>
                    <a:pt x="7482" y="9180"/>
                  </a:lnTo>
                  <a:close/>
                  <a:moveTo>
                    <a:pt x="10144" y="12530"/>
                  </a:moveTo>
                  <a:lnTo>
                    <a:pt x="10144" y="14779"/>
                  </a:lnTo>
                  <a:lnTo>
                    <a:pt x="7711" y="14779"/>
                  </a:lnTo>
                  <a:lnTo>
                    <a:pt x="7619" y="12530"/>
                  </a:lnTo>
                  <a:close/>
                  <a:moveTo>
                    <a:pt x="14274" y="11016"/>
                  </a:moveTo>
                  <a:lnTo>
                    <a:pt x="14412" y="11062"/>
                  </a:lnTo>
                  <a:lnTo>
                    <a:pt x="14458" y="11199"/>
                  </a:lnTo>
                  <a:lnTo>
                    <a:pt x="14458" y="14779"/>
                  </a:lnTo>
                  <a:lnTo>
                    <a:pt x="11291" y="14779"/>
                  </a:lnTo>
                  <a:lnTo>
                    <a:pt x="11291" y="11429"/>
                  </a:lnTo>
                  <a:lnTo>
                    <a:pt x="11291" y="11199"/>
                  </a:lnTo>
                  <a:lnTo>
                    <a:pt x="11337" y="11062"/>
                  </a:lnTo>
                  <a:lnTo>
                    <a:pt x="11429" y="11016"/>
                  </a:lnTo>
                  <a:close/>
                  <a:moveTo>
                    <a:pt x="17946" y="12530"/>
                  </a:moveTo>
                  <a:lnTo>
                    <a:pt x="17946" y="14779"/>
                  </a:lnTo>
                  <a:lnTo>
                    <a:pt x="15559" y="14779"/>
                  </a:lnTo>
                  <a:lnTo>
                    <a:pt x="15559" y="12530"/>
                  </a:lnTo>
                  <a:close/>
                  <a:moveTo>
                    <a:pt x="6151" y="3581"/>
                  </a:moveTo>
                  <a:lnTo>
                    <a:pt x="6564" y="14825"/>
                  </a:lnTo>
                  <a:lnTo>
                    <a:pt x="1240" y="14825"/>
                  </a:lnTo>
                  <a:lnTo>
                    <a:pt x="1699" y="3581"/>
                  </a:lnTo>
                  <a:close/>
                  <a:moveTo>
                    <a:pt x="1378" y="1"/>
                  </a:moveTo>
                  <a:lnTo>
                    <a:pt x="1102" y="47"/>
                  </a:lnTo>
                  <a:lnTo>
                    <a:pt x="827" y="93"/>
                  </a:lnTo>
                  <a:lnTo>
                    <a:pt x="597" y="230"/>
                  </a:lnTo>
                  <a:lnTo>
                    <a:pt x="414" y="414"/>
                  </a:lnTo>
                  <a:lnTo>
                    <a:pt x="230" y="597"/>
                  </a:lnTo>
                  <a:lnTo>
                    <a:pt x="92" y="827"/>
                  </a:lnTo>
                  <a:lnTo>
                    <a:pt x="1" y="1102"/>
                  </a:lnTo>
                  <a:lnTo>
                    <a:pt x="1" y="1378"/>
                  </a:lnTo>
                  <a:lnTo>
                    <a:pt x="1" y="2204"/>
                  </a:lnTo>
                  <a:lnTo>
                    <a:pt x="47" y="2525"/>
                  </a:lnTo>
                  <a:lnTo>
                    <a:pt x="138" y="2846"/>
                  </a:lnTo>
                  <a:lnTo>
                    <a:pt x="322" y="3076"/>
                  </a:lnTo>
                  <a:lnTo>
                    <a:pt x="551" y="3305"/>
                  </a:lnTo>
                  <a:lnTo>
                    <a:pt x="92" y="15376"/>
                  </a:lnTo>
                  <a:lnTo>
                    <a:pt x="92" y="15560"/>
                  </a:lnTo>
                  <a:lnTo>
                    <a:pt x="230" y="15789"/>
                  </a:lnTo>
                  <a:lnTo>
                    <a:pt x="414" y="15881"/>
                  </a:lnTo>
                  <a:lnTo>
                    <a:pt x="643" y="15927"/>
                  </a:lnTo>
                  <a:lnTo>
                    <a:pt x="18543" y="15927"/>
                  </a:lnTo>
                  <a:lnTo>
                    <a:pt x="18818" y="15789"/>
                  </a:lnTo>
                  <a:lnTo>
                    <a:pt x="19002" y="15605"/>
                  </a:lnTo>
                  <a:lnTo>
                    <a:pt x="19048" y="15468"/>
                  </a:lnTo>
                  <a:lnTo>
                    <a:pt x="19048" y="15376"/>
                  </a:lnTo>
                  <a:lnTo>
                    <a:pt x="19048" y="8629"/>
                  </a:lnTo>
                  <a:lnTo>
                    <a:pt x="19093" y="8629"/>
                  </a:lnTo>
                  <a:lnTo>
                    <a:pt x="19093" y="5233"/>
                  </a:lnTo>
                  <a:lnTo>
                    <a:pt x="19093" y="5095"/>
                  </a:lnTo>
                  <a:lnTo>
                    <a:pt x="19048" y="4958"/>
                  </a:lnTo>
                  <a:lnTo>
                    <a:pt x="19002" y="4866"/>
                  </a:lnTo>
                  <a:lnTo>
                    <a:pt x="18910" y="4774"/>
                  </a:lnTo>
                  <a:lnTo>
                    <a:pt x="18726" y="4636"/>
                  </a:lnTo>
                  <a:lnTo>
                    <a:pt x="18497" y="4636"/>
                  </a:lnTo>
                  <a:lnTo>
                    <a:pt x="18313" y="4682"/>
                  </a:lnTo>
                  <a:lnTo>
                    <a:pt x="18176" y="4774"/>
                  </a:lnTo>
                  <a:lnTo>
                    <a:pt x="15422" y="7344"/>
                  </a:lnTo>
                  <a:lnTo>
                    <a:pt x="15422" y="5004"/>
                  </a:lnTo>
                  <a:lnTo>
                    <a:pt x="15376" y="4866"/>
                  </a:lnTo>
                  <a:lnTo>
                    <a:pt x="15330" y="4728"/>
                  </a:lnTo>
                  <a:lnTo>
                    <a:pt x="15238" y="4590"/>
                  </a:lnTo>
                  <a:lnTo>
                    <a:pt x="15055" y="4499"/>
                  </a:lnTo>
                  <a:lnTo>
                    <a:pt x="14917" y="4453"/>
                  </a:lnTo>
                  <a:lnTo>
                    <a:pt x="14733" y="4453"/>
                  </a:lnTo>
                  <a:lnTo>
                    <a:pt x="14596" y="4499"/>
                  </a:lnTo>
                  <a:lnTo>
                    <a:pt x="14458" y="4590"/>
                  </a:lnTo>
                  <a:lnTo>
                    <a:pt x="11521" y="7344"/>
                  </a:lnTo>
                  <a:lnTo>
                    <a:pt x="11521" y="5049"/>
                  </a:lnTo>
                  <a:lnTo>
                    <a:pt x="11521" y="4866"/>
                  </a:lnTo>
                  <a:lnTo>
                    <a:pt x="11429" y="4728"/>
                  </a:lnTo>
                  <a:lnTo>
                    <a:pt x="11337" y="4636"/>
                  </a:lnTo>
                  <a:lnTo>
                    <a:pt x="11199" y="4545"/>
                  </a:lnTo>
                  <a:lnTo>
                    <a:pt x="11062" y="4499"/>
                  </a:lnTo>
                  <a:lnTo>
                    <a:pt x="10878" y="4499"/>
                  </a:lnTo>
                  <a:lnTo>
                    <a:pt x="10740" y="4545"/>
                  </a:lnTo>
                  <a:lnTo>
                    <a:pt x="10603" y="4636"/>
                  </a:lnTo>
                  <a:lnTo>
                    <a:pt x="7436" y="7620"/>
                  </a:lnTo>
                  <a:lnTo>
                    <a:pt x="7252" y="3305"/>
                  </a:lnTo>
                  <a:lnTo>
                    <a:pt x="7482" y="3122"/>
                  </a:lnTo>
                  <a:lnTo>
                    <a:pt x="7711" y="2846"/>
                  </a:lnTo>
                  <a:lnTo>
                    <a:pt x="7803" y="2525"/>
                  </a:lnTo>
                  <a:lnTo>
                    <a:pt x="7849" y="2204"/>
                  </a:lnTo>
                  <a:lnTo>
                    <a:pt x="7849" y="1378"/>
                  </a:lnTo>
                  <a:lnTo>
                    <a:pt x="7849" y="1102"/>
                  </a:lnTo>
                  <a:lnTo>
                    <a:pt x="7757" y="827"/>
                  </a:lnTo>
                  <a:lnTo>
                    <a:pt x="7619" y="597"/>
                  </a:lnTo>
                  <a:lnTo>
                    <a:pt x="7436" y="414"/>
                  </a:lnTo>
                  <a:lnTo>
                    <a:pt x="7252" y="230"/>
                  </a:lnTo>
                  <a:lnTo>
                    <a:pt x="7023" y="93"/>
                  </a:lnTo>
                  <a:lnTo>
                    <a:pt x="6747" y="47"/>
                  </a:lnTo>
                  <a:lnTo>
                    <a:pt x="6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1"/>
            <p:cNvSpPr/>
            <p:nvPr/>
          </p:nvSpPr>
          <p:spPr>
            <a:xfrm>
              <a:off x="5392203" y="3659575"/>
              <a:ext cx="92920" cy="158355"/>
            </a:xfrm>
            <a:custGeom>
              <a:rect b="b" l="l" r="r" t="t"/>
              <a:pathLst>
                <a:path extrusionOk="0" h="6885" w="4040">
                  <a:moveTo>
                    <a:pt x="2020" y="1653"/>
                  </a:moveTo>
                  <a:lnTo>
                    <a:pt x="2571" y="2617"/>
                  </a:lnTo>
                  <a:lnTo>
                    <a:pt x="2800" y="3213"/>
                  </a:lnTo>
                  <a:lnTo>
                    <a:pt x="2892" y="3443"/>
                  </a:lnTo>
                  <a:lnTo>
                    <a:pt x="2938" y="3626"/>
                  </a:lnTo>
                  <a:lnTo>
                    <a:pt x="2892" y="3856"/>
                  </a:lnTo>
                  <a:lnTo>
                    <a:pt x="2846" y="4039"/>
                  </a:lnTo>
                  <a:lnTo>
                    <a:pt x="2708" y="4223"/>
                  </a:lnTo>
                  <a:lnTo>
                    <a:pt x="2571" y="4361"/>
                  </a:lnTo>
                  <a:lnTo>
                    <a:pt x="2571" y="3856"/>
                  </a:lnTo>
                  <a:lnTo>
                    <a:pt x="2525" y="3626"/>
                  </a:lnTo>
                  <a:lnTo>
                    <a:pt x="2433" y="3443"/>
                  </a:lnTo>
                  <a:lnTo>
                    <a:pt x="2249" y="3351"/>
                  </a:lnTo>
                  <a:lnTo>
                    <a:pt x="2020" y="3305"/>
                  </a:lnTo>
                  <a:lnTo>
                    <a:pt x="1790" y="3351"/>
                  </a:lnTo>
                  <a:lnTo>
                    <a:pt x="1607" y="3443"/>
                  </a:lnTo>
                  <a:lnTo>
                    <a:pt x="1515" y="3626"/>
                  </a:lnTo>
                  <a:lnTo>
                    <a:pt x="1469" y="3856"/>
                  </a:lnTo>
                  <a:lnTo>
                    <a:pt x="1469" y="4361"/>
                  </a:lnTo>
                  <a:lnTo>
                    <a:pt x="1331" y="4223"/>
                  </a:lnTo>
                  <a:lnTo>
                    <a:pt x="1240" y="4039"/>
                  </a:lnTo>
                  <a:lnTo>
                    <a:pt x="1148" y="3856"/>
                  </a:lnTo>
                  <a:lnTo>
                    <a:pt x="1148" y="3626"/>
                  </a:lnTo>
                  <a:lnTo>
                    <a:pt x="1194" y="3305"/>
                  </a:lnTo>
                  <a:lnTo>
                    <a:pt x="1377" y="2846"/>
                  </a:lnTo>
                  <a:lnTo>
                    <a:pt x="1699" y="2249"/>
                  </a:lnTo>
                  <a:lnTo>
                    <a:pt x="2020" y="1653"/>
                  </a:lnTo>
                  <a:close/>
                  <a:moveTo>
                    <a:pt x="1882" y="0"/>
                  </a:moveTo>
                  <a:lnTo>
                    <a:pt x="1744" y="46"/>
                  </a:lnTo>
                  <a:lnTo>
                    <a:pt x="1653" y="138"/>
                  </a:lnTo>
                  <a:lnTo>
                    <a:pt x="1561" y="276"/>
                  </a:lnTo>
                  <a:lnTo>
                    <a:pt x="1102" y="964"/>
                  </a:lnTo>
                  <a:lnTo>
                    <a:pt x="597" y="1882"/>
                  </a:lnTo>
                  <a:lnTo>
                    <a:pt x="368" y="2387"/>
                  </a:lnTo>
                  <a:lnTo>
                    <a:pt x="184" y="2846"/>
                  </a:lnTo>
                  <a:lnTo>
                    <a:pt x="46" y="3305"/>
                  </a:lnTo>
                  <a:lnTo>
                    <a:pt x="0" y="3626"/>
                  </a:lnTo>
                  <a:lnTo>
                    <a:pt x="46" y="3993"/>
                  </a:lnTo>
                  <a:lnTo>
                    <a:pt x="138" y="4315"/>
                  </a:lnTo>
                  <a:lnTo>
                    <a:pt x="230" y="4590"/>
                  </a:lnTo>
                  <a:lnTo>
                    <a:pt x="413" y="4865"/>
                  </a:lnTo>
                  <a:lnTo>
                    <a:pt x="643" y="5095"/>
                  </a:lnTo>
                  <a:lnTo>
                    <a:pt x="872" y="5324"/>
                  </a:lnTo>
                  <a:lnTo>
                    <a:pt x="1148" y="5462"/>
                  </a:lnTo>
                  <a:lnTo>
                    <a:pt x="1469" y="5600"/>
                  </a:lnTo>
                  <a:lnTo>
                    <a:pt x="1469" y="6334"/>
                  </a:lnTo>
                  <a:lnTo>
                    <a:pt x="1515" y="6564"/>
                  </a:lnTo>
                  <a:lnTo>
                    <a:pt x="1607" y="6747"/>
                  </a:lnTo>
                  <a:lnTo>
                    <a:pt x="1790" y="6839"/>
                  </a:lnTo>
                  <a:lnTo>
                    <a:pt x="2020" y="6885"/>
                  </a:lnTo>
                  <a:lnTo>
                    <a:pt x="2249" y="6839"/>
                  </a:lnTo>
                  <a:lnTo>
                    <a:pt x="2433" y="6747"/>
                  </a:lnTo>
                  <a:lnTo>
                    <a:pt x="2525" y="6564"/>
                  </a:lnTo>
                  <a:lnTo>
                    <a:pt x="2571" y="6334"/>
                  </a:lnTo>
                  <a:lnTo>
                    <a:pt x="2571" y="5600"/>
                  </a:lnTo>
                  <a:lnTo>
                    <a:pt x="2892" y="5462"/>
                  </a:lnTo>
                  <a:lnTo>
                    <a:pt x="3167" y="5324"/>
                  </a:lnTo>
                  <a:lnTo>
                    <a:pt x="3397" y="5095"/>
                  </a:lnTo>
                  <a:lnTo>
                    <a:pt x="3626" y="4865"/>
                  </a:lnTo>
                  <a:lnTo>
                    <a:pt x="3810" y="4590"/>
                  </a:lnTo>
                  <a:lnTo>
                    <a:pt x="3947" y="4315"/>
                  </a:lnTo>
                  <a:lnTo>
                    <a:pt x="3993" y="3993"/>
                  </a:lnTo>
                  <a:lnTo>
                    <a:pt x="4039" y="3626"/>
                  </a:lnTo>
                  <a:lnTo>
                    <a:pt x="3993" y="3305"/>
                  </a:lnTo>
                  <a:lnTo>
                    <a:pt x="3856" y="2846"/>
                  </a:lnTo>
                  <a:lnTo>
                    <a:pt x="3672" y="2387"/>
                  </a:lnTo>
                  <a:lnTo>
                    <a:pt x="3443" y="1882"/>
                  </a:lnTo>
                  <a:lnTo>
                    <a:pt x="2938" y="964"/>
                  </a:lnTo>
                  <a:lnTo>
                    <a:pt x="2479" y="276"/>
                  </a:lnTo>
                  <a:lnTo>
                    <a:pt x="2387" y="138"/>
                  </a:lnTo>
                  <a:lnTo>
                    <a:pt x="2295" y="46"/>
                  </a:lnTo>
                  <a:lnTo>
                    <a:pt x="21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61"/>
          <p:cNvGrpSpPr/>
          <p:nvPr/>
        </p:nvGrpSpPr>
        <p:grpSpPr>
          <a:xfrm>
            <a:off x="6092070" y="3254406"/>
            <a:ext cx="437046" cy="438104"/>
            <a:chOff x="6092070" y="3467456"/>
            <a:chExt cx="437046" cy="438104"/>
          </a:xfrm>
        </p:grpSpPr>
        <p:sp>
          <p:nvSpPr>
            <p:cNvPr id="980" name="Google Shape;980;p61"/>
            <p:cNvSpPr/>
            <p:nvPr/>
          </p:nvSpPr>
          <p:spPr>
            <a:xfrm>
              <a:off x="6252518" y="3774644"/>
              <a:ext cx="55982" cy="25346"/>
            </a:xfrm>
            <a:custGeom>
              <a:rect b="b" l="l" r="r" t="t"/>
              <a:pathLst>
                <a:path extrusionOk="0" h="1102" w="2434">
                  <a:moveTo>
                    <a:pt x="552" y="0"/>
                  </a:moveTo>
                  <a:lnTo>
                    <a:pt x="368" y="46"/>
                  </a:lnTo>
                  <a:lnTo>
                    <a:pt x="184" y="138"/>
                  </a:lnTo>
                  <a:lnTo>
                    <a:pt x="47" y="321"/>
                  </a:lnTo>
                  <a:lnTo>
                    <a:pt x="1" y="551"/>
                  </a:lnTo>
                  <a:lnTo>
                    <a:pt x="47" y="780"/>
                  </a:lnTo>
                  <a:lnTo>
                    <a:pt x="139" y="964"/>
                  </a:lnTo>
                  <a:lnTo>
                    <a:pt x="322" y="1056"/>
                  </a:lnTo>
                  <a:lnTo>
                    <a:pt x="552" y="1102"/>
                  </a:lnTo>
                  <a:lnTo>
                    <a:pt x="1883" y="1102"/>
                  </a:lnTo>
                  <a:lnTo>
                    <a:pt x="2066" y="1056"/>
                  </a:lnTo>
                  <a:lnTo>
                    <a:pt x="2250" y="964"/>
                  </a:lnTo>
                  <a:lnTo>
                    <a:pt x="2387" y="780"/>
                  </a:lnTo>
                  <a:lnTo>
                    <a:pt x="2433" y="597"/>
                  </a:lnTo>
                  <a:lnTo>
                    <a:pt x="2387" y="367"/>
                  </a:lnTo>
                  <a:lnTo>
                    <a:pt x="2296" y="184"/>
                  </a:lnTo>
                  <a:lnTo>
                    <a:pt x="2112" y="46"/>
                  </a:lnTo>
                  <a:lnTo>
                    <a:pt x="1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1"/>
            <p:cNvSpPr/>
            <p:nvPr/>
          </p:nvSpPr>
          <p:spPr>
            <a:xfrm>
              <a:off x="6092070" y="3467456"/>
              <a:ext cx="437046" cy="438104"/>
            </a:xfrm>
            <a:custGeom>
              <a:rect b="b" l="l" r="r" t="t"/>
              <a:pathLst>
                <a:path extrusionOk="0" h="19048" w="19002">
                  <a:moveTo>
                    <a:pt x="14550" y="1148"/>
                  </a:moveTo>
                  <a:lnTo>
                    <a:pt x="14917" y="1194"/>
                  </a:lnTo>
                  <a:lnTo>
                    <a:pt x="15284" y="1285"/>
                  </a:lnTo>
                  <a:lnTo>
                    <a:pt x="15605" y="1423"/>
                  </a:lnTo>
                  <a:lnTo>
                    <a:pt x="15927" y="1561"/>
                  </a:lnTo>
                  <a:lnTo>
                    <a:pt x="16248" y="1744"/>
                  </a:lnTo>
                  <a:lnTo>
                    <a:pt x="16523" y="1974"/>
                  </a:lnTo>
                  <a:lnTo>
                    <a:pt x="16753" y="2203"/>
                  </a:lnTo>
                  <a:lnTo>
                    <a:pt x="17028" y="2479"/>
                  </a:lnTo>
                  <a:lnTo>
                    <a:pt x="17212" y="2754"/>
                  </a:lnTo>
                  <a:lnTo>
                    <a:pt x="17395" y="3075"/>
                  </a:lnTo>
                  <a:lnTo>
                    <a:pt x="17579" y="3397"/>
                  </a:lnTo>
                  <a:lnTo>
                    <a:pt x="17671" y="3718"/>
                  </a:lnTo>
                  <a:lnTo>
                    <a:pt x="17762" y="4085"/>
                  </a:lnTo>
                  <a:lnTo>
                    <a:pt x="17808" y="4452"/>
                  </a:lnTo>
                  <a:lnTo>
                    <a:pt x="17854" y="4819"/>
                  </a:lnTo>
                  <a:lnTo>
                    <a:pt x="17808" y="5187"/>
                  </a:lnTo>
                  <a:lnTo>
                    <a:pt x="17762" y="5554"/>
                  </a:lnTo>
                  <a:lnTo>
                    <a:pt x="17671" y="5921"/>
                  </a:lnTo>
                  <a:lnTo>
                    <a:pt x="17579" y="6242"/>
                  </a:lnTo>
                  <a:lnTo>
                    <a:pt x="17395" y="6564"/>
                  </a:lnTo>
                  <a:lnTo>
                    <a:pt x="17212" y="6885"/>
                  </a:lnTo>
                  <a:lnTo>
                    <a:pt x="17028" y="7160"/>
                  </a:lnTo>
                  <a:lnTo>
                    <a:pt x="16753" y="7390"/>
                  </a:lnTo>
                  <a:lnTo>
                    <a:pt x="16523" y="7665"/>
                  </a:lnTo>
                  <a:lnTo>
                    <a:pt x="16248" y="7849"/>
                  </a:lnTo>
                  <a:lnTo>
                    <a:pt x="15927" y="8032"/>
                  </a:lnTo>
                  <a:lnTo>
                    <a:pt x="15605" y="8216"/>
                  </a:lnTo>
                  <a:lnTo>
                    <a:pt x="15284" y="8308"/>
                  </a:lnTo>
                  <a:lnTo>
                    <a:pt x="14917" y="8399"/>
                  </a:lnTo>
                  <a:lnTo>
                    <a:pt x="14550" y="8491"/>
                  </a:lnTo>
                  <a:lnTo>
                    <a:pt x="13815" y="8491"/>
                  </a:lnTo>
                  <a:lnTo>
                    <a:pt x="13448" y="8399"/>
                  </a:lnTo>
                  <a:lnTo>
                    <a:pt x="13081" y="8308"/>
                  </a:lnTo>
                  <a:lnTo>
                    <a:pt x="12760" y="8216"/>
                  </a:lnTo>
                  <a:lnTo>
                    <a:pt x="12438" y="8032"/>
                  </a:lnTo>
                  <a:lnTo>
                    <a:pt x="12117" y="7849"/>
                  </a:lnTo>
                  <a:lnTo>
                    <a:pt x="11842" y="7665"/>
                  </a:lnTo>
                  <a:lnTo>
                    <a:pt x="11566" y="7390"/>
                  </a:lnTo>
                  <a:lnTo>
                    <a:pt x="11337" y="7160"/>
                  </a:lnTo>
                  <a:lnTo>
                    <a:pt x="11107" y="6885"/>
                  </a:lnTo>
                  <a:lnTo>
                    <a:pt x="10924" y="6564"/>
                  </a:lnTo>
                  <a:lnTo>
                    <a:pt x="10786" y="6242"/>
                  </a:lnTo>
                  <a:lnTo>
                    <a:pt x="10649" y="5921"/>
                  </a:lnTo>
                  <a:lnTo>
                    <a:pt x="10557" y="5554"/>
                  </a:lnTo>
                  <a:lnTo>
                    <a:pt x="10511" y="5187"/>
                  </a:lnTo>
                  <a:lnTo>
                    <a:pt x="10511" y="4819"/>
                  </a:lnTo>
                  <a:lnTo>
                    <a:pt x="10511" y="4452"/>
                  </a:lnTo>
                  <a:lnTo>
                    <a:pt x="10557" y="4085"/>
                  </a:lnTo>
                  <a:lnTo>
                    <a:pt x="10649" y="3718"/>
                  </a:lnTo>
                  <a:lnTo>
                    <a:pt x="10786" y="3397"/>
                  </a:lnTo>
                  <a:lnTo>
                    <a:pt x="10924" y="3075"/>
                  </a:lnTo>
                  <a:lnTo>
                    <a:pt x="11107" y="2754"/>
                  </a:lnTo>
                  <a:lnTo>
                    <a:pt x="11337" y="2479"/>
                  </a:lnTo>
                  <a:lnTo>
                    <a:pt x="11566" y="2203"/>
                  </a:lnTo>
                  <a:lnTo>
                    <a:pt x="11842" y="1974"/>
                  </a:lnTo>
                  <a:lnTo>
                    <a:pt x="12117" y="1744"/>
                  </a:lnTo>
                  <a:lnTo>
                    <a:pt x="12438" y="1561"/>
                  </a:lnTo>
                  <a:lnTo>
                    <a:pt x="12760" y="1423"/>
                  </a:lnTo>
                  <a:lnTo>
                    <a:pt x="13081" y="1285"/>
                  </a:lnTo>
                  <a:lnTo>
                    <a:pt x="13448" y="1194"/>
                  </a:lnTo>
                  <a:lnTo>
                    <a:pt x="13815" y="1148"/>
                  </a:lnTo>
                  <a:close/>
                  <a:moveTo>
                    <a:pt x="8446" y="7344"/>
                  </a:moveTo>
                  <a:lnTo>
                    <a:pt x="8446" y="11658"/>
                  </a:lnTo>
                  <a:lnTo>
                    <a:pt x="4636" y="11658"/>
                  </a:lnTo>
                  <a:lnTo>
                    <a:pt x="5829" y="8032"/>
                  </a:lnTo>
                  <a:lnTo>
                    <a:pt x="5967" y="7757"/>
                  </a:lnTo>
                  <a:lnTo>
                    <a:pt x="6197" y="7527"/>
                  </a:lnTo>
                  <a:lnTo>
                    <a:pt x="6472" y="7390"/>
                  </a:lnTo>
                  <a:lnTo>
                    <a:pt x="6793" y="7344"/>
                  </a:lnTo>
                  <a:close/>
                  <a:moveTo>
                    <a:pt x="10098" y="7344"/>
                  </a:moveTo>
                  <a:lnTo>
                    <a:pt x="10327" y="7711"/>
                  </a:lnTo>
                  <a:lnTo>
                    <a:pt x="10603" y="8032"/>
                  </a:lnTo>
                  <a:lnTo>
                    <a:pt x="10924" y="8353"/>
                  </a:lnTo>
                  <a:lnTo>
                    <a:pt x="11245" y="8629"/>
                  </a:lnTo>
                  <a:lnTo>
                    <a:pt x="11612" y="8858"/>
                  </a:lnTo>
                  <a:lnTo>
                    <a:pt x="11980" y="9088"/>
                  </a:lnTo>
                  <a:lnTo>
                    <a:pt x="12347" y="9225"/>
                  </a:lnTo>
                  <a:lnTo>
                    <a:pt x="12760" y="9409"/>
                  </a:lnTo>
                  <a:lnTo>
                    <a:pt x="12989" y="11658"/>
                  </a:lnTo>
                  <a:lnTo>
                    <a:pt x="9593" y="11658"/>
                  </a:lnTo>
                  <a:lnTo>
                    <a:pt x="9593" y="7344"/>
                  </a:lnTo>
                  <a:close/>
                  <a:moveTo>
                    <a:pt x="14045" y="12805"/>
                  </a:moveTo>
                  <a:lnTo>
                    <a:pt x="14183" y="12851"/>
                  </a:lnTo>
                  <a:lnTo>
                    <a:pt x="14412" y="12989"/>
                  </a:lnTo>
                  <a:lnTo>
                    <a:pt x="14550" y="13218"/>
                  </a:lnTo>
                  <a:lnTo>
                    <a:pt x="14596" y="13356"/>
                  </a:lnTo>
                  <a:lnTo>
                    <a:pt x="14596" y="13540"/>
                  </a:lnTo>
                  <a:lnTo>
                    <a:pt x="14596" y="16156"/>
                  </a:lnTo>
                  <a:lnTo>
                    <a:pt x="14274" y="16156"/>
                  </a:lnTo>
                  <a:lnTo>
                    <a:pt x="14183" y="15789"/>
                  </a:lnTo>
                  <a:lnTo>
                    <a:pt x="13999" y="15421"/>
                  </a:lnTo>
                  <a:lnTo>
                    <a:pt x="13724" y="15100"/>
                  </a:lnTo>
                  <a:lnTo>
                    <a:pt x="13448" y="14825"/>
                  </a:lnTo>
                  <a:lnTo>
                    <a:pt x="13127" y="14595"/>
                  </a:lnTo>
                  <a:lnTo>
                    <a:pt x="12760" y="14458"/>
                  </a:lnTo>
                  <a:lnTo>
                    <a:pt x="12393" y="14366"/>
                  </a:lnTo>
                  <a:lnTo>
                    <a:pt x="11980" y="14320"/>
                  </a:lnTo>
                  <a:lnTo>
                    <a:pt x="11566" y="14366"/>
                  </a:lnTo>
                  <a:lnTo>
                    <a:pt x="11153" y="14458"/>
                  </a:lnTo>
                  <a:lnTo>
                    <a:pt x="10786" y="14595"/>
                  </a:lnTo>
                  <a:lnTo>
                    <a:pt x="10465" y="14825"/>
                  </a:lnTo>
                  <a:lnTo>
                    <a:pt x="10190" y="15100"/>
                  </a:lnTo>
                  <a:lnTo>
                    <a:pt x="9960" y="15421"/>
                  </a:lnTo>
                  <a:lnTo>
                    <a:pt x="9776" y="15789"/>
                  </a:lnTo>
                  <a:lnTo>
                    <a:pt x="9639" y="16156"/>
                  </a:lnTo>
                  <a:lnTo>
                    <a:pt x="6885" y="16156"/>
                  </a:lnTo>
                  <a:lnTo>
                    <a:pt x="6747" y="15789"/>
                  </a:lnTo>
                  <a:lnTo>
                    <a:pt x="6564" y="15421"/>
                  </a:lnTo>
                  <a:lnTo>
                    <a:pt x="6334" y="15100"/>
                  </a:lnTo>
                  <a:lnTo>
                    <a:pt x="6059" y="14825"/>
                  </a:lnTo>
                  <a:lnTo>
                    <a:pt x="5738" y="14595"/>
                  </a:lnTo>
                  <a:lnTo>
                    <a:pt x="5370" y="14458"/>
                  </a:lnTo>
                  <a:lnTo>
                    <a:pt x="4957" y="14366"/>
                  </a:lnTo>
                  <a:lnTo>
                    <a:pt x="4544" y="14320"/>
                  </a:lnTo>
                  <a:lnTo>
                    <a:pt x="4131" y="14366"/>
                  </a:lnTo>
                  <a:lnTo>
                    <a:pt x="3764" y="14458"/>
                  </a:lnTo>
                  <a:lnTo>
                    <a:pt x="3397" y="14595"/>
                  </a:lnTo>
                  <a:lnTo>
                    <a:pt x="3076" y="14825"/>
                  </a:lnTo>
                  <a:lnTo>
                    <a:pt x="2800" y="15100"/>
                  </a:lnTo>
                  <a:lnTo>
                    <a:pt x="2571" y="15421"/>
                  </a:lnTo>
                  <a:lnTo>
                    <a:pt x="2387" y="15789"/>
                  </a:lnTo>
                  <a:lnTo>
                    <a:pt x="2250" y="16156"/>
                  </a:lnTo>
                  <a:lnTo>
                    <a:pt x="1332" y="16156"/>
                  </a:lnTo>
                  <a:lnTo>
                    <a:pt x="1240" y="16110"/>
                  </a:lnTo>
                  <a:lnTo>
                    <a:pt x="1194" y="16064"/>
                  </a:lnTo>
                  <a:lnTo>
                    <a:pt x="1148" y="16018"/>
                  </a:lnTo>
                  <a:lnTo>
                    <a:pt x="1102" y="15926"/>
                  </a:lnTo>
                  <a:lnTo>
                    <a:pt x="1102" y="14136"/>
                  </a:lnTo>
                  <a:lnTo>
                    <a:pt x="1148" y="13861"/>
                  </a:lnTo>
                  <a:lnTo>
                    <a:pt x="1240" y="13586"/>
                  </a:lnTo>
                  <a:lnTo>
                    <a:pt x="1332" y="13356"/>
                  </a:lnTo>
                  <a:lnTo>
                    <a:pt x="1515" y="13173"/>
                  </a:lnTo>
                  <a:lnTo>
                    <a:pt x="1699" y="13035"/>
                  </a:lnTo>
                  <a:lnTo>
                    <a:pt x="1928" y="12897"/>
                  </a:lnTo>
                  <a:lnTo>
                    <a:pt x="2158" y="12805"/>
                  </a:lnTo>
                  <a:close/>
                  <a:moveTo>
                    <a:pt x="4544" y="15421"/>
                  </a:moveTo>
                  <a:lnTo>
                    <a:pt x="4820" y="15467"/>
                  </a:lnTo>
                  <a:lnTo>
                    <a:pt x="5049" y="15513"/>
                  </a:lnTo>
                  <a:lnTo>
                    <a:pt x="5279" y="15651"/>
                  </a:lnTo>
                  <a:lnTo>
                    <a:pt x="5462" y="15789"/>
                  </a:lnTo>
                  <a:lnTo>
                    <a:pt x="5600" y="15972"/>
                  </a:lnTo>
                  <a:lnTo>
                    <a:pt x="5738" y="16202"/>
                  </a:lnTo>
                  <a:lnTo>
                    <a:pt x="5829" y="16431"/>
                  </a:lnTo>
                  <a:lnTo>
                    <a:pt x="5829" y="16707"/>
                  </a:lnTo>
                  <a:lnTo>
                    <a:pt x="5829" y="16936"/>
                  </a:lnTo>
                  <a:lnTo>
                    <a:pt x="5738" y="17165"/>
                  </a:lnTo>
                  <a:lnTo>
                    <a:pt x="5600" y="17395"/>
                  </a:lnTo>
                  <a:lnTo>
                    <a:pt x="5462" y="17579"/>
                  </a:lnTo>
                  <a:lnTo>
                    <a:pt x="5279" y="17762"/>
                  </a:lnTo>
                  <a:lnTo>
                    <a:pt x="5049" y="17854"/>
                  </a:lnTo>
                  <a:lnTo>
                    <a:pt x="4820" y="17946"/>
                  </a:lnTo>
                  <a:lnTo>
                    <a:pt x="4315" y="17946"/>
                  </a:lnTo>
                  <a:lnTo>
                    <a:pt x="4085" y="17854"/>
                  </a:lnTo>
                  <a:lnTo>
                    <a:pt x="3856" y="17762"/>
                  </a:lnTo>
                  <a:lnTo>
                    <a:pt x="3672" y="17579"/>
                  </a:lnTo>
                  <a:lnTo>
                    <a:pt x="3535" y="17395"/>
                  </a:lnTo>
                  <a:lnTo>
                    <a:pt x="3397" y="17165"/>
                  </a:lnTo>
                  <a:lnTo>
                    <a:pt x="3305" y="16936"/>
                  </a:lnTo>
                  <a:lnTo>
                    <a:pt x="3305" y="16707"/>
                  </a:lnTo>
                  <a:lnTo>
                    <a:pt x="3305" y="16431"/>
                  </a:lnTo>
                  <a:lnTo>
                    <a:pt x="3397" y="16202"/>
                  </a:lnTo>
                  <a:lnTo>
                    <a:pt x="3535" y="15972"/>
                  </a:lnTo>
                  <a:lnTo>
                    <a:pt x="3672" y="15789"/>
                  </a:lnTo>
                  <a:lnTo>
                    <a:pt x="3856" y="15651"/>
                  </a:lnTo>
                  <a:lnTo>
                    <a:pt x="4085" y="15513"/>
                  </a:lnTo>
                  <a:lnTo>
                    <a:pt x="4315" y="15467"/>
                  </a:lnTo>
                  <a:lnTo>
                    <a:pt x="4544" y="15421"/>
                  </a:lnTo>
                  <a:close/>
                  <a:moveTo>
                    <a:pt x="11980" y="15421"/>
                  </a:moveTo>
                  <a:lnTo>
                    <a:pt x="12209" y="15467"/>
                  </a:lnTo>
                  <a:lnTo>
                    <a:pt x="12484" y="15513"/>
                  </a:lnTo>
                  <a:lnTo>
                    <a:pt x="12668" y="15651"/>
                  </a:lnTo>
                  <a:lnTo>
                    <a:pt x="12852" y="15789"/>
                  </a:lnTo>
                  <a:lnTo>
                    <a:pt x="13035" y="15972"/>
                  </a:lnTo>
                  <a:lnTo>
                    <a:pt x="13127" y="16202"/>
                  </a:lnTo>
                  <a:lnTo>
                    <a:pt x="13219" y="16431"/>
                  </a:lnTo>
                  <a:lnTo>
                    <a:pt x="13219" y="16707"/>
                  </a:lnTo>
                  <a:lnTo>
                    <a:pt x="13219" y="16936"/>
                  </a:lnTo>
                  <a:lnTo>
                    <a:pt x="13127" y="17165"/>
                  </a:lnTo>
                  <a:lnTo>
                    <a:pt x="13035" y="17395"/>
                  </a:lnTo>
                  <a:lnTo>
                    <a:pt x="12852" y="17579"/>
                  </a:lnTo>
                  <a:lnTo>
                    <a:pt x="12668" y="17762"/>
                  </a:lnTo>
                  <a:lnTo>
                    <a:pt x="12484" y="17854"/>
                  </a:lnTo>
                  <a:lnTo>
                    <a:pt x="12209" y="17946"/>
                  </a:lnTo>
                  <a:lnTo>
                    <a:pt x="11704" y="17946"/>
                  </a:lnTo>
                  <a:lnTo>
                    <a:pt x="11475" y="17854"/>
                  </a:lnTo>
                  <a:lnTo>
                    <a:pt x="11245" y="17762"/>
                  </a:lnTo>
                  <a:lnTo>
                    <a:pt x="11062" y="17579"/>
                  </a:lnTo>
                  <a:lnTo>
                    <a:pt x="10924" y="17395"/>
                  </a:lnTo>
                  <a:lnTo>
                    <a:pt x="10786" y="17165"/>
                  </a:lnTo>
                  <a:lnTo>
                    <a:pt x="10740" y="16936"/>
                  </a:lnTo>
                  <a:lnTo>
                    <a:pt x="10694" y="16707"/>
                  </a:lnTo>
                  <a:lnTo>
                    <a:pt x="10740" y="16431"/>
                  </a:lnTo>
                  <a:lnTo>
                    <a:pt x="10786" y="16202"/>
                  </a:lnTo>
                  <a:lnTo>
                    <a:pt x="10924" y="15972"/>
                  </a:lnTo>
                  <a:lnTo>
                    <a:pt x="11062" y="15789"/>
                  </a:lnTo>
                  <a:lnTo>
                    <a:pt x="11245" y="15651"/>
                  </a:lnTo>
                  <a:lnTo>
                    <a:pt x="11475" y="15513"/>
                  </a:lnTo>
                  <a:lnTo>
                    <a:pt x="11704" y="15467"/>
                  </a:lnTo>
                  <a:lnTo>
                    <a:pt x="11980" y="15421"/>
                  </a:lnTo>
                  <a:close/>
                  <a:moveTo>
                    <a:pt x="14183" y="0"/>
                  </a:moveTo>
                  <a:lnTo>
                    <a:pt x="13586" y="46"/>
                  </a:lnTo>
                  <a:lnTo>
                    <a:pt x="13035" y="138"/>
                  </a:lnTo>
                  <a:lnTo>
                    <a:pt x="12484" y="322"/>
                  </a:lnTo>
                  <a:lnTo>
                    <a:pt x="11980" y="551"/>
                  </a:lnTo>
                  <a:lnTo>
                    <a:pt x="11475" y="827"/>
                  </a:lnTo>
                  <a:lnTo>
                    <a:pt x="11062" y="1148"/>
                  </a:lnTo>
                  <a:lnTo>
                    <a:pt x="10649" y="1561"/>
                  </a:lnTo>
                  <a:lnTo>
                    <a:pt x="10327" y="1974"/>
                  </a:lnTo>
                  <a:lnTo>
                    <a:pt x="10006" y="2433"/>
                  </a:lnTo>
                  <a:lnTo>
                    <a:pt x="9776" y="2892"/>
                  </a:lnTo>
                  <a:lnTo>
                    <a:pt x="9593" y="3443"/>
                  </a:lnTo>
                  <a:lnTo>
                    <a:pt x="9455" y="3947"/>
                  </a:lnTo>
                  <a:lnTo>
                    <a:pt x="9409" y="4498"/>
                  </a:lnTo>
                  <a:lnTo>
                    <a:pt x="9409" y="5095"/>
                  </a:lnTo>
                  <a:lnTo>
                    <a:pt x="9455" y="5646"/>
                  </a:lnTo>
                  <a:lnTo>
                    <a:pt x="9593" y="6242"/>
                  </a:lnTo>
                  <a:lnTo>
                    <a:pt x="6426" y="6242"/>
                  </a:lnTo>
                  <a:lnTo>
                    <a:pt x="6105" y="6334"/>
                  </a:lnTo>
                  <a:lnTo>
                    <a:pt x="5829" y="6472"/>
                  </a:lnTo>
                  <a:lnTo>
                    <a:pt x="5508" y="6655"/>
                  </a:lnTo>
                  <a:lnTo>
                    <a:pt x="5279" y="6839"/>
                  </a:lnTo>
                  <a:lnTo>
                    <a:pt x="5049" y="7114"/>
                  </a:lnTo>
                  <a:lnTo>
                    <a:pt x="4866" y="7390"/>
                  </a:lnTo>
                  <a:lnTo>
                    <a:pt x="4728" y="7711"/>
                  </a:lnTo>
                  <a:lnTo>
                    <a:pt x="3443" y="11658"/>
                  </a:lnTo>
                  <a:lnTo>
                    <a:pt x="2433" y="11658"/>
                  </a:lnTo>
                  <a:lnTo>
                    <a:pt x="1974" y="11704"/>
                  </a:lnTo>
                  <a:lnTo>
                    <a:pt x="1515" y="11842"/>
                  </a:lnTo>
                  <a:lnTo>
                    <a:pt x="1056" y="12071"/>
                  </a:lnTo>
                  <a:lnTo>
                    <a:pt x="735" y="12346"/>
                  </a:lnTo>
                  <a:lnTo>
                    <a:pt x="414" y="12714"/>
                  </a:lnTo>
                  <a:lnTo>
                    <a:pt x="184" y="13127"/>
                  </a:lnTo>
                  <a:lnTo>
                    <a:pt x="46" y="13586"/>
                  </a:lnTo>
                  <a:lnTo>
                    <a:pt x="1" y="14090"/>
                  </a:lnTo>
                  <a:lnTo>
                    <a:pt x="1" y="15880"/>
                  </a:lnTo>
                  <a:lnTo>
                    <a:pt x="46" y="16156"/>
                  </a:lnTo>
                  <a:lnTo>
                    <a:pt x="92" y="16385"/>
                  </a:lnTo>
                  <a:lnTo>
                    <a:pt x="230" y="16615"/>
                  </a:lnTo>
                  <a:lnTo>
                    <a:pt x="414" y="16844"/>
                  </a:lnTo>
                  <a:lnTo>
                    <a:pt x="597" y="16982"/>
                  </a:lnTo>
                  <a:lnTo>
                    <a:pt x="827" y="17120"/>
                  </a:lnTo>
                  <a:lnTo>
                    <a:pt x="1102" y="17211"/>
                  </a:lnTo>
                  <a:lnTo>
                    <a:pt x="2250" y="17211"/>
                  </a:lnTo>
                  <a:lnTo>
                    <a:pt x="2387" y="17624"/>
                  </a:lnTo>
                  <a:lnTo>
                    <a:pt x="2571" y="17946"/>
                  </a:lnTo>
                  <a:lnTo>
                    <a:pt x="2800" y="18267"/>
                  </a:lnTo>
                  <a:lnTo>
                    <a:pt x="3076" y="18542"/>
                  </a:lnTo>
                  <a:lnTo>
                    <a:pt x="3397" y="18772"/>
                  </a:lnTo>
                  <a:lnTo>
                    <a:pt x="3764" y="18910"/>
                  </a:lnTo>
                  <a:lnTo>
                    <a:pt x="4177" y="19001"/>
                  </a:lnTo>
                  <a:lnTo>
                    <a:pt x="4590" y="19047"/>
                  </a:lnTo>
                  <a:lnTo>
                    <a:pt x="5003" y="19001"/>
                  </a:lnTo>
                  <a:lnTo>
                    <a:pt x="5370" y="18910"/>
                  </a:lnTo>
                  <a:lnTo>
                    <a:pt x="5738" y="18772"/>
                  </a:lnTo>
                  <a:lnTo>
                    <a:pt x="6059" y="18542"/>
                  </a:lnTo>
                  <a:lnTo>
                    <a:pt x="6334" y="18267"/>
                  </a:lnTo>
                  <a:lnTo>
                    <a:pt x="6610" y="17946"/>
                  </a:lnTo>
                  <a:lnTo>
                    <a:pt x="6793" y="17624"/>
                  </a:lnTo>
                  <a:lnTo>
                    <a:pt x="6885" y="17211"/>
                  </a:lnTo>
                  <a:lnTo>
                    <a:pt x="9685" y="17211"/>
                  </a:lnTo>
                  <a:lnTo>
                    <a:pt x="9776" y="17624"/>
                  </a:lnTo>
                  <a:lnTo>
                    <a:pt x="9960" y="17946"/>
                  </a:lnTo>
                  <a:lnTo>
                    <a:pt x="10235" y="18267"/>
                  </a:lnTo>
                  <a:lnTo>
                    <a:pt x="10511" y="18542"/>
                  </a:lnTo>
                  <a:lnTo>
                    <a:pt x="10832" y="18772"/>
                  </a:lnTo>
                  <a:lnTo>
                    <a:pt x="11199" y="18910"/>
                  </a:lnTo>
                  <a:lnTo>
                    <a:pt x="11566" y="19001"/>
                  </a:lnTo>
                  <a:lnTo>
                    <a:pt x="11980" y="19047"/>
                  </a:lnTo>
                  <a:lnTo>
                    <a:pt x="12393" y="19001"/>
                  </a:lnTo>
                  <a:lnTo>
                    <a:pt x="12806" y="18910"/>
                  </a:lnTo>
                  <a:lnTo>
                    <a:pt x="13173" y="18772"/>
                  </a:lnTo>
                  <a:lnTo>
                    <a:pt x="13494" y="18542"/>
                  </a:lnTo>
                  <a:lnTo>
                    <a:pt x="13769" y="18267"/>
                  </a:lnTo>
                  <a:lnTo>
                    <a:pt x="13999" y="17946"/>
                  </a:lnTo>
                  <a:lnTo>
                    <a:pt x="14183" y="17624"/>
                  </a:lnTo>
                  <a:lnTo>
                    <a:pt x="14320" y="17211"/>
                  </a:lnTo>
                  <a:lnTo>
                    <a:pt x="15192" y="17211"/>
                  </a:lnTo>
                  <a:lnTo>
                    <a:pt x="15422" y="17165"/>
                  </a:lnTo>
                  <a:lnTo>
                    <a:pt x="15605" y="17074"/>
                  </a:lnTo>
                  <a:lnTo>
                    <a:pt x="15697" y="16890"/>
                  </a:lnTo>
                  <a:lnTo>
                    <a:pt x="15743" y="16661"/>
                  </a:lnTo>
                  <a:lnTo>
                    <a:pt x="15743" y="13494"/>
                  </a:lnTo>
                  <a:lnTo>
                    <a:pt x="15743" y="13127"/>
                  </a:lnTo>
                  <a:lnTo>
                    <a:pt x="15651" y="12805"/>
                  </a:lnTo>
                  <a:lnTo>
                    <a:pt x="15514" y="12530"/>
                  </a:lnTo>
                  <a:lnTo>
                    <a:pt x="15284" y="12255"/>
                  </a:lnTo>
                  <a:lnTo>
                    <a:pt x="15055" y="12025"/>
                  </a:lnTo>
                  <a:lnTo>
                    <a:pt x="14779" y="11842"/>
                  </a:lnTo>
                  <a:lnTo>
                    <a:pt x="14504" y="11750"/>
                  </a:lnTo>
                  <a:lnTo>
                    <a:pt x="14183" y="11658"/>
                  </a:lnTo>
                  <a:lnTo>
                    <a:pt x="13953" y="9593"/>
                  </a:lnTo>
                  <a:lnTo>
                    <a:pt x="14458" y="9593"/>
                  </a:lnTo>
                  <a:lnTo>
                    <a:pt x="14963" y="9547"/>
                  </a:lnTo>
                  <a:lnTo>
                    <a:pt x="15422" y="9455"/>
                  </a:lnTo>
                  <a:lnTo>
                    <a:pt x="15881" y="9271"/>
                  </a:lnTo>
                  <a:lnTo>
                    <a:pt x="16340" y="9088"/>
                  </a:lnTo>
                  <a:lnTo>
                    <a:pt x="16753" y="8858"/>
                  </a:lnTo>
                  <a:lnTo>
                    <a:pt x="17120" y="8583"/>
                  </a:lnTo>
                  <a:lnTo>
                    <a:pt x="17487" y="8262"/>
                  </a:lnTo>
                  <a:lnTo>
                    <a:pt x="17808" y="7940"/>
                  </a:lnTo>
                  <a:lnTo>
                    <a:pt x="18130" y="7573"/>
                  </a:lnTo>
                  <a:lnTo>
                    <a:pt x="18359" y="7160"/>
                  </a:lnTo>
                  <a:lnTo>
                    <a:pt x="18589" y="6701"/>
                  </a:lnTo>
                  <a:lnTo>
                    <a:pt x="18772" y="6288"/>
                  </a:lnTo>
                  <a:lnTo>
                    <a:pt x="18910" y="5783"/>
                  </a:lnTo>
                  <a:lnTo>
                    <a:pt x="18956" y="5324"/>
                  </a:lnTo>
                  <a:lnTo>
                    <a:pt x="19002" y="4819"/>
                  </a:lnTo>
                  <a:lnTo>
                    <a:pt x="18956" y="4315"/>
                  </a:lnTo>
                  <a:lnTo>
                    <a:pt x="18910" y="3856"/>
                  </a:lnTo>
                  <a:lnTo>
                    <a:pt x="18772" y="3397"/>
                  </a:lnTo>
                  <a:lnTo>
                    <a:pt x="18634" y="2938"/>
                  </a:lnTo>
                  <a:lnTo>
                    <a:pt x="18405" y="2525"/>
                  </a:lnTo>
                  <a:lnTo>
                    <a:pt x="18176" y="2112"/>
                  </a:lnTo>
                  <a:lnTo>
                    <a:pt x="17900" y="1744"/>
                  </a:lnTo>
                  <a:lnTo>
                    <a:pt x="17579" y="1423"/>
                  </a:lnTo>
                  <a:lnTo>
                    <a:pt x="17258" y="1102"/>
                  </a:lnTo>
                  <a:lnTo>
                    <a:pt x="16890" y="827"/>
                  </a:lnTo>
                  <a:lnTo>
                    <a:pt x="16477" y="597"/>
                  </a:lnTo>
                  <a:lnTo>
                    <a:pt x="16064" y="368"/>
                  </a:lnTo>
                  <a:lnTo>
                    <a:pt x="15605" y="230"/>
                  </a:lnTo>
                  <a:lnTo>
                    <a:pt x="15146" y="92"/>
                  </a:lnTo>
                  <a:lnTo>
                    <a:pt x="14687" y="46"/>
                  </a:lnTo>
                  <a:lnTo>
                    <a:pt x="141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1"/>
            <p:cNvSpPr/>
            <p:nvPr/>
          </p:nvSpPr>
          <p:spPr>
            <a:xfrm>
              <a:off x="6351763" y="3525508"/>
              <a:ext cx="125626" cy="103477"/>
            </a:xfrm>
            <a:custGeom>
              <a:rect b="b" l="l" r="r" t="t"/>
              <a:pathLst>
                <a:path extrusionOk="0" h="4499" w="5462">
                  <a:moveTo>
                    <a:pt x="4223" y="1240"/>
                  </a:moveTo>
                  <a:lnTo>
                    <a:pt x="4085" y="1791"/>
                  </a:lnTo>
                  <a:lnTo>
                    <a:pt x="3947" y="2295"/>
                  </a:lnTo>
                  <a:lnTo>
                    <a:pt x="3764" y="2754"/>
                  </a:lnTo>
                  <a:lnTo>
                    <a:pt x="3626" y="2938"/>
                  </a:lnTo>
                  <a:lnTo>
                    <a:pt x="3534" y="3076"/>
                  </a:lnTo>
                  <a:lnTo>
                    <a:pt x="3396" y="3213"/>
                  </a:lnTo>
                  <a:lnTo>
                    <a:pt x="3213" y="3305"/>
                  </a:lnTo>
                  <a:lnTo>
                    <a:pt x="3075" y="3351"/>
                  </a:lnTo>
                  <a:lnTo>
                    <a:pt x="2892" y="3351"/>
                  </a:lnTo>
                  <a:lnTo>
                    <a:pt x="3305" y="2938"/>
                  </a:lnTo>
                  <a:lnTo>
                    <a:pt x="3442" y="2754"/>
                  </a:lnTo>
                  <a:lnTo>
                    <a:pt x="3488" y="2525"/>
                  </a:lnTo>
                  <a:lnTo>
                    <a:pt x="3442" y="2295"/>
                  </a:lnTo>
                  <a:lnTo>
                    <a:pt x="3305" y="2112"/>
                  </a:lnTo>
                  <a:lnTo>
                    <a:pt x="3121" y="2020"/>
                  </a:lnTo>
                  <a:lnTo>
                    <a:pt x="2937" y="1974"/>
                  </a:lnTo>
                  <a:lnTo>
                    <a:pt x="2708" y="2020"/>
                  </a:lnTo>
                  <a:lnTo>
                    <a:pt x="2524" y="2112"/>
                  </a:lnTo>
                  <a:lnTo>
                    <a:pt x="2111" y="2525"/>
                  </a:lnTo>
                  <a:lnTo>
                    <a:pt x="2111" y="2387"/>
                  </a:lnTo>
                  <a:lnTo>
                    <a:pt x="2157" y="2204"/>
                  </a:lnTo>
                  <a:lnTo>
                    <a:pt x="2249" y="2066"/>
                  </a:lnTo>
                  <a:lnTo>
                    <a:pt x="2387" y="1928"/>
                  </a:lnTo>
                  <a:lnTo>
                    <a:pt x="2524" y="1791"/>
                  </a:lnTo>
                  <a:lnTo>
                    <a:pt x="2708" y="1699"/>
                  </a:lnTo>
                  <a:lnTo>
                    <a:pt x="3121" y="1515"/>
                  </a:lnTo>
                  <a:lnTo>
                    <a:pt x="3672" y="1378"/>
                  </a:lnTo>
                  <a:lnTo>
                    <a:pt x="4223" y="1240"/>
                  </a:lnTo>
                  <a:close/>
                  <a:moveTo>
                    <a:pt x="4819" y="1"/>
                  </a:moveTo>
                  <a:lnTo>
                    <a:pt x="4360" y="47"/>
                  </a:lnTo>
                  <a:lnTo>
                    <a:pt x="3442" y="276"/>
                  </a:lnTo>
                  <a:lnTo>
                    <a:pt x="2937" y="414"/>
                  </a:lnTo>
                  <a:lnTo>
                    <a:pt x="2433" y="597"/>
                  </a:lnTo>
                  <a:lnTo>
                    <a:pt x="1974" y="827"/>
                  </a:lnTo>
                  <a:lnTo>
                    <a:pt x="1606" y="1102"/>
                  </a:lnTo>
                  <a:lnTo>
                    <a:pt x="1377" y="1378"/>
                  </a:lnTo>
                  <a:lnTo>
                    <a:pt x="1193" y="1653"/>
                  </a:lnTo>
                  <a:lnTo>
                    <a:pt x="1056" y="1928"/>
                  </a:lnTo>
                  <a:lnTo>
                    <a:pt x="1010" y="2204"/>
                  </a:lnTo>
                  <a:lnTo>
                    <a:pt x="964" y="2479"/>
                  </a:lnTo>
                  <a:lnTo>
                    <a:pt x="1010" y="2754"/>
                  </a:lnTo>
                  <a:lnTo>
                    <a:pt x="1102" y="3030"/>
                  </a:lnTo>
                  <a:lnTo>
                    <a:pt x="1239" y="3305"/>
                  </a:lnTo>
                  <a:lnTo>
                    <a:pt x="1056" y="3351"/>
                  </a:lnTo>
                  <a:lnTo>
                    <a:pt x="918" y="3351"/>
                  </a:lnTo>
                  <a:lnTo>
                    <a:pt x="734" y="3305"/>
                  </a:lnTo>
                  <a:lnTo>
                    <a:pt x="505" y="3305"/>
                  </a:lnTo>
                  <a:lnTo>
                    <a:pt x="321" y="3351"/>
                  </a:lnTo>
                  <a:lnTo>
                    <a:pt x="138" y="3489"/>
                  </a:lnTo>
                  <a:lnTo>
                    <a:pt x="46" y="3672"/>
                  </a:lnTo>
                  <a:lnTo>
                    <a:pt x="0" y="3902"/>
                  </a:lnTo>
                  <a:lnTo>
                    <a:pt x="92" y="4131"/>
                  </a:lnTo>
                  <a:lnTo>
                    <a:pt x="230" y="4269"/>
                  </a:lnTo>
                  <a:lnTo>
                    <a:pt x="413" y="4407"/>
                  </a:lnTo>
                  <a:lnTo>
                    <a:pt x="643" y="4453"/>
                  </a:lnTo>
                  <a:lnTo>
                    <a:pt x="1010" y="4498"/>
                  </a:lnTo>
                  <a:lnTo>
                    <a:pt x="1469" y="4407"/>
                  </a:lnTo>
                  <a:lnTo>
                    <a:pt x="1836" y="4269"/>
                  </a:lnTo>
                  <a:lnTo>
                    <a:pt x="2065" y="4177"/>
                  </a:lnTo>
                  <a:lnTo>
                    <a:pt x="2295" y="4315"/>
                  </a:lnTo>
                  <a:lnTo>
                    <a:pt x="2524" y="4407"/>
                  </a:lnTo>
                  <a:lnTo>
                    <a:pt x="2754" y="4453"/>
                  </a:lnTo>
                  <a:lnTo>
                    <a:pt x="3029" y="4498"/>
                  </a:lnTo>
                  <a:lnTo>
                    <a:pt x="3350" y="4453"/>
                  </a:lnTo>
                  <a:lnTo>
                    <a:pt x="3672" y="4315"/>
                  </a:lnTo>
                  <a:lnTo>
                    <a:pt x="3993" y="4131"/>
                  </a:lnTo>
                  <a:lnTo>
                    <a:pt x="4314" y="3856"/>
                  </a:lnTo>
                  <a:lnTo>
                    <a:pt x="4636" y="3489"/>
                  </a:lnTo>
                  <a:lnTo>
                    <a:pt x="4865" y="3030"/>
                  </a:lnTo>
                  <a:lnTo>
                    <a:pt x="5049" y="2525"/>
                  </a:lnTo>
                  <a:lnTo>
                    <a:pt x="5186" y="2020"/>
                  </a:lnTo>
                  <a:lnTo>
                    <a:pt x="5370" y="1102"/>
                  </a:lnTo>
                  <a:lnTo>
                    <a:pt x="5462" y="597"/>
                  </a:lnTo>
                  <a:lnTo>
                    <a:pt x="5462" y="506"/>
                  </a:lnTo>
                  <a:lnTo>
                    <a:pt x="5416" y="368"/>
                  </a:lnTo>
                  <a:lnTo>
                    <a:pt x="5370" y="276"/>
                  </a:lnTo>
                  <a:lnTo>
                    <a:pt x="5278" y="138"/>
                  </a:lnTo>
                  <a:lnTo>
                    <a:pt x="5186" y="92"/>
                  </a:lnTo>
                  <a:lnTo>
                    <a:pt x="5095" y="47"/>
                  </a:lnTo>
                  <a:lnTo>
                    <a:pt x="49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61"/>
          <p:cNvGrpSpPr/>
          <p:nvPr/>
        </p:nvGrpSpPr>
        <p:grpSpPr>
          <a:xfrm>
            <a:off x="6768730" y="3254406"/>
            <a:ext cx="356799" cy="438104"/>
            <a:chOff x="6768730" y="3467456"/>
            <a:chExt cx="356799" cy="438104"/>
          </a:xfrm>
        </p:grpSpPr>
        <p:sp>
          <p:nvSpPr>
            <p:cNvPr id="984" name="Google Shape;984;p61"/>
            <p:cNvSpPr/>
            <p:nvPr/>
          </p:nvSpPr>
          <p:spPr>
            <a:xfrm>
              <a:off x="6768730" y="3467456"/>
              <a:ext cx="356799" cy="438104"/>
            </a:xfrm>
            <a:custGeom>
              <a:rect b="b" l="l" r="r" t="t"/>
              <a:pathLst>
                <a:path extrusionOk="0" h="19048" w="15513">
                  <a:moveTo>
                    <a:pt x="13907" y="1102"/>
                  </a:moveTo>
                  <a:lnTo>
                    <a:pt x="14090" y="1148"/>
                  </a:lnTo>
                  <a:lnTo>
                    <a:pt x="14228" y="1240"/>
                  </a:lnTo>
                  <a:lnTo>
                    <a:pt x="14320" y="1377"/>
                  </a:lnTo>
                  <a:lnTo>
                    <a:pt x="14412" y="1515"/>
                  </a:lnTo>
                  <a:lnTo>
                    <a:pt x="14412" y="1744"/>
                  </a:lnTo>
                  <a:lnTo>
                    <a:pt x="14274" y="1928"/>
                  </a:lnTo>
                  <a:lnTo>
                    <a:pt x="14136" y="2066"/>
                  </a:lnTo>
                  <a:lnTo>
                    <a:pt x="13907" y="2112"/>
                  </a:lnTo>
                  <a:lnTo>
                    <a:pt x="1606" y="2112"/>
                  </a:lnTo>
                  <a:lnTo>
                    <a:pt x="1423" y="2066"/>
                  </a:lnTo>
                  <a:lnTo>
                    <a:pt x="1239" y="1928"/>
                  </a:lnTo>
                  <a:lnTo>
                    <a:pt x="1147" y="1744"/>
                  </a:lnTo>
                  <a:lnTo>
                    <a:pt x="1147" y="1515"/>
                  </a:lnTo>
                  <a:lnTo>
                    <a:pt x="1193" y="1377"/>
                  </a:lnTo>
                  <a:lnTo>
                    <a:pt x="1285" y="1240"/>
                  </a:lnTo>
                  <a:lnTo>
                    <a:pt x="1469" y="1148"/>
                  </a:lnTo>
                  <a:lnTo>
                    <a:pt x="1652" y="1102"/>
                  </a:lnTo>
                  <a:close/>
                  <a:moveTo>
                    <a:pt x="12897" y="3259"/>
                  </a:moveTo>
                  <a:lnTo>
                    <a:pt x="12897" y="3947"/>
                  </a:lnTo>
                  <a:lnTo>
                    <a:pt x="2616" y="3947"/>
                  </a:lnTo>
                  <a:lnTo>
                    <a:pt x="2616" y="3259"/>
                  </a:lnTo>
                  <a:close/>
                  <a:moveTo>
                    <a:pt x="12897" y="5049"/>
                  </a:moveTo>
                  <a:lnTo>
                    <a:pt x="12897" y="13861"/>
                  </a:lnTo>
                  <a:lnTo>
                    <a:pt x="2616" y="13861"/>
                  </a:lnTo>
                  <a:lnTo>
                    <a:pt x="2616" y="5049"/>
                  </a:lnTo>
                  <a:close/>
                  <a:moveTo>
                    <a:pt x="12897" y="15008"/>
                  </a:moveTo>
                  <a:lnTo>
                    <a:pt x="12897" y="15789"/>
                  </a:lnTo>
                  <a:lnTo>
                    <a:pt x="2616" y="15789"/>
                  </a:lnTo>
                  <a:lnTo>
                    <a:pt x="2616" y="15008"/>
                  </a:lnTo>
                  <a:close/>
                  <a:moveTo>
                    <a:pt x="13907" y="16890"/>
                  </a:moveTo>
                  <a:lnTo>
                    <a:pt x="14090" y="16936"/>
                  </a:lnTo>
                  <a:lnTo>
                    <a:pt x="14228" y="17028"/>
                  </a:lnTo>
                  <a:lnTo>
                    <a:pt x="14320" y="17165"/>
                  </a:lnTo>
                  <a:lnTo>
                    <a:pt x="14412" y="17303"/>
                  </a:lnTo>
                  <a:lnTo>
                    <a:pt x="14412" y="17533"/>
                  </a:lnTo>
                  <a:lnTo>
                    <a:pt x="14274" y="17716"/>
                  </a:lnTo>
                  <a:lnTo>
                    <a:pt x="14136" y="17854"/>
                  </a:lnTo>
                  <a:lnTo>
                    <a:pt x="13907" y="17900"/>
                  </a:lnTo>
                  <a:lnTo>
                    <a:pt x="1469" y="17900"/>
                  </a:lnTo>
                  <a:lnTo>
                    <a:pt x="1285" y="17808"/>
                  </a:lnTo>
                  <a:lnTo>
                    <a:pt x="1193" y="17670"/>
                  </a:lnTo>
                  <a:lnTo>
                    <a:pt x="1147" y="17487"/>
                  </a:lnTo>
                  <a:lnTo>
                    <a:pt x="1147" y="17257"/>
                  </a:lnTo>
                  <a:lnTo>
                    <a:pt x="1239" y="17074"/>
                  </a:lnTo>
                  <a:lnTo>
                    <a:pt x="1423" y="16936"/>
                  </a:lnTo>
                  <a:lnTo>
                    <a:pt x="1606" y="16890"/>
                  </a:lnTo>
                  <a:close/>
                  <a:moveTo>
                    <a:pt x="1377" y="0"/>
                  </a:moveTo>
                  <a:lnTo>
                    <a:pt x="1056" y="92"/>
                  </a:lnTo>
                  <a:lnTo>
                    <a:pt x="780" y="230"/>
                  </a:lnTo>
                  <a:lnTo>
                    <a:pt x="551" y="459"/>
                  </a:lnTo>
                  <a:lnTo>
                    <a:pt x="321" y="643"/>
                  </a:lnTo>
                  <a:lnTo>
                    <a:pt x="184" y="918"/>
                  </a:lnTo>
                  <a:lnTo>
                    <a:pt x="46" y="1240"/>
                  </a:lnTo>
                  <a:lnTo>
                    <a:pt x="0" y="1515"/>
                  </a:lnTo>
                  <a:lnTo>
                    <a:pt x="46" y="1882"/>
                  </a:lnTo>
                  <a:lnTo>
                    <a:pt x="92" y="2157"/>
                  </a:lnTo>
                  <a:lnTo>
                    <a:pt x="230" y="2433"/>
                  </a:lnTo>
                  <a:lnTo>
                    <a:pt x="413" y="2708"/>
                  </a:lnTo>
                  <a:lnTo>
                    <a:pt x="643" y="2892"/>
                  </a:lnTo>
                  <a:lnTo>
                    <a:pt x="872" y="3075"/>
                  </a:lnTo>
                  <a:lnTo>
                    <a:pt x="1193" y="3213"/>
                  </a:lnTo>
                  <a:lnTo>
                    <a:pt x="1469" y="3259"/>
                  </a:lnTo>
                  <a:lnTo>
                    <a:pt x="1469" y="15789"/>
                  </a:lnTo>
                  <a:lnTo>
                    <a:pt x="1193" y="15880"/>
                  </a:lnTo>
                  <a:lnTo>
                    <a:pt x="872" y="15972"/>
                  </a:lnTo>
                  <a:lnTo>
                    <a:pt x="643" y="16156"/>
                  </a:lnTo>
                  <a:lnTo>
                    <a:pt x="413" y="16339"/>
                  </a:lnTo>
                  <a:lnTo>
                    <a:pt x="230" y="16615"/>
                  </a:lnTo>
                  <a:lnTo>
                    <a:pt x="92" y="16890"/>
                  </a:lnTo>
                  <a:lnTo>
                    <a:pt x="46" y="17211"/>
                  </a:lnTo>
                  <a:lnTo>
                    <a:pt x="0" y="17533"/>
                  </a:lnTo>
                  <a:lnTo>
                    <a:pt x="46" y="17854"/>
                  </a:lnTo>
                  <a:lnTo>
                    <a:pt x="184" y="18129"/>
                  </a:lnTo>
                  <a:lnTo>
                    <a:pt x="321" y="18405"/>
                  </a:lnTo>
                  <a:lnTo>
                    <a:pt x="551" y="18634"/>
                  </a:lnTo>
                  <a:lnTo>
                    <a:pt x="780" y="18818"/>
                  </a:lnTo>
                  <a:lnTo>
                    <a:pt x="1056" y="18955"/>
                  </a:lnTo>
                  <a:lnTo>
                    <a:pt x="1377" y="19047"/>
                  </a:lnTo>
                  <a:lnTo>
                    <a:pt x="14182" y="19047"/>
                  </a:lnTo>
                  <a:lnTo>
                    <a:pt x="14457" y="18955"/>
                  </a:lnTo>
                  <a:lnTo>
                    <a:pt x="14733" y="18818"/>
                  </a:lnTo>
                  <a:lnTo>
                    <a:pt x="15008" y="18634"/>
                  </a:lnTo>
                  <a:lnTo>
                    <a:pt x="15192" y="18405"/>
                  </a:lnTo>
                  <a:lnTo>
                    <a:pt x="15375" y="18129"/>
                  </a:lnTo>
                  <a:lnTo>
                    <a:pt x="15467" y="17854"/>
                  </a:lnTo>
                  <a:lnTo>
                    <a:pt x="15513" y="17533"/>
                  </a:lnTo>
                  <a:lnTo>
                    <a:pt x="15513" y="17211"/>
                  </a:lnTo>
                  <a:lnTo>
                    <a:pt x="15421" y="16890"/>
                  </a:lnTo>
                  <a:lnTo>
                    <a:pt x="15284" y="16615"/>
                  </a:lnTo>
                  <a:lnTo>
                    <a:pt x="15100" y="16339"/>
                  </a:lnTo>
                  <a:lnTo>
                    <a:pt x="14916" y="16156"/>
                  </a:lnTo>
                  <a:lnTo>
                    <a:pt x="14641" y="15972"/>
                  </a:lnTo>
                  <a:lnTo>
                    <a:pt x="14366" y="15880"/>
                  </a:lnTo>
                  <a:lnTo>
                    <a:pt x="14044" y="15789"/>
                  </a:lnTo>
                  <a:lnTo>
                    <a:pt x="14044" y="3259"/>
                  </a:lnTo>
                  <a:lnTo>
                    <a:pt x="14366" y="3213"/>
                  </a:lnTo>
                  <a:lnTo>
                    <a:pt x="14641" y="3075"/>
                  </a:lnTo>
                  <a:lnTo>
                    <a:pt x="14916" y="2892"/>
                  </a:lnTo>
                  <a:lnTo>
                    <a:pt x="15100" y="2708"/>
                  </a:lnTo>
                  <a:lnTo>
                    <a:pt x="15284" y="2433"/>
                  </a:lnTo>
                  <a:lnTo>
                    <a:pt x="15421" y="2157"/>
                  </a:lnTo>
                  <a:lnTo>
                    <a:pt x="15513" y="1882"/>
                  </a:lnTo>
                  <a:lnTo>
                    <a:pt x="15513" y="1515"/>
                  </a:lnTo>
                  <a:lnTo>
                    <a:pt x="15467" y="1240"/>
                  </a:lnTo>
                  <a:lnTo>
                    <a:pt x="15375" y="918"/>
                  </a:lnTo>
                  <a:lnTo>
                    <a:pt x="15192" y="643"/>
                  </a:lnTo>
                  <a:lnTo>
                    <a:pt x="15008" y="459"/>
                  </a:lnTo>
                  <a:lnTo>
                    <a:pt x="14733" y="230"/>
                  </a:lnTo>
                  <a:lnTo>
                    <a:pt x="14457" y="92"/>
                  </a:lnTo>
                  <a:lnTo>
                    <a:pt x="141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1"/>
            <p:cNvSpPr/>
            <p:nvPr/>
          </p:nvSpPr>
          <p:spPr>
            <a:xfrm>
              <a:off x="6855279" y="3600465"/>
              <a:ext cx="183701" cy="168912"/>
            </a:xfrm>
            <a:custGeom>
              <a:rect b="b" l="l" r="r" t="t"/>
              <a:pathLst>
                <a:path extrusionOk="0" h="7344" w="7987">
                  <a:moveTo>
                    <a:pt x="4315" y="1148"/>
                  </a:moveTo>
                  <a:lnTo>
                    <a:pt x="4636" y="1194"/>
                  </a:lnTo>
                  <a:lnTo>
                    <a:pt x="4269" y="2111"/>
                  </a:lnTo>
                  <a:lnTo>
                    <a:pt x="3994" y="2066"/>
                  </a:lnTo>
                  <a:lnTo>
                    <a:pt x="3764" y="2111"/>
                  </a:lnTo>
                  <a:lnTo>
                    <a:pt x="3351" y="1194"/>
                  </a:lnTo>
                  <a:lnTo>
                    <a:pt x="3672" y="1148"/>
                  </a:lnTo>
                  <a:close/>
                  <a:moveTo>
                    <a:pt x="4131" y="3213"/>
                  </a:moveTo>
                  <a:lnTo>
                    <a:pt x="4315" y="3259"/>
                  </a:lnTo>
                  <a:lnTo>
                    <a:pt x="4407" y="3351"/>
                  </a:lnTo>
                  <a:lnTo>
                    <a:pt x="4544" y="3442"/>
                  </a:lnTo>
                  <a:lnTo>
                    <a:pt x="4636" y="3534"/>
                  </a:lnTo>
                  <a:lnTo>
                    <a:pt x="4682" y="3672"/>
                  </a:lnTo>
                  <a:lnTo>
                    <a:pt x="4728" y="3810"/>
                  </a:lnTo>
                  <a:lnTo>
                    <a:pt x="4728" y="3947"/>
                  </a:lnTo>
                  <a:lnTo>
                    <a:pt x="4728" y="4131"/>
                  </a:lnTo>
                  <a:lnTo>
                    <a:pt x="4682" y="4269"/>
                  </a:lnTo>
                  <a:lnTo>
                    <a:pt x="4636" y="4406"/>
                  </a:lnTo>
                  <a:lnTo>
                    <a:pt x="4544" y="4498"/>
                  </a:lnTo>
                  <a:lnTo>
                    <a:pt x="4407" y="4590"/>
                  </a:lnTo>
                  <a:lnTo>
                    <a:pt x="4269" y="4636"/>
                  </a:lnTo>
                  <a:lnTo>
                    <a:pt x="4131" y="4682"/>
                  </a:lnTo>
                  <a:lnTo>
                    <a:pt x="3994" y="4728"/>
                  </a:lnTo>
                  <a:lnTo>
                    <a:pt x="3856" y="4682"/>
                  </a:lnTo>
                  <a:lnTo>
                    <a:pt x="3718" y="4636"/>
                  </a:lnTo>
                  <a:lnTo>
                    <a:pt x="3580" y="4590"/>
                  </a:lnTo>
                  <a:lnTo>
                    <a:pt x="3489" y="4498"/>
                  </a:lnTo>
                  <a:lnTo>
                    <a:pt x="3397" y="4406"/>
                  </a:lnTo>
                  <a:lnTo>
                    <a:pt x="3305" y="4269"/>
                  </a:lnTo>
                  <a:lnTo>
                    <a:pt x="3259" y="4131"/>
                  </a:lnTo>
                  <a:lnTo>
                    <a:pt x="3259" y="3947"/>
                  </a:lnTo>
                  <a:lnTo>
                    <a:pt x="3259" y="3810"/>
                  </a:lnTo>
                  <a:lnTo>
                    <a:pt x="3305" y="3672"/>
                  </a:lnTo>
                  <a:lnTo>
                    <a:pt x="3397" y="3534"/>
                  </a:lnTo>
                  <a:lnTo>
                    <a:pt x="3489" y="3442"/>
                  </a:lnTo>
                  <a:lnTo>
                    <a:pt x="3580" y="3351"/>
                  </a:lnTo>
                  <a:lnTo>
                    <a:pt x="3718" y="3259"/>
                  </a:lnTo>
                  <a:lnTo>
                    <a:pt x="3856" y="3213"/>
                  </a:lnTo>
                  <a:close/>
                  <a:moveTo>
                    <a:pt x="2249" y="4728"/>
                  </a:moveTo>
                  <a:lnTo>
                    <a:pt x="2387" y="4911"/>
                  </a:lnTo>
                  <a:lnTo>
                    <a:pt x="2525" y="5141"/>
                  </a:lnTo>
                  <a:lnTo>
                    <a:pt x="1928" y="5967"/>
                  </a:lnTo>
                  <a:lnTo>
                    <a:pt x="1699" y="5691"/>
                  </a:lnTo>
                  <a:lnTo>
                    <a:pt x="1515" y="5416"/>
                  </a:lnTo>
                  <a:lnTo>
                    <a:pt x="1377" y="5141"/>
                  </a:lnTo>
                  <a:lnTo>
                    <a:pt x="1286" y="4819"/>
                  </a:lnTo>
                  <a:lnTo>
                    <a:pt x="2249" y="4728"/>
                  </a:lnTo>
                  <a:close/>
                  <a:moveTo>
                    <a:pt x="5738" y="4728"/>
                  </a:moveTo>
                  <a:lnTo>
                    <a:pt x="6747" y="4819"/>
                  </a:lnTo>
                  <a:lnTo>
                    <a:pt x="6610" y="5141"/>
                  </a:lnTo>
                  <a:lnTo>
                    <a:pt x="6472" y="5416"/>
                  </a:lnTo>
                  <a:lnTo>
                    <a:pt x="6288" y="5691"/>
                  </a:lnTo>
                  <a:lnTo>
                    <a:pt x="6059" y="5967"/>
                  </a:lnTo>
                  <a:lnTo>
                    <a:pt x="5508" y="5141"/>
                  </a:lnTo>
                  <a:lnTo>
                    <a:pt x="5646" y="4911"/>
                  </a:lnTo>
                  <a:lnTo>
                    <a:pt x="5738" y="4728"/>
                  </a:lnTo>
                  <a:close/>
                  <a:moveTo>
                    <a:pt x="3580" y="0"/>
                  </a:moveTo>
                  <a:lnTo>
                    <a:pt x="3167" y="92"/>
                  </a:lnTo>
                  <a:lnTo>
                    <a:pt x="2708" y="184"/>
                  </a:lnTo>
                  <a:lnTo>
                    <a:pt x="2341" y="367"/>
                  </a:lnTo>
                  <a:lnTo>
                    <a:pt x="2158" y="505"/>
                  </a:lnTo>
                  <a:lnTo>
                    <a:pt x="2020" y="689"/>
                  </a:lnTo>
                  <a:lnTo>
                    <a:pt x="1974" y="918"/>
                  </a:lnTo>
                  <a:lnTo>
                    <a:pt x="2066" y="1102"/>
                  </a:lnTo>
                  <a:lnTo>
                    <a:pt x="2708" y="2570"/>
                  </a:lnTo>
                  <a:lnTo>
                    <a:pt x="2525" y="2800"/>
                  </a:lnTo>
                  <a:lnTo>
                    <a:pt x="2341" y="3029"/>
                  </a:lnTo>
                  <a:lnTo>
                    <a:pt x="2249" y="3305"/>
                  </a:lnTo>
                  <a:lnTo>
                    <a:pt x="2158" y="3580"/>
                  </a:lnTo>
                  <a:lnTo>
                    <a:pt x="551" y="3764"/>
                  </a:lnTo>
                  <a:lnTo>
                    <a:pt x="322" y="3810"/>
                  </a:lnTo>
                  <a:lnTo>
                    <a:pt x="138" y="3947"/>
                  </a:lnTo>
                  <a:lnTo>
                    <a:pt x="46" y="4131"/>
                  </a:lnTo>
                  <a:lnTo>
                    <a:pt x="1" y="4360"/>
                  </a:lnTo>
                  <a:lnTo>
                    <a:pt x="92" y="4773"/>
                  </a:lnTo>
                  <a:lnTo>
                    <a:pt x="184" y="5187"/>
                  </a:lnTo>
                  <a:lnTo>
                    <a:pt x="322" y="5600"/>
                  </a:lnTo>
                  <a:lnTo>
                    <a:pt x="551" y="6013"/>
                  </a:lnTo>
                  <a:lnTo>
                    <a:pt x="781" y="6334"/>
                  </a:lnTo>
                  <a:lnTo>
                    <a:pt x="1056" y="6701"/>
                  </a:lnTo>
                  <a:lnTo>
                    <a:pt x="1332" y="6976"/>
                  </a:lnTo>
                  <a:lnTo>
                    <a:pt x="1699" y="7252"/>
                  </a:lnTo>
                  <a:lnTo>
                    <a:pt x="1882" y="7344"/>
                  </a:lnTo>
                  <a:lnTo>
                    <a:pt x="2112" y="7344"/>
                  </a:lnTo>
                  <a:lnTo>
                    <a:pt x="2341" y="7298"/>
                  </a:lnTo>
                  <a:lnTo>
                    <a:pt x="2479" y="7114"/>
                  </a:lnTo>
                  <a:lnTo>
                    <a:pt x="3443" y="5783"/>
                  </a:lnTo>
                  <a:lnTo>
                    <a:pt x="3718" y="5829"/>
                  </a:lnTo>
                  <a:lnTo>
                    <a:pt x="3994" y="5875"/>
                  </a:lnTo>
                  <a:lnTo>
                    <a:pt x="4269" y="5829"/>
                  </a:lnTo>
                  <a:lnTo>
                    <a:pt x="4544" y="5783"/>
                  </a:lnTo>
                  <a:lnTo>
                    <a:pt x="5508" y="7114"/>
                  </a:lnTo>
                  <a:lnTo>
                    <a:pt x="5692" y="7298"/>
                  </a:lnTo>
                  <a:lnTo>
                    <a:pt x="5875" y="7344"/>
                  </a:lnTo>
                  <a:lnTo>
                    <a:pt x="6105" y="7344"/>
                  </a:lnTo>
                  <a:lnTo>
                    <a:pt x="6288" y="7252"/>
                  </a:lnTo>
                  <a:lnTo>
                    <a:pt x="6656" y="6976"/>
                  </a:lnTo>
                  <a:lnTo>
                    <a:pt x="6977" y="6701"/>
                  </a:lnTo>
                  <a:lnTo>
                    <a:pt x="7206" y="6334"/>
                  </a:lnTo>
                  <a:lnTo>
                    <a:pt x="7482" y="6013"/>
                  </a:lnTo>
                  <a:lnTo>
                    <a:pt x="7665" y="5600"/>
                  </a:lnTo>
                  <a:lnTo>
                    <a:pt x="7803" y="5187"/>
                  </a:lnTo>
                  <a:lnTo>
                    <a:pt x="7895" y="4773"/>
                  </a:lnTo>
                  <a:lnTo>
                    <a:pt x="7987" y="4360"/>
                  </a:lnTo>
                  <a:lnTo>
                    <a:pt x="7941" y="4131"/>
                  </a:lnTo>
                  <a:lnTo>
                    <a:pt x="7849" y="3947"/>
                  </a:lnTo>
                  <a:lnTo>
                    <a:pt x="7665" y="3810"/>
                  </a:lnTo>
                  <a:lnTo>
                    <a:pt x="7482" y="3764"/>
                  </a:lnTo>
                  <a:lnTo>
                    <a:pt x="5829" y="3580"/>
                  </a:lnTo>
                  <a:lnTo>
                    <a:pt x="5784" y="3305"/>
                  </a:lnTo>
                  <a:lnTo>
                    <a:pt x="5646" y="3029"/>
                  </a:lnTo>
                  <a:lnTo>
                    <a:pt x="5462" y="2800"/>
                  </a:lnTo>
                  <a:lnTo>
                    <a:pt x="5279" y="2570"/>
                  </a:lnTo>
                  <a:lnTo>
                    <a:pt x="5967" y="1102"/>
                  </a:lnTo>
                  <a:lnTo>
                    <a:pt x="6013" y="918"/>
                  </a:lnTo>
                  <a:lnTo>
                    <a:pt x="5967" y="689"/>
                  </a:lnTo>
                  <a:lnTo>
                    <a:pt x="5875" y="505"/>
                  </a:lnTo>
                  <a:lnTo>
                    <a:pt x="5692" y="367"/>
                  </a:lnTo>
                  <a:lnTo>
                    <a:pt x="5279" y="184"/>
                  </a:lnTo>
                  <a:lnTo>
                    <a:pt x="4866" y="92"/>
                  </a:lnTo>
                  <a:lnTo>
                    <a:pt x="4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 name="Google Shape;986;p61"/>
          <p:cNvSpPr/>
          <p:nvPr/>
        </p:nvSpPr>
        <p:spPr>
          <a:xfrm>
            <a:off x="7502361" y="3254406"/>
            <a:ext cx="272389" cy="439162"/>
          </a:xfrm>
          <a:custGeom>
            <a:rect b="b" l="l" r="r" t="t"/>
            <a:pathLst>
              <a:path extrusionOk="0" h="19094" w="11843">
                <a:moveTo>
                  <a:pt x="4040" y="1148"/>
                </a:moveTo>
                <a:lnTo>
                  <a:pt x="4269" y="1240"/>
                </a:lnTo>
                <a:lnTo>
                  <a:pt x="4499" y="1331"/>
                </a:lnTo>
                <a:lnTo>
                  <a:pt x="4728" y="1515"/>
                </a:lnTo>
                <a:lnTo>
                  <a:pt x="4912" y="1699"/>
                </a:lnTo>
                <a:lnTo>
                  <a:pt x="5050" y="1882"/>
                </a:lnTo>
                <a:lnTo>
                  <a:pt x="5141" y="2112"/>
                </a:lnTo>
                <a:lnTo>
                  <a:pt x="5233" y="2387"/>
                </a:lnTo>
                <a:lnTo>
                  <a:pt x="4040" y="2387"/>
                </a:lnTo>
                <a:lnTo>
                  <a:pt x="3764" y="2341"/>
                </a:lnTo>
                <a:lnTo>
                  <a:pt x="3535" y="2295"/>
                </a:lnTo>
                <a:lnTo>
                  <a:pt x="3306" y="2157"/>
                </a:lnTo>
                <a:lnTo>
                  <a:pt x="3076" y="2020"/>
                </a:lnTo>
                <a:lnTo>
                  <a:pt x="2892" y="1836"/>
                </a:lnTo>
                <a:lnTo>
                  <a:pt x="2755" y="1607"/>
                </a:lnTo>
                <a:lnTo>
                  <a:pt x="2663" y="1377"/>
                </a:lnTo>
                <a:lnTo>
                  <a:pt x="2617" y="1148"/>
                </a:lnTo>
                <a:close/>
                <a:moveTo>
                  <a:pt x="8997" y="3810"/>
                </a:moveTo>
                <a:lnTo>
                  <a:pt x="8951" y="4039"/>
                </a:lnTo>
                <a:lnTo>
                  <a:pt x="8813" y="4269"/>
                </a:lnTo>
                <a:lnTo>
                  <a:pt x="8675" y="4498"/>
                </a:lnTo>
                <a:lnTo>
                  <a:pt x="8492" y="4682"/>
                </a:lnTo>
                <a:lnTo>
                  <a:pt x="8308" y="4819"/>
                </a:lnTo>
                <a:lnTo>
                  <a:pt x="8079" y="4911"/>
                </a:lnTo>
                <a:lnTo>
                  <a:pt x="7803" y="5003"/>
                </a:lnTo>
                <a:lnTo>
                  <a:pt x="6381" y="5003"/>
                </a:lnTo>
                <a:lnTo>
                  <a:pt x="6472" y="4774"/>
                </a:lnTo>
                <a:lnTo>
                  <a:pt x="6564" y="4544"/>
                </a:lnTo>
                <a:lnTo>
                  <a:pt x="6702" y="4315"/>
                </a:lnTo>
                <a:lnTo>
                  <a:pt x="6885" y="4131"/>
                </a:lnTo>
                <a:lnTo>
                  <a:pt x="7069" y="3993"/>
                </a:lnTo>
                <a:lnTo>
                  <a:pt x="7298" y="3902"/>
                </a:lnTo>
                <a:lnTo>
                  <a:pt x="7574" y="3810"/>
                </a:lnTo>
                <a:close/>
                <a:moveTo>
                  <a:pt x="9410" y="9730"/>
                </a:moveTo>
                <a:lnTo>
                  <a:pt x="9731" y="10143"/>
                </a:lnTo>
                <a:lnTo>
                  <a:pt x="10006" y="10556"/>
                </a:lnTo>
                <a:lnTo>
                  <a:pt x="10236" y="10970"/>
                </a:lnTo>
                <a:lnTo>
                  <a:pt x="10465" y="11428"/>
                </a:lnTo>
                <a:lnTo>
                  <a:pt x="10006" y="11428"/>
                </a:lnTo>
                <a:lnTo>
                  <a:pt x="9777" y="11383"/>
                </a:lnTo>
                <a:lnTo>
                  <a:pt x="9593" y="11245"/>
                </a:lnTo>
                <a:lnTo>
                  <a:pt x="9456" y="11061"/>
                </a:lnTo>
                <a:lnTo>
                  <a:pt x="9410" y="10786"/>
                </a:lnTo>
                <a:lnTo>
                  <a:pt x="9410" y="9730"/>
                </a:lnTo>
                <a:close/>
                <a:moveTo>
                  <a:pt x="1286" y="11796"/>
                </a:moveTo>
                <a:lnTo>
                  <a:pt x="2938" y="13494"/>
                </a:lnTo>
                <a:lnTo>
                  <a:pt x="3076" y="13677"/>
                </a:lnTo>
                <a:lnTo>
                  <a:pt x="3214" y="13861"/>
                </a:lnTo>
                <a:lnTo>
                  <a:pt x="3260" y="14090"/>
                </a:lnTo>
                <a:lnTo>
                  <a:pt x="3306" y="14320"/>
                </a:lnTo>
                <a:lnTo>
                  <a:pt x="3306" y="17165"/>
                </a:lnTo>
                <a:lnTo>
                  <a:pt x="2801" y="16798"/>
                </a:lnTo>
                <a:lnTo>
                  <a:pt x="2388" y="16385"/>
                </a:lnTo>
                <a:lnTo>
                  <a:pt x="1975" y="15926"/>
                </a:lnTo>
                <a:lnTo>
                  <a:pt x="1699" y="15421"/>
                </a:lnTo>
                <a:lnTo>
                  <a:pt x="1424" y="14917"/>
                </a:lnTo>
                <a:lnTo>
                  <a:pt x="1240" y="14320"/>
                </a:lnTo>
                <a:lnTo>
                  <a:pt x="1148" y="13723"/>
                </a:lnTo>
                <a:lnTo>
                  <a:pt x="1102" y="13127"/>
                </a:lnTo>
                <a:lnTo>
                  <a:pt x="1148" y="12438"/>
                </a:lnTo>
                <a:lnTo>
                  <a:pt x="1286" y="11796"/>
                </a:lnTo>
                <a:close/>
                <a:moveTo>
                  <a:pt x="3856" y="8767"/>
                </a:moveTo>
                <a:lnTo>
                  <a:pt x="6197" y="11107"/>
                </a:lnTo>
                <a:lnTo>
                  <a:pt x="6289" y="11199"/>
                </a:lnTo>
                <a:lnTo>
                  <a:pt x="6289" y="11291"/>
                </a:lnTo>
                <a:lnTo>
                  <a:pt x="6289" y="11383"/>
                </a:lnTo>
                <a:lnTo>
                  <a:pt x="6197" y="11474"/>
                </a:lnTo>
                <a:lnTo>
                  <a:pt x="4958" y="12759"/>
                </a:lnTo>
                <a:lnTo>
                  <a:pt x="4774" y="12943"/>
                </a:lnTo>
                <a:lnTo>
                  <a:pt x="4682" y="13218"/>
                </a:lnTo>
                <a:lnTo>
                  <a:pt x="4682" y="13448"/>
                </a:lnTo>
                <a:lnTo>
                  <a:pt x="4774" y="13677"/>
                </a:lnTo>
                <a:lnTo>
                  <a:pt x="4866" y="13861"/>
                </a:lnTo>
                <a:lnTo>
                  <a:pt x="5050" y="14045"/>
                </a:lnTo>
                <a:lnTo>
                  <a:pt x="5279" y="14136"/>
                </a:lnTo>
                <a:lnTo>
                  <a:pt x="5554" y="14182"/>
                </a:lnTo>
                <a:lnTo>
                  <a:pt x="6426" y="14182"/>
                </a:lnTo>
                <a:lnTo>
                  <a:pt x="6564" y="14228"/>
                </a:lnTo>
                <a:lnTo>
                  <a:pt x="6748" y="14366"/>
                </a:lnTo>
                <a:lnTo>
                  <a:pt x="6977" y="14549"/>
                </a:lnTo>
                <a:lnTo>
                  <a:pt x="7069" y="14733"/>
                </a:lnTo>
                <a:lnTo>
                  <a:pt x="7115" y="14917"/>
                </a:lnTo>
                <a:lnTo>
                  <a:pt x="7115" y="14962"/>
                </a:lnTo>
                <a:lnTo>
                  <a:pt x="7115" y="15054"/>
                </a:lnTo>
                <a:lnTo>
                  <a:pt x="6885" y="15376"/>
                </a:lnTo>
                <a:lnTo>
                  <a:pt x="4820" y="17854"/>
                </a:lnTo>
                <a:lnTo>
                  <a:pt x="4407" y="17716"/>
                </a:lnTo>
                <a:lnTo>
                  <a:pt x="4407" y="14320"/>
                </a:lnTo>
                <a:lnTo>
                  <a:pt x="4361" y="13907"/>
                </a:lnTo>
                <a:lnTo>
                  <a:pt x="4223" y="13448"/>
                </a:lnTo>
                <a:lnTo>
                  <a:pt x="3994" y="13081"/>
                </a:lnTo>
                <a:lnTo>
                  <a:pt x="3719" y="12714"/>
                </a:lnTo>
                <a:lnTo>
                  <a:pt x="1745" y="10694"/>
                </a:lnTo>
                <a:lnTo>
                  <a:pt x="1929" y="10373"/>
                </a:lnTo>
                <a:lnTo>
                  <a:pt x="2158" y="10098"/>
                </a:lnTo>
                <a:lnTo>
                  <a:pt x="2388" y="9822"/>
                </a:lnTo>
                <a:lnTo>
                  <a:pt x="2663" y="9547"/>
                </a:lnTo>
                <a:lnTo>
                  <a:pt x="3260" y="9088"/>
                </a:lnTo>
                <a:lnTo>
                  <a:pt x="3856" y="8767"/>
                </a:lnTo>
                <a:close/>
                <a:moveTo>
                  <a:pt x="6289" y="8308"/>
                </a:moveTo>
                <a:lnTo>
                  <a:pt x="6702" y="8353"/>
                </a:lnTo>
                <a:lnTo>
                  <a:pt x="7115" y="8445"/>
                </a:lnTo>
                <a:lnTo>
                  <a:pt x="7482" y="8537"/>
                </a:lnTo>
                <a:lnTo>
                  <a:pt x="7849" y="8721"/>
                </a:lnTo>
                <a:lnTo>
                  <a:pt x="8216" y="8904"/>
                </a:lnTo>
                <a:lnTo>
                  <a:pt x="8216" y="10832"/>
                </a:lnTo>
                <a:lnTo>
                  <a:pt x="8262" y="11153"/>
                </a:lnTo>
                <a:lnTo>
                  <a:pt x="8400" y="11474"/>
                </a:lnTo>
                <a:lnTo>
                  <a:pt x="8538" y="11796"/>
                </a:lnTo>
                <a:lnTo>
                  <a:pt x="8767" y="12025"/>
                </a:lnTo>
                <a:lnTo>
                  <a:pt x="9043" y="12255"/>
                </a:lnTo>
                <a:lnTo>
                  <a:pt x="9318" y="12438"/>
                </a:lnTo>
                <a:lnTo>
                  <a:pt x="9639" y="12530"/>
                </a:lnTo>
                <a:lnTo>
                  <a:pt x="10695" y="12530"/>
                </a:lnTo>
                <a:lnTo>
                  <a:pt x="10741" y="13127"/>
                </a:lnTo>
                <a:lnTo>
                  <a:pt x="10741" y="13586"/>
                </a:lnTo>
                <a:lnTo>
                  <a:pt x="10649" y="14045"/>
                </a:lnTo>
                <a:lnTo>
                  <a:pt x="10557" y="14504"/>
                </a:lnTo>
                <a:lnTo>
                  <a:pt x="10374" y="14917"/>
                </a:lnTo>
                <a:lnTo>
                  <a:pt x="10190" y="15330"/>
                </a:lnTo>
                <a:lnTo>
                  <a:pt x="9960" y="15743"/>
                </a:lnTo>
                <a:lnTo>
                  <a:pt x="9731" y="16110"/>
                </a:lnTo>
                <a:lnTo>
                  <a:pt x="9410" y="16431"/>
                </a:lnTo>
                <a:lnTo>
                  <a:pt x="9088" y="16752"/>
                </a:lnTo>
                <a:lnTo>
                  <a:pt x="8767" y="17028"/>
                </a:lnTo>
                <a:lnTo>
                  <a:pt x="8354" y="17257"/>
                </a:lnTo>
                <a:lnTo>
                  <a:pt x="7987" y="17487"/>
                </a:lnTo>
                <a:lnTo>
                  <a:pt x="7574" y="17670"/>
                </a:lnTo>
                <a:lnTo>
                  <a:pt x="7115" y="17808"/>
                </a:lnTo>
                <a:lnTo>
                  <a:pt x="6656" y="17900"/>
                </a:lnTo>
                <a:lnTo>
                  <a:pt x="6197" y="17946"/>
                </a:lnTo>
                <a:lnTo>
                  <a:pt x="7803" y="15972"/>
                </a:lnTo>
                <a:lnTo>
                  <a:pt x="7987" y="15743"/>
                </a:lnTo>
                <a:lnTo>
                  <a:pt x="8125" y="15467"/>
                </a:lnTo>
                <a:lnTo>
                  <a:pt x="8216" y="15192"/>
                </a:lnTo>
                <a:lnTo>
                  <a:pt x="8262" y="14871"/>
                </a:lnTo>
                <a:lnTo>
                  <a:pt x="8216" y="14595"/>
                </a:lnTo>
                <a:lnTo>
                  <a:pt x="8125" y="14274"/>
                </a:lnTo>
                <a:lnTo>
                  <a:pt x="7987" y="13999"/>
                </a:lnTo>
                <a:lnTo>
                  <a:pt x="7803" y="13769"/>
                </a:lnTo>
                <a:lnTo>
                  <a:pt x="7666" y="13632"/>
                </a:lnTo>
                <a:lnTo>
                  <a:pt x="7344" y="13356"/>
                </a:lnTo>
                <a:lnTo>
                  <a:pt x="7161" y="13264"/>
                </a:lnTo>
                <a:lnTo>
                  <a:pt x="6931" y="13127"/>
                </a:lnTo>
                <a:lnTo>
                  <a:pt x="6656" y="13081"/>
                </a:lnTo>
                <a:lnTo>
                  <a:pt x="6289" y="13035"/>
                </a:lnTo>
                <a:lnTo>
                  <a:pt x="6243" y="13035"/>
                </a:lnTo>
                <a:lnTo>
                  <a:pt x="7023" y="12255"/>
                </a:lnTo>
                <a:lnTo>
                  <a:pt x="7207" y="12025"/>
                </a:lnTo>
                <a:lnTo>
                  <a:pt x="7344" y="11796"/>
                </a:lnTo>
                <a:lnTo>
                  <a:pt x="7390" y="11520"/>
                </a:lnTo>
                <a:lnTo>
                  <a:pt x="7436" y="11291"/>
                </a:lnTo>
                <a:lnTo>
                  <a:pt x="7390" y="11015"/>
                </a:lnTo>
                <a:lnTo>
                  <a:pt x="7344" y="10740"/>
                </a:lnTo>
                <a:lnTo>
                  <a:pt x="7207" y="10511"/>
                </a:lnTo>
                <a:lnTo>
                  <a:pt x="7023" y="10281"/>
                </a:lnTo>
                <a:lnTo>
                  <a:pt x="5095" y="8353"/>
                </a:lnTo>
                <a:lnTo>
                  <a:pt x="5509" y="8308"/>
                </a:lnTo>
                <a:close/>
                <a:moveTo>
                  <a:pt x="1607" y="0"/>
                </a:moveTo>
                <a:lnTo>
                  <a:pt x="1516" y="46"/>
                </a:lnTo>
                <a:lnTo>
                  <a:pt x="1470" y="138"/>
                </a:lnTo>
                <a:lnTo>
                  <a:pt x="1470" y="2846"/>
                </a:lnTo>
                <a:lnTo>
                  <a:pt x="1516" y="3121"/>
                </a:lnTo>
                <a:lnTo>
                  <a:pt x="1653" y="3305"/>
                </a:lnTo>
                <a:lnTo>
                  <a:pt x="1837" y="3443"/>
                </a:lnTo>
                <a:lnTo>
                  <a:pt x="2066" y="3488"/>
                </a:lnTo>
                <a:lnTo>
                  <a:pt x="5279" y="3488"/>
                </a:lnTo>
                <a:lnTo>
                  <a:pt x="5279" y="7206"/>
                </a:lnTo>
                <a:lnTo>
                  <a:pt x="4682" y="7298"/>
                </a:lnTo>
                <a:lnTo>
                  <a:pt x="4178" y="7436"/>
                </a:lnTo>
                <a:lnTo>
                  <a:pt x="3673" y="7619"/>
                </a:lnTo>
                <a:lnTo>
                  <a:pt x="3168" y="7849"/>
                </a:lnTo>
                <a:lnTo>
                  <a:pt x="2709" y="8124"/>
                </a:lnTo>
                <a:lnTo>
                  <a:pt x="2296" y="8399"/>
                </a:lnTo>
                <a:lnTo>
                  <a:pt x="1883" y="8767"/>
                </a:lnTo>
                <a:lnTo>
                  <a:pt x="1516" y="9134"/>
                </a:lnTo>
                <a:lnTo>
                  <a:pt x="1194" y="9547"/>
                </a:lnTo>
                <a:lnTo>
                  <a:pt x="873" y="10006"/>
                </a:lnTo>
                <a:lnTo>
                  <a:pt x="644" y="10465"/>
                </a:lnTo>
                <a:lnTo>
                  <a:pt x="414" y="10970"/>
                </a:lnTo>
                <a:lnTo>
                  <a:pt x="230" y="11474"/>
                </a:lnTo>
                <a:lnTo>
                  <a:pt x="139" y="12025"/>
                </a:lnTo>
                <a:lnTo>
                  <a:pt x="47" y="12576"/>
                </a:lnTo>
                <a:lnTo>
                  <a:pt x="1" y="13127"/>
                </a:lnTo>
                <a:lnTo>
                  <a:pt x="47" y="13723"/>
                </a:lnTo>
                <a:lnTo>
                  <a:pt x="139" y="14320"/>
                </a:lnTo>
                <a:lnTo>
                  <a:pt x="276" y="14917"/>
                </a:lnTo>
                <a:lnTo>
                  <a:pt x="506" y="15467"/>
                </a:lnTo>
                <a:lnTo>
                  <a:pt x="735" y="15972"/>
                </a:lnTo>
                <a:lnTo>
                  <a:pt x="1057" y="16477"/>
                </a:lnTo>
                <a:lnTo>
                  <a:pt x="1378" y="16936"/>
                </a:lnTo>
                <a:lnTo>
                  <a:pt x="1745" y="17349"/>
                </a:lnTo>
                <a:lnTo>
                  <a:pt x="2204" y="17716"/>
                </a:lnTo>
                <a:lnTo>
                  <a:pt x="2617" y="18083"/>
                </a:lnTo>
                <a:lnTo>
                  <a:pt x="3122" y="18359"/>
                </a:lnTo>
                <a:lnTo>
                  <a:pt x="3627" y="18588"/>
                </a:lnTo>
                <a:lnTo>
                  <a:pt x="4178" y="18818"/>
                </a:lnTo>
                <a:lnTo>
                  <a:pt x="4728" y="18955"/>
                </a:lnTo>
                <a:lnTo>
                  <a:pt x="5325" y="19047"/>
                </a:lnTo>
                <a:lnTo>
                  <a:pt x="5922" y="19093"/>
                </a:lnTo>
                <a:lnTo>
                  <a:pt x="6518" y="19047"/>
                </a:lnTo>
                <a:lnTo>
                  <a:pt x="7115" y="18955"/>
                </a:lnTo>
                <a:lnTo>
                  <a:pt x="7666" y="18818"/>
                </a:lnTo>
                <a:lnTo>
                  <a:pt x="8216" y="18588"/>
                </a:lnTo>
                <a:lnTo>
                  <a:pt x="8721" y="18359"/>
                </a:lnTo>
                <a:lnTo>
                  <a:pt x="9226" y="18038"/>
                </a:lnTo>
                <a:lnTo>
                  <a:pt x="9685" y="17716"/>
                </a:lnTo>
                <a:lnTo>
                  <a:pt x="10098" y="17303"/>
                </a:lnTo>
                <a:lnTo>
                  <a:pt x="10465" y="16890"/>
                </a:lnTo>
                <a:lnTo>
                  <a:pt x="10832" y="16431"/>
                </a:lnTo>
                <a:lnTo>
                  <a:pt x="11108" y="15972"/>
                </a:lnTo>
                <a:lnTo>
                  <a:pt x="11383" y="15421"/>
                </a:lnTo>
                <a:lnTo>
                  <a:pt x="11567" y="14871"/>
                </a:lnTo>
                <a:lnTo>
                  <a:pt x="11705" y="14320"/>
                </a:lnTo>
                <a:lnTo>
                  <a:pt x="11796" y="13723"/>
                </a:lnTo>
                <a:lnTo>
                  <a:pt x="11842" y="13127"/>
                </a:lnTo>
                <a:lnTo>
                  <a:pt x="11796" y="12530"/>
                </a:lnTo>
                <a:lnTo>
                  <a:pt x="11705" y="11979"/>
                </a:lnTo>
                <a:lnTo>
                  <a:pt x="11613" y="11428"/>
                </a:lnTo>
                <a:lnTo>
                  <a:pt x="11429" y="10924"/>
                </a:lnTo>
                <a:lnTo>
                  <a:pt x="11200" y="10419"/>
                </a:lnTo>
                <a:lnTo>
                  <a:pt x="10924" y="9960"/>
                </a:lnTo>
                <a:lnTo>
                  <a:pt x="10603" y="9501"/>
                </a:lnTo>
                <a:lnTo>
                  <a:pt x="10282" y="9088"/>
                </a:lnTo>
                <a:lnTo>
                  <a:pt x="9869" y="8675"/>
                </a:lnTo>
                <a:lnTo>
                  <a:pt x="9456" y="8353"/>
                </a:lnTo>
                <a:lnTo>
                  <a:pt x="8997" y="8032"/>
                </a:lnTo>
                <a:lnTo>
                  <a:pt x="8538" y="7757"/>
                </a:lnTo>
                <a:lnTo>
                  <a:pt x="8033" y="7527"/>
                </a:lnTo>
                <a:lnTo>
                  <a:pt x="7482" y="7344"/>
                </a:lnTo>
                <a:lnTo>
                  <a:pt x="6931" y="7252"/>
                </a:lnTo>
                <a:lnTo>
                  <a:pt x="6381" y="7160"/>
                </a:lnTo>
                <a:lnTo>
                  <a:pt x="6381" y="6150"/>
                </a:lnTo>
                <a:lnTo>
                  <a:pt x="7574" y="6150"/>
                </a:lnTo>
                <a:lnTo>
                  <a:pt x="8125" y="6105"/>
                </a:lnTo>
                <a:lnTo>
                  <a:pt x="8584" y="5967"/>
                </a:lnTo>
                <a:lnTo>
                  <a:pt x="9043" y="5737"/>
                </a:lnTo>
                <a:lnTo>
                  <a:pt x="9410" y="5416"/>
                </a:lnTo>
                <a:lnTo>
                  <a:pt x="9731" y="5049"/>
                </a:lnTo>
                <a:lnTo>
                  <a:pt x="9960" y="4590"/>
                </a:lnTo>
                <a:lnTo>
                  <a:pt x="10144" y="4085"/>
                </a:lnTo>
                <a:lnTo>
                  <a:pt x="10190" y="3580"/>
                </a:lnTo>
                <a:lnTo>
                  <a:pt x="10190" y="3213"/>
                </a:lnTo>
                <a:lnTo>
                  <a:pt x="10144" y="3030"/>
                </a:lnTo>
                <a:lnTo>
                  <a:pt x="10006" y="2846"/>
                </a:lnTo>
                <a:lnTo>
                  <a:pt x="9823" y="2708"/>
                </a:lnTo>
                <a:lnTo>
                  <a:pt x="9593" y="2662"/>
                </a:lnTo>
                <a:lnTo>
                  <a:pt x="7849" y="2662"/>
                </a:lnTo>
                <a:lnTo>
                  <a:pt x="7436" y="2708"/>
                </a:lnTo>
                <a:lnTo>
                  <a:pt x="7069" y="2800"/>
                </a:lnTo>
                <a:lnTo>
                  <a:pt x="6702" y="2938"/>
                </a:lnTo>
                <a:lnTo>
                  <a:pt x="6381" y="3121"/>
                </a:lnTo>
                <a:lnTo>
                  <a:pt x="6381" y="597"/>
                </a:lnTo>
                <a:lnTo>
                  <a:pt x="6335" y="368"/>
                </a:lnTo>
                <a:lnTo>
                  <a:pt x="6197" y="184"/>
                </a:lnTo>
                <a:lnTo>
                  <a:pt x="6013" y="46"/>
                </a:lnTo>
                <a:lnTo>
                  <a:pt x="57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1"/>
          <p:cNvSpPr/>
          <p:nvPr/>
        </p:nvSpPr>
        <p:spPr>
          <a:xfrm>
            <a:off x="1986800" y="3971155"/>
            <a:ext cx="438104" cy="409607"/>
          </a:xfrm>
          <a:custGeom>
            <a:rect b="b" l="l" r="r" t="t"/>
            <a:pathLst>
              <a:path extrusionOk="0" h="17809" w="19048">
                <a:moveTo>
                  <a:pt x="7894" y="7206"/>
                </a:moveTo>
                <a:lnTo>
                  <a:pt x="8124" y="7298"/>
                </a:lnTo>
                <a:lnTo>
                  <a:pt x="8353" y="7390"/>
                </a:lnTo>
                <a:lnTo>
                  <a:pt x="8537" y="7574"/>
                </a:lnTo>
                <a:lnTo>
                  <a:pt x="8720" y="7757"/>
                </a:lnTo>
                <a:lnTo>
                  <a:pt x="8812" y="7987"/>
                </a:lnTo>
                <a:lnTo>
                  <a:pt x="8904" y="8216"/>
                </a:lnTo>
                <a:lnTo>
                  <a:pt x="8950" y="8492"/>
                </a:lnTo>
                <a:lnTo>
                  <a:pt x="7481" y="8492"/>
                </a:lnTo>
                <a:lnTo>
                  <a:pt x="7252" y="8446"/>
                </a:lnTo>
                <a:lnTo>
                  <a:pt x="6976" y="8400"/>
                </a:lnTo>
                <a:lnTo>
                  <a:pt x="6747" y="8262"/>
                </a:lnTo>
                <a:lnTo>
                  <a:pt x="6563" y="8124"/>
                </a:lnTo>
                <a:lnTo>
                  <a:pt x="6426" y="7941"/>
                </a:lnTo>
                <a:lnTo>
                  <a:pt x="6288" y="7711"/>
                </a:lnTo>
                <a:lnTo>
                  <a:pt x="6196" y="7436"/>
                </a:lnTo>
                <a:lnTo>
                  <a:pt x="6150" y="7206"/>
                </a:lnTo>
                <a:close/>
                <a:moveTo>
                  <a:pt x="12805" y="10327"/>
                </a:moveTo>
                <a:lnTo>
                  <a:pt x="12805" y="10603"/>
                </a:lnTo>
                <a:lnTo>
                  <a:pt x="12713" y="10832"/>
                </a:lnTo>
                <a:lnTo>
                  <a:pt x="12576" y="11062"/>
                </a:lnTo>
                <a:lnTo>
                  <a:pt x="12392" y="11245"/>
                </a:lnTo>
                <a:lnTo>
                  <a:pt x="12209" y="11383"/>
                </a:lnTo>
                <a:lnTo>
                  <a:pt x="11979" y="11521"/>
                </a:lnTo>
                <a:lnTo>
                  <a:pt x="11750" y="11612"/>
                </a:lnTo>
                <a:lnTo>
                  <a:pt x="10051" y="11612"/>
                </a:lnTo>
                <a:lnTo>
                  <a:pt x="10051" y="11337"/>
                </a:lnTo>
                <a:lnTo>
                  <a:pt x="10143" y="11108"/>
                </a:lnTo>
                <a:lnTo>
                  <a:pt x="10281" y="10878"/>
                </a:lnTo>
                <a:lnTo>
                  <a:pt x="10419" y="10695"/>
                </a:lnTo>
                <a:lnTo>
                  <a:pt x="10648" y="10557"/>
                </a:lnTo>
                <a:lnTo>
                  <a:pt x="10878" y="10419"/>
                </a:lnTo>
                <a:lnTo>
                  <a:pt x="11107" y="10327"/>
                </a:lnTo>
                <a:close/>
                <a:moveTo>
                  <a:pt x="7619" y="12622"/>
                </a:moveTo>
                <a:lnTo>
                  <a:pt x="7894" y="12668"/>
                </a:lnTo>
                <a:lnTo>
                  <a:pt x="8124" y="12714"/>
                </a:lnTo>
                <a:lnTo>
                  <a:pt x="8353" y="12852"/>
                </a:lnTo>
                <a:lnTo>
                  <a:pt x="8537" y="12989"/>
                </a:lnTo>
                <a:lnTo>
                  <a:pt x="8720" y="13219"/>
                </a:lnTo>
                <a:lnTo>
                  <a:pt x="8812" y="13402"/>
                </a:lnTo>
                <a:lnTo>
                  <a:pt x="8904" y="13678"/>
                </a:lnTo>
                <a:lnTo>
                  <a:pt x="8950" y="13953"/>
                </a:lnTo>
                <a:lnTo>
                  <a:pt x="7481" y="13953"/>
                </a:lnTo>
                <a:lnTo>
                  <a:pt x="7252" y="13907"/>
                </a:lnTo>
                <a:lnTo>
                  <a:pt x="6976" y="13816"/>
                </a:lnTo>
                <a:lnTo>
                  <a:pt x="6747" y="13724"/>
                </a:lnTo>
                <a:lnTo>
                  <a:pt x="6563" y="13540"/>
                </a:lnTo>
                <a:lnTo>
                  <a:pt x="6426" y="13357"/>
                </a:lnTo>
                <a:lnTo>
                  <a:pt x="6288" y="13127"/>
                </a:lnTo>
                <a:lnTo>
                  <a:pt x="6196" y="12898"/>
                </a:lnTo>
                <a:lnTo>
                  <a:pt x="6150" y="12622"/>
                </a:lnTo>
                <a:close/>
                <a:moveTo>
                  <a:pt x="9501" y="1378"/>
                </a:moveTo>
                <a:lnTo>
                  <a:pt x="17074" y="8400"/>
                </a:lnTo>
                <a:lnTo>
                  <a:pt x="15100" y="8400"/>
                </a:lnTo>
                <a:lnTo>
                  <a:pt x="14870" y="8446"/>
                </a:lnTo>
                <a:lnTo>
                  <a:pt x="14687" y="8583"/>
                </a:lnTo>
                <a:lnTo>
                  <a:pt x="14595" y="8767"/>
                </a:lnTo>
                <a:lnTo>
                  <a:pt x="14549" y="8996"/>
                </a:lnTo>
                <a:lnTo>
                  <a:pt x="14549" y="16707"/>
                </a:lnTo>
                <a:lnTo>
                  <a:pt x="10051" y="16707"/>
                </a:lnTo>
                <a:lnTo>
                  <a:pt x="10051" y="12714"/>
                </a:lnTo>
                <a:lnTo>
                  <a:pt x="11520" y="12714"/>
                </a:lnTo>
                <a:lnTo>
                  <a:pt x="11979" y="12668"/>
                </a:lnTo>
                <a:lnTo>
                  <a:pt x="12438" y="12530"/>
                </a:lnTo>
                <a:lnTo>
                  <a:pt x="12851" y="12301"/>
                </a:lnTo>
                <a:lnTo>
                  <a:pt x="13218" y="11980"/>
                </a:lnTo>
                <a:lnTo>
                  <a:pt x="13539" y="11612"/>
                </a:lnTo>
                <a:lnTo>
                  <a:pt x="13769" y="11199"/>
                </a:lnTo>
                <a:lnTo>
                  <a:pt x="13907" y="10740"/>
                </a:lnTo>
                <a:lnTo>
                  <a:pt x="13953" y="10236"/>
                </a:lnTo>
                <a:lnTo>
                  <a:pt x="13953" y="9777"/>
                </a:lnTo>
                <a:lnTo>
                  <a:pt x="13907" y="9547"/>
                </a:lnTo>
                <a:lnTo>
                  <a:pt x="13769" y="9364"/>
                </a:lnTo>
                <a:lnTo>
                  <a:pt x="13585" y="9226"/>
                </a:lnTo>
                <a:lnTo>
                  <a:pt x="13402" y="9180"/>
                </a:lnTo>
                <a:lnTo>
                  <a:pt x="11382" y="9180"/>
                </a:lnTo>
                <a:lnTo>
                  <a:pt x="11015" y="9226"/>
                </a:lnTo>
                <a:lnTo>
                  <a:pt x="10694" y="9318"/>
                </a:lnTo>
                <a:lnTo>
                  <a:pt x="10373" y="9409"/>
                </a:lnTo>
                <a:lnTo>
                  <a:pt x="10051" y="9593"/>
                </a:lnTo>
                <a:lnTo>
                  <a:pt x="10051" y="7161"/>
                </a:lnTo>
                <a:lnTo>
                  <a:pt x="10051" y="6931"/>
                </a:lnTo>
                <a:lnTo>
                  <a:pt x="10005" y="6748"/>
                </a:lnTo>
                <a:lnTo>
                  <a:pt x="9868" y="6564"/>
                </a:lnTo>
                <a:lnTo>
                  <a:pt x="9730" y="6380"/>
                </a:lnTo>
                <a:lnTo>
                  <a:pt x="9592" y="6243"/>
                </a:lnTo>
                <a:lnTo>
                  <a:pt x="9409" y="6151"/>
                </a:lnTo>
                <a:lnTo>
                  <a:pt x="9179" y="6105"/>
                </a:lnTo>
                <a:lnTo>
                  <a:pt x="8950" y="6059"/>
                </a:lnTo>
                <a:lnTo>
                  <a:pt x="5324" y="6059"/>
                </a:lnTo>
                <a:lnTo>
                  <a:pt x="5232" y="6105"/>
                </a:lnTo>
                <a:lnTo>
                  <a:pt x="5140" y="6151"/>
                </a:lnTo>
                <a:lnTo>
                  <a:pt x="5095" y="6243"/>
                </a:lnTo>
                <a:lnTo>
                  <a:pt x="5095" y="6334"/>
                </a:lnTo>
                <a:lnTo>
                  <a:pt x="5095" y="7161"/>
                </a:lnTo>
                <a:lnTo>
                  <a:pt x="5140" y="7665"/>
                </a:lnTo>
                <a:lnTo>
                  <a:pt x="5278" y="8124"/>
                </a:lnTo>
                <a:lnTo>
                  <a:pt x="5508" y="8537"/>
                </a:lnTo>
                <a:lnTo>
                  <a:pt x="5783" y="8905"/>
                </a:lnTo>
                <a:lnTo>
                  <a:pt x="6150" y="9180"/>
                </a:lnTo>
                <a:lnTo>
                  <a:pt x="6563" y="9409"/>
                </a:lnTo>
                <a:lnTo>
                  <a:pt x="7022" y="9547"/>
                </a:lnTo>
                <a:lnTo>
                  <a:pt x="7527" y="9593"/>
                </a:lnTo>
                <a:lnTo>
                  <a:pt x="8904" y="9593"/>
                </a:lnTo>
                <a:lnTo>
                  <a:pt x="8904" y="11888"/>
                </a:lnTo>
                <a:lnTo>
                  <a:pt x="8629" y="11750"/>
                </a:lnTo>
                <a:lnTo>
                  <a:pt x="8307" y="11612"/>
                </a:lnTo>
                <a:lnTo>
                  <a:pt x="7940" y="11521"/>
                </a:lnTo>
                <a:lnTo>
                  <a:pt x="5645" y="11521"/>
                </a:lnTo>
                <a:lnTo>
                  <a:pt x="5416" y="11567"/>
                </a:lnTo>
                <a:lnTo>
                  <a:pt x="5232" y="11658"/>
                </a:lnTo>
                <a:lnTo>
                  <a:pt x="5140" y="11842"/>
                </a:lnTo>
                <a:lnTo>
                  <a:pt x="5095" y="12071"/>
                </a:lnTo>
                <a:lnTo>
                  <a:pt x="5095" y="12622"/>
                </a:lnTo>
                <a:lnTo>
                  <a:pt x="5140" y="13081"/>
                </a:lnTo>
                <a:lnTo>
                  <a:pt x="5278" y="13540"/>
                </a:lnTo>
                <a:lnTo>
                  <a:pt x="5508" y="13953"/>
                </a:lnTo>
                <a:lnTo>
                  <a:pt x="5783" y="14320"/>
                </a:lnTo>
                <a:lnTo>
                  <a:pt x="6150" y="14642"/>
                </a:lnTo>
                <a:lnTo>
                  <a:pt x="6563" y="14871"/>
                </a:lnTo>
                <a:lnTo>
                  <a:pt x="7022" y="15009"/>
                </a:lnTo>
                <a:lnTo>
                  <a:pt x="7527" y="15055"/>
                </a:lnTo>
                <a:lnTo>
                  <a:pt x="8904" y="15055"/>
                </a:lnTo>
                <a:lnTo>
                  <a:pt x="8904" y="16707"/>
                </a:lnTo>
                <a:lnTo>
                  <a:pt x="4498" y="16707"/>
                </a:lnTo>
                <a:lnTo>
                  <a:pt x="4498" y="8996"/>
                </a:lnTo>
                <a:lnTo>
                  <a:pt x="4452" y="8767"/>
                </a:lnTo>
                <a:lnTo>
                  <a:pt x="4314" y="8583"/>
                </a:lnTo>
                <a:lnTo>
                  <a:pt x="4131" y="8446"/>
                </a:lnTo>
                <a:lnTo>
                  <a:pt x="3901" y="8400"/>
                </a:lnTo>
                <a:lnTo>
                  <a:pt x="1974" y="8400"/>
                </a:lnTo>
                <a:lnTo>
                  <a:pt x="9501" y="1378"/>
                </a:lnTo>
                <a:close/>
                <a:moveTo>
                  <a:pt x="9501" y="1"/>
                </a:moveTo>
                <a:lnTo>
                  <a:pt x="9317" y="47"/>
                </a:lnTo>
                <a:lnTo>
                  <a:pt x="9133" y="184"/>
                </a:lnTo>
                <a:lnTo>
                  <a:pt x="184" y="8583"/>
                </a:lnTo>
                <a:lnTo>
                  <a:pt x="46" y="8721"/>
                </a:lnTo>
                <a:lnTo>
                  <a:pt x="0" y="8859"/>
                </a:lnTo>
                <a:lnTo>
                  <a:pt x="0" y="9042"/>
                </a:lnTo>
                <a:lnTo>
                  <a:pt x="46" y="9180"/>
                </a:lnTo>
                <a:lnTo>
                  <a:pt x="92" y="9318"/>
                </a:lnTo>
                <a:lnTo>
                  <a:pt x="230" y="9409"/>
                </a:lnTo>
                <a:lnTo>
                  <a:pt x="367" y="9501"/>
                </a:lnTo>
                <a:lnTo>
                  <a:pt x="551" y="9547"/>
                </a:lnTo>
                <a:lnTo>
                  <a:pt x="3351" y="9547"/>
                </a:lnTo>
                <a:lnTo>
                  <a:pt x="3351" y="17258"/>
                </a:lnTo>
                <a:lnTo>
                  <a:pt x="3396" y="17441"/>
                </a:lnTo>
                <a:lnTo>
                  <a:pt x="3534" y="17625"/>
                </a:lnTo>
                <a:lnTo>
                  <a:pt x="3718" y="17763"/>
                </a:lnTo>
                <a:lnTo>
                  <a:pt x="3947" y="17808"/>
                </a:lnTo>
                <a:lnTo>
                  <a:pt x="15100" y="17808"/>
                </a:lnTo>
                <a:lnTo>
                  <a:pt x="15329" y="17763"/>
                </a:lnTo>
                <a:lnTo>
                  <a:pt x="15513" y="17625"/>
                </a:lnTo>
                <a:lnTo>
                  <a:pt x="15605" y="17441"/>
                </a:lnTo>
                <a:lnTo>
                  <a:pt x="15651" y="17258"/>
                </a:lnTo>
                <a:lnTo>
                  <a:pt x="15651" y="9547"/>
                </a:lnTo>
                <a:lnTo>
                  <a:pt x="18496" y="9547"/>
                </a:lnTo>
                <a:lnTo>
                  <a:pt x="18634" y="9501"/>
                </a:lnTo>
                <a:lnTo>
                  <a:pt x="18818" y="9409"/>
                </a:lnTo>
                <a:lnTo>
                  <a:pt x="18909" y="9318"/>
                </a:lnTo>
                <a:lnTo>
                  <a:pt x="19001" y="9180"/>
                </a:lnTo>
                <a:lnTo>
                  <a:pt x="19047" y="9042"/>
                </a:lnTo>
                <a:lnTo>
                  <a:pt x="19047" y="8859"/>
                </a:lnTo>
                <a:lnTo>
                  <a:pt x="18955" y="8721"/>
                </a:lnTo>
                <a:lnTo>
                  <a:pt x="18863" y="8583"/>
                </a:lnTo>
                <a:lnTo>
                  <a:pt x="9914" y="184"/>
                </a:lnTo>
                <a:lnTo>
                  <a:pt x="9730" y="47"/>
                </a:lnTo>
                <a:lnTo>
                  <a:pt x="95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 name="Google Shape;988;p61"/>
          <p:cNvGrpSpPr/>
          <p:nvPr/>
        </p:nvGrpSpPr>
        <p:grpSpPr>
          <a:xfrm>
            <a:off x="2689841" y="4030265"/>
            <a:ext cx="439139" cy="291387"/>
            <a:chOff x="2689841" y="4243315"/>
            <a:chExt cx="439139" cy="291387"/>
          </a:xfrm>
        </p:grpSpPr>
        <p:sp>
          <p:nvSpPr>
            <p:cNvPr id="989" name="Google Shape;989;p61"/>
            <p:cNvSpPr/>
            <p:nvPr/>
          </p:nvSpPr>
          <p:spPr>
            <a:xfrm>
              <a:off x="2689841" y="4243315"/>
              <a:ext cx="439139" cy="291387"/>
            </a:xfrm>
            <a:custGeom>
              <a:rect b="b" l="l" r="r" t="t"/>
              <a:pathLst>
                <a:path extrusionOk="0" h="12669" w="19093">
                  <a:moveTo>
                    <a:pt x="11474" y="3627"/>
                  </a:moveTo>
                  <a:lnTo>
                    <a:pt x="9914" y="7115"/>
                  </a:lnTo>
                  <a:lnTo>
                    <a:pt x="9455" y="7069"/>
                  </a:lnTo>
                  <a:lnTo>
                    <a:pt x="9042" y="7161"/>
                  </a:lnTo>
                  <a:lnTo>
                    <a:pt x="7114" y="3627"/>
                  </a:lnTo>
                  <a:close/>
                  <a:moveTo>
                    <a:pt x="4727" y="7528"/>
                  </a:moveTo>
                  <a:lnTo>
                    <a:pt x="5003" y="7803"/>
                  </a:lnTo>
                  <a:lnTo>
                    <a:pt x="5232" y="8079"/>
                  </a:lnTo>
                  <a:lnTo>
                    <a:pt x="5416" y="8400"/>
                  </a:lnTo>
                  <a:lnTo>
                    <a:pt x="5553" y="8721"/>
                  </a:lnTo>
                  <a:lnTo>
                    <a:pt x="4177" y="8721"/>
                  </a:lnTo>
                  <a:lnTo>
                    <a:pt x="4727" y="7528"/>
                  </a:lnTo>
                  <a:close/>
                  <a:moveTo>
                    <a:pt x="6196" y="4315"/>
                  </a:moveTo>
                  <a:lnTo>
                    <a:pt x="8078" y="7757"/>
                  </a:lnTo>
                  <a:lnTo>
                    <a:pt x="7940" y="7987"/>
                  </a:lnTo>
                  <a:lnTo>
                    <a:pt x="7802" y="8216"/>
                  </a:lnTo>
                  <a:lnTo>
                    <a:pt x="7711" y="8492"/>
                  </a:lnTo>
                  <a:lnTo>
                    <a:pt x="7619" y="8721"/>
                  </a:lnTo>
                  <a:lnTo>
                    <a:pt x="6701" y="8721"/>
                  </a:lnTo>
                  <a:lnTo>
                    <a:pt x="6609" y="8400"/>
                  </a:lnTo>
                  <a:lnTo>
                    <a:pt x="6517" y="8079"/>
                  </a:lnTo>
                  <a:lnTo>
                    <a:pt x="6334" y="7757"/>
                  </a:lnTo>
                  <a:lnTo>
                    <a:pt x="6196" y="7436"/>
                  </a:lnTo>
                  <a:lnTo>
                    <a:pt x="5967" y="7161"/>
                  </a:lnTo>
                  <a:lnTo>
                    <a:pt x="5737" y="6931"/>
                  </a:lnTo>
                  <a:lnTo>
                    <a:pt x="5508" y="6702"/>
                  </a:lnTo>
                  <a:lnTo>
                    <a:pt x="5186" y="6472"/>
                  </a:lnTo>
                  <a:lnTo>
                    <a:pt x="6196" y="4315"/>
                  </a:lnTo>
                  <a:close/>
                  <a:moveTo>
                    <a:pt x="9730" y="8216"/>
                  </a:moveTo>
                  <a:lnTo>
                    <a:pt x="9868" y="8262"/>
                  </a:lnTo>
                  <a:lnTo>
                    <a:pt x="10005" y="8354"/>
                  </a:lnTo>
                  <a:lnTo>
                    <a:pt x="10143" y="8446"/>
                  </a:lnTo>
                  <a:lnTo>
                    <a:pt x="10235" y="8584"/>
                  </a:lnTo>
                  <a:lnTo>
                    <a:pt x="10281" y="8721"/>
                  </a:lnTo>
                  <a:lnTo>
                    <a:pt x="10327" y="8859"/>
                  </a:lnTo>
                  <a:lnTo>
                    <a:pt x="10373" y="8997"/>
                  </a:lnTo>
                  <a:lnTo>
                    <a:pt x="10327" y="9180"/>
                  </a:lnTo>
                  <a:lnTo>
                    <a:pt x="10281" y="9318"/>
                  </a:lnTo>
                  <a:lnTo>
                    <a:pt x="10235" y="9456"/>
                  </a:lnTo>
                  <a:lnTo>
                    <a:pt x="10143" y="9593"/>
                  </a:lnTo>
                  <a:lnTo>
                    <a:pt x="10005" y="9685"/>
                  </a:lnTo>
                  <a:lnTo>
                    <a:pt x="9868" y="9777"/>
                  </a:lnTo>
                  <a:lnTo>
                    <a:pt x="9730" y="9823"/>
                  </a:lnTo>
                  <a:lnTo>
                    <a:pt x="9409" y="9823"/>
                  </a:lnTo>
                  <a:lnTo>
                    <a:pt x="9225" y="9777"/>
                  </a:lnTo>
                  <a:lnTo>
                    <a:pt x="9087" y="9685"/>
                  </a:lnTo>
                  <a:lnTo>
                    <a:pt x="8996" y="9593"/>
                  </a:lnTo>
                  <a:lnTo>
                    <a:pt x="8904" y="9456"/>
                  </a:lnTo>
                  <a:lnTo>
                    <a:pt x="8812" y="9318"/>
                  </a:lnTo>
                  <a:lnTo>
                    <a:pt x="8766" y="9180"/>
                  </a:lnTo>
                  <a:lnTo>
                    <a:pt x="8766" y="8997"/>
                  </a:lnTo>
                  <a:lnTo>
                    <a:pt x="8766" y="8859"/>
                  </a:lnTo>
                  <a:lnTo>
                    <a:pt x="8812" y="8721"/>
                  </a:lnTo>
                  <a:lnTo>
                    <a:pt x="8904" y="8584"/>
                  </a:lnTo>
                  <a:lnTo>
                    <a:pt x="8996" y="8446"/>
                  </a:lnTo>
                  <a:lnTo>
                    <a:pt x="9087" y="8354"/>
                  </a:lnTo>
                  <a:lnTo>
                    <a:pt x="9225" y="8262"/>
                  </a:lnTo>
                  <a:lnTo>
                    <a:pt x="9409" y="8216"/>
                  </a:lnTo>
                  <a:close/>
                  <a:moveTo>
                    <a:pt x="3718" y="7069"/>
                  </a:moveTo>
                  <a:lnTo>
                    <a:pt x="2800" y="9042"/>
                  </a:lnTo>
                  <a:lnTo>
                    <a:pt x="2754" y="9226"/>
                  </a:lnTo>
                  <a:lnTo>
                    <a:pt x="2754" y="9364"/>
                  </a:lnTo>
                  <a:lnTo>
                    <a:pt x="2800" y="9501"/>
                  </a:lnTo>
                  <a:lnTo>
                    <a:pt x="2846" y="9593"/>
                  </a:lnTo>
                  <a:lnTo>
                    <a:pt x="2937" y="9685"/>
                  </a:lnTo>
                  <a:lnTo>
                    <a:pt x="3029" y="9777"/>
                  </a:lnTo>
                  <a:lnTo>
                    <a:pt x="3167" y="9823"/>
                  </a:lnTo>
                  <a:lnTo>
                    <a:pt x="3350" y="9869"/>
                  </a:lnTo>
                  <a:lnTo>
                    <a:pt x="5553" y="9869"/>
                  </a:lnTo>
                  <a:lnTo>
                    <a:pt x="5416" y="10236"/>
                  </a:lnTo>
                  <a:lnTo>
                    <a:pt x="5232" y="10557"/>
                  </a:lnTo>
                  <a:lnTo>
                    <a:pt x="5003" y="10832"/>
                  </a:lnTo>
                  <a:lnTo>
                    <a:pt x="4681" y="11108"/>
                  </a:lnTo>
                  <a:lnTo>
                    <a:pt x="4360" y="11291"/>
                  </a:lnTo>
                  <a:lnTo>
                    <a:pt x="4039" y="11429"/>
                  </a:lnTo>
                  <a:lnTo>
                    <a:pt x="3626" y="11521"/>
                  </a:lnTo>
                  <a:lnTo>
                    <a:pt x="3259" y="11521"/>
                  </a:lnTo>
                  <a:lnTo>
                    <a:pt x="2800" y="11475"/>
                  </a:lnTo>
                  <a:lnTo>
                    <a:pt x="2433" y="11337"/>
                  </a:lnTo>
                  <a:lnTo>
                    <a:pt x="2065" y="11108"/>
                  </a:lnTo>
                  <a:lnTo>
                    <a:pt x="1790" y="10832"/>
                  </a:lnTo>
                  <a:lnTo>
                    <a:pt x="1515" y="10511"/>
                  </a:lnTo>
                  <a:lnTo>
                    <a:pt x="1331" y="10144"/>
                  </a:lnTo>
                  <a:lnTo>
                    <a:pt x="1193" y="9777"/>
                  </a:lnTo>
                  <a:lnTo>
                    <a:pt x="1147" y="9364"/>
                  </a:lnTo>
                  <a:lnTo>
                    <a:pt x="1147" y="9088"/>
                  </a:lnTo>
                  <a:lnTo>
                    <a:pt x="1193" y="8859"/>
                  </a:lnTo>
                  <a:lnTo>
                    <a:pt x="1331" y="8400"/>
                  </a:lnTo>
                  <a:lnTo>
                    <a:pt x="1560" y="7987"/>
                  </a:lnTo>
                  <a:lnTo>
                    <a:pt x="1882" y="7620"/>
                  </a:lnTo>
                  <a:lnTo>
                    <a:pt x="2295" y="7344"/>
                  </a:lnTo>
                  <a:lnTo>
                    <a:pt x="2708" y="7161"/>
                  </a:lnTo>
                  <a:lnTo>
                    <a:pt x="3213" y="7069"/>
                  </a:lnTo>
                  <a:close/>
                  <a:moveTo>
                    <a:pt x="15972" y="7069"/>
                  </a:moveTo>
                  <a:lnTo>
                    <a:pt x="16201" y="7115"/>
                  </a:lnTo>
                  <a:lnTo>
                    <a:pt x="16477" y="7161"/>
                  </a:lnTo>
                  <a:lnTo>
                    <a:pt x="16706" y="7253"/>
                  </a:lnTo>
                  <a:lnTo>
                    <a:pt x="17119" y="7528"/>
                  </a:lnTo>
                  <a:lnTo>
                    <a:pt x="17441" y="7895"/>
                  </a:lnTo>
                  <a:lnTo>
                    <a:pt x="17578" y="8079"/>
                  </a:lnTo>
                  <a:lnTo>
                    <a:pt x="17716" y="8308"/>
                  </a:lnTo>
                  <a:lnTo>
                    <a:pt x="17808" y="8538"/>
                  </a:lnTo>
                  <a:lnTo>
                    <a:pt x="17900" y="8767"/>
                  </a:lnTo>
                  <a:lnTo>
                    <a:pt x="17945" y="9042"/>
                  </a:lnTo>
                  <a:lnTo>
                    <a:pt x="17945" y="9272"/>
                  </a:lnTo>
                  <a:lnTo>
                    <a:pt x="17900" y="9731"/>
                  </a:lnTo>
                  <a:lnTo>
                    <a:pt x="17762" y="10144"/>
                  </a:lnTo>
                  <a:lnTo>
                    <a:pt x="17578" y="10557"/>
                  </a:lnTo>
                  <a:lnTo>
                    <a:pt x="17303" y="10878"/>
                  </a:lnTo>
                  <a:lnTo>
                    <a:pt x="16982" y="11154"/>
                  </a:lnTo>
                  <a:lnTo>
                    <a:pt x="16614" y="11337"/>
                  </a:lnTo>
                  <a:lnTo>
                    <a:pt x="16155" y="11475"/>
                  </a:lnTo>
                  <a:lnTo>
                    <a:pt x="15742" y="11521"/>
                  </a:lnTo>
                  <a:lnTo>
                    <a:pt x="15375" y="11475"/>
                  </a:lnTo>
                  <a:lnTo>
                    <a:pt x="15008" y="11429"/>
                  </a:lnTo>
                  <a:lnTo>
                    <a:pt x="14687" y="11291"/>
                  </a:lnTo>
                  <a:lnTo>
                    <a:pt x="14411" y="11108"/>
                  </a:lnTo>
                  <a:lnTo>
                    <a:pt x="14182" y="10924"/>
                  </a:lnTo>
                  <a:lnTo>
                    <a:pt x="13952" y="10649"/>
                  </a:lnTo>
                  <a:lnTo>
                    <a:pt x="13769" y="10419"/>
                  </a:lnTo>
                  <a:lnTo>
                    <a:pt x="13631" y="10098"/>
                  </a:lnTo>
                  <a:lnTo>
                    <a:pt x="13539" y="9823"/>
                  </a:lnTo>
                  <a:lnTo>
                    <a:pt x="13494" y="9501"/>
                  </a:lnTo>
                  <a:lnTo>
                    <a:pt x="13494" y="9180"/>
                  </a:lnTo>
                  <a:lnTo>
                    <a:pt x="13539" y="8859"/>
                  </a:lnTo>
                  <a:lnTo>
                    <a:pt x="13631" y="8538"/>
                  </a:lnTo>
                  <a:lnTo>
                    <a:pt x="13769" y="8216"/>
                  </a:lnTo>
                  <a:lnTo>
                    <a:pt x="13952" y="7941"/>
                  </a:lnTo>
                  <a:lnTo>
                    <a:pt x="14182" y="7666"/>
                  </a:lnTo>
                  <a:lnTo>
                    <a:pt x="15238" y="9547"/>
                  </a:lnTo>
                  <a:lnTo>
                    <a:pt x="15375" y="9731"/>
                  </a:lnTo>
                  <a:lnTo>
                    <a:pt x="15559" y="9823"/>
                  </a:lnTo>
                  <a:lnTo>
                    <a:pt x="15788" y="9869"/>
                  </a:lnTo>
                  <a:lnTo>
                    <a:pt x="16018" y="9777"/>
                  </a:lnTo>
                  <a:lnTo>
                    <a:pt x="16155" y="9639"/>
                  </a:lnTo>
                  <a:lnTo>
                    <a:pt x="16247" y="9456"/>
                  </a:lnTo>
                  <a:lnTo>
                    <a:pt x="16293" y="9226"/>
                  </a:lnTo>
                  <a:lnTo>
                    <a:pt x="16201" y="9042"/>
                  </a:lnTo>
                  <a:lnTo>
                    <a:pt x="15192" y="7115"/>
                  </a:lnTo>
                  <a:lnTo>
                    <a:pt x="15467" y="7069"/>
                  </a:lnTo>
                  <a:close/>
                  <a:moveTo>
                    <a:pt x="9546" y="1"/>
                  </a:moveTo>
                  <a:lnTo>
                    <a:pt x="9363" y="47"/>
                  </a:lnTo>
                  <a:lnTo>
                    <a:pt x="9179" y="185"/>
                  </a:lnTo>
                  <a:lnTo>
                    <a:pt x="9042" y="368"/>
                  </a:lnTo>
                  <a:lnTo>
                    <a:pt x="8996" y="552"/>
                  </a:lnTo>
                  <a:lnTo>
                    <a:pt x="9042" y="781"/>
                  </a:lnTo>
                  <a:lnTo>
                    <a:pt x="9133" y="965"/>
                  </a:lnTo>
                  <a:lnTo>
                    <a:pt x="9317" y="1102"/>
                  </a:lnTo>
                  <a:lnTo>
                    <a:pt x="9546" y="1148"/>
                  </a:lnTo>
                  <a:lnTo>
                    <a:pt x="10648" y="1148"/>
                  </a:lnTo>
                  <a:lnTo>
                    <a:pt x="11382" y="2525"/>
                  </a:lnTo>
                  <a:lnTo>
                    <a:pt x="6517" y="2525"/>
                  </a:lnTo>
                  <a:lnTo>
                    <a:pt x="6242" y="2020"/>
                  </a:lnTo>
                  <a:lnTo>
                    <a:pt x="6517" y="2020"/>
                  </a:lnTo>
                  <a:lnTo>
                    <a:pt x="6701" y="1975"/>
                  </a:lnTo>
                  <a:lnTo>
                    <a:pt x="6884" y="1883"/>
                  </a:lnTo>
                  <a:lnTo>
                    <a:pt x="7022" y="1699"/>
                  </a:lnTo>
                  <a:lnTo>
                    <a:pt x="7068" y="1516"/>
                  </a:lnTo>
                  <a:lnTo>
                    <a:pt x="7022" y="1286"/>
                  </a:lnTo>
                  <a:lnTo>
                    <a:pt x="6930" y="1102"/>
                  </a:lnTo>
                  <a:lnTo>
                    <a:pt x="6747" y="965"/>
                  </a:lnTo>
                  <a:lnTo>
                    <a:pt x="6517" y="919"/>
                  </a:lnTo>
                  <a:lnTo>
                    <a:pt x="3580" y="919"/>
                  </a:lnTo>
                  <a:lnTo>
                    <a:pt x="3350" y="965"/>
                  </a:lnTo>
                  <a:lnTo>
                    <a:pt x="3167" y="1057"/>
                  </a:lnTo>
                  <a:lnTo>
                    <a:pt x="3029" y="1240"/>
                  </a:lnTo>
                  <a:lnTo>
                    <a:pt x="2983" y="1470"/>
                  </a:lnTo>
                  <a:lnTo>
                    <a:pt x="3029" y="1699"/>
                  </a:lnTo>
                  <a:lnTo>
                    <a:pt x="3121" y="1883"/>
                  </a:lnTo>
                  <a:lnTo>
                    <a:pt x="3305" y="1975"/>
                  </a:lnTo>
                  <a:lnTo>
                    <a:pt x="3534" y="2020"/>
                  </a:lnTo>
                  <a:lnTo>
                    <a:pt x="4957" y="2020"/>
                  </a:lnTo>
                  <a:lnTo>
                    <a:pt x="5508" y="3030"/>
                  </a:lnTo>
                  <a:lnTo>
                    <a:pt x="4177" y="6013"/>
                  </a:lnTo>
                  <a:lnTo>
                    <a:pt x="3718" y="5967"/>
                  </a:lnTo>
                  <a:lnTo>
                    <a:pt x="3305" y="5922"/>
                  </a:lnTo>
                  <a:lnTo>
                    <a:pt x="2891" y="5967"/>
                  </a:lnTo>
                  <a:lnTo>
                    <a:pt x="2478" y="6059"/>
                  </a:lnTo>
                  <a:lnTo>
                    <a:pt x="2065" y="6197"/>
                  </a:lnTo>
                  <a:lnTo>
                    <a:pt x="1698" y="6381"/>
                  </a:lnTo>
                  <a:lnTo>
                    <a:pt x="1377" y="6610"/>
                  </a:lnTo>
                  <a:lnTo>
                    <a:pt x="1056" y="6885"/>
                  </a:lnTo>
                  <a:lnTo>
                    <a:pt x="780" y="7161"/>
                  </a:lnTo>
                  <a:lnTo>
                    <a:pt x="551" y="7482"/>
                  </a:lnTo>
                  <a:lnTo>
                    <a:pt x="321" y="7849"/>
                  </a:lnTo>
                  <a:lnTo>
                    <a:pt x="184" y="8262"/>
                  </a:lnTo>
                  <a:lnTo>
                    <a:pt x="92" y="8675"/>
                  </a:lnTo>
                  <a:lnTo>
                    <a:pt x="0" y="9088"/>
                  </a:lnTo>
                  <a:lnTo>
                    <a:pt x="46" y="9547"/>
                  </a:lnTo>
                  <a:lnTo>
                    <a:pt x="92" y="10006"/>
                  </a:lnTo>
                  <a:lnTo>
                    <a:pt x="229" y="10465"/>
                  </a:lnTo>
                  <a:lnTo>
                    <a:pt x="367" y="10878"/>
                  </a:lnTo>
                  <a:lnTo>
                    <a:pt x="597" y="11246"/>
                  </a:lnTo>
                  <a:lnTo>
                    <a:pt x="872" y="11567"/>
                  </a:lnTo>
                  <a:lnTo>
                    <a:pt x="1193" y="11888"/>
                  </a:lnTo>
                  <a:lnTo>
                    <a:pt x="1560" y="12163"/>
                  </a:lnTo>
                  <a:lnTo>
                    <a:pt x="1974" y="12347"/>
                  </a:lnTo>
                  <a:lnTo>
                    <a:pt x="2387" y="12485"/>
                  </a:lnTo>
                  <a:lnTo>
                    <a:pt x="2754" y="12576"/>
                  </a:lnTo>
                  <a:lnTo>
                    <a:pt x="3121" y="12622"/>
                  </a:lnTo>
                  <a:lnTo>
                    <a:pt x="3534" y="12668"/>
                  </a:lnTo>
                  <a:lnTo>
                    <a:pt x="3855" y="12622"/>
                  </a:lnTo>
                  <a:lnTo>
                    <a:pt x="4222" y="12531"/>
                  </a:lnTo>
                  <a:lnTo>
                    <a:pt x="4544" y="12439"/>
                  </a:lnTo>
                  <a:lnTo>
                    <a:pt x="4865" y="12301"/>
                  </a:lnTo>
                  <a:lnTo>
                    <a:pt x="5186" y="12118"/>
                  </a:lnTo>
                  <a:lnTo>
                    <a:pt x="5462" y="11934"/>
                  </a:lnTo>
                  <a:lnTo>
                    <a:pt x="5737" y="11704"/>
                  </a:lnTo>
                  <a:lnTo>
                    <a:pt x="5967" y="11429"/>
                  </a:lnTo>
                  <a:lnTo>
                    <a:pt x="6150" y="11154"/>
                  </a:lnTo>
                  <a:lnTo>
                    <a:pt x="6334" y="10878"/>
                  </a:lnTo>
                  <a:lnTo>
                    <a:pt x="6471" y="10557"/>
                  </a:lnTo>
                  <a:lnTo>
                    <a:pt x="6609" y="10190"/>
                  </a:lnTo>
                  <a:lnTo>
                    <a:pt x="6701" y="9869"/>
                  </a:lnTo>
                  <a:lnTo>
                    <a:pt x="7802" y="9869"/>
                  </a:lnTo>
                  <a:lnTo>
                    <a:pt x="7986" y="10144"/>
                  </a:lnTo>
                  <a:lnTo>
                    <a:pt x="8170" y="10373"/>
                  </a:lnTo>
                  <a:lnTo>
                    <a:pt x="8445" y="10603"/>
                  </a:lnTo>
                  <a:lnTo>
                    <a:pt x="8720" y="10741"/>
                  </a:lnTo>
                  <a:lnTo>
                    <a:pt x="8996" y="10878"/>
                  </a:lnTo>
                  <a:lnTo>
                    <a:pt x="9317" y="10924"/>
                  </a:lnTo>
                  <a:lnTo>
                    <a:pt x="9638" y="10970"/>
                  </a:lnTo>
                  <a:lnTo>
                    <a:pt x="9959" y="10924"/>
                  </a:lnTo>
                  <a:lnTo>
                    <a:pt x="10143" y="11154"/>
                  </a:lnTo>
                  <a:lnTo>
                    <a:pt x="9914" y="11200"/>
                  </a:lnTo>
                  <a:lnTo>
                    <a:pt x="9730" y="11337"/>
                  </a:lnTo>
                  <a:lnTo>
                    <a:pt x="9638" y="11567"/>
                  </a:lnTo>
                  <a:lnTo>
                    <a:pt x="9592" y="11796"/>
                  </a:lnTo>
                  <a:lnTo>
                    <a:pt x="9684" y="11980"/>
                  </a:lnTo>
                  <a:lnTo>
                    <a:pt x="9822" y="12163"/>
                  </a:lnTo>
                  <a:lnTo>
                    <a:pt x="9959" y="12255"/>
                  </a:lnTo>
                  <a:lnTo>
                    <a:pt x="10189" y="12301"/>
                  </a:lnTo>
                  <a:lnTo>
                    <a:pt x="11979" y="12301"/>
                  </a:lnTo>
                  <a:lnTo>
                    <a:pt x="12208" y="12255"/>
                  </a:lnTo>
                  <a:lnTo>
                    <a:pt x="12392" y="12118"/>
                  </a:lnTo>
                  <a:lnTo>
                    <a:pt x="12484" y="11980"/>
                  </a:lnTo>
                  <a:lnTo>
                    <a:pt x="12576" y="11750"/>
                  </a:lnTo>
                  <a:lnTo>
                    <a:pt x="12530" y="11521"/>
                  </a:lnTo>
                  <a:lnTo>
                    <a:pt x="12392" y="11337"/>
                  </a:lnTo>
                  <a:lnTo>
                    <a:pt x="12208" y="11200"/>
                  </a:lnTo>
                  <a:lnTo>
                    <a:pt x="11979" y="11154"/>
                  </a:lnTo>
                  <a:lnTo>
                    <a:pt x="11474" y="11154"/>
                  </a:lnTo>
                  <a:lnTo>
                    <a:pt x="10969" y="10373"/>
                  </a:lnTo>
                  <a:lnTo>
                    <a:pt x="11199" y="10052"/>
                  </a:lnTo>
                  <a:lnTo>
                    <a:pt x="11382" y="9731"/>
                  </a:lnTo>
                  <a:lnTo>
                    <a:pt x="11474" y="9364"/>
                  </a:lnTo>
                  <a:lnTo>
                    <a:pt x="11474" y="8997"/>
                  </a:lnTo>
                  <a:lnTo>
                    <a:pt x="11474" y="8629"/>
                  </a:lnTo>
                  <a:lnTo>
                    <a:pt x="11336" y="8308"/>
                  </a:lnTo>
                  <a:lnTo>
                    <a:pt x="11153" y="7941"/>
                  </a:lnTo>
                  <a:lnTo>
                    <a:pt x="10923" y="7666"/>
                  </a:lnTo>
                  <a:lnTo>
                    <a:pt x="12392" y="4361"/>
                  </a:lnTo>
                  <a:lnTo>
                    <a:pt x="13631" y="6656"/>
                  </a:lnTo>
                  <a:lnTo>
                    <a:pt x="13356" y="6931"/>
                  </a:lnTo>
                  <a:lnTo>
                    <a:pt x="13126" y="7207"/>
                  </a:lnTo>
                  <a:lnTo>
                    <a:pt x="12897" y="7482"/>
                  </a:lnTo>
                  <a:lnTo>
                    <a:pt x="12713" y="7849"/>
                  </a:lnTo>
                  <a:lnTo>
                    <a:pt x="12576" y="8170"/>
                  </a:lnTo>
                  <a:lnTo>
                    <a:pt x="12438" y="8538"/>
                  </a:lnTo>
                  <a:lnTo>
                    <a:pt x="12392" y="8905"/>
                  </a:lnTo>
                  <a:lnTo>
                    <a:pt x="12392" y="9318"/>
                  </a:lnTo>
                  <a:lnTo>
                    <a:pt x="12392" y="9639"/>
                  </a:lnTo>
                  <a:lnTo>
                    <a:pt x="12438" y="9960"/>
                  </a:lnTo>
                  <a:lnTo>
                    <a:pt x="12530" y="10282"/>
                  </a:lnTo>
                  <a:lnTo>
                    <a:pt x="12621" y="10603"/>
                  </a:lnTo>
                  <a:lnTo>
                    <a:pt x="12759" y="10878"/>
                  </a:lnTo>
                  <a:lnTo>
                    <a:pt x="12943" y="11154"/>
                  </a:lnTo>
                  <a:lnTo>
                    <a:pt x="13126" y="11383"/>
                  </a:lnTo>
                  <a:lnTo>
                    <a:pt x="13310" y="11659"/>
                  </a:lnTo>
                  <a:lnTo>
                    <a:pt x="13539" y="11842"/>
                  </a:lnTo>
                  <a:lnTo>
                    <a:pt x="13769" y="12026"/>
                  </a:lnTo>
                  <a:lnTo>
                    <a:pt x="14044" y="12209"/>
                  </a:lnTo>
                  <a:lnTo>
                    <a:pt x="14320" y="12347"/>
                  </a:lnTo>
                  <a:lnTo>
                    <a:pt x="14641" y="12485"/>
                  </a:lnTo>
                  <a:lnTo>
                    <a:pt x="14962" y="12576"/>
                  </a:lnTo>
                  <a:lnTo>
                    <a:pt x="15283" y="12622"/>
                  </a:lnTo>
                  <a:lnTo>
                    <a:pt x="15605" y="12668"/>
                  </a:lnTo>
                  <a:lnTo>
                    <a:pt x="15926" y="12668"/>
                  </a:lnTo>
                  <a:lnTo>
                    <a:pt x="16293" y="12622"/>
                  </a:lnTo>
                  <a:lnTo>
                    <a:pt x="16614" y="12531"/>
                  </a:lnTo>
                  <a:lnTo>
                    <a:pt x="16936" y="12439"/>
                  </a:lnTo>
                  <a:lnTo>
                    <a:pt x="17257" y="12301"/>
                  </a:lnTo>
                  <a:lnTo>
                    <a:pt x="17532" y="12118"/>
                  </a:lnTo>
                  <a:lnTo>
                    <a:pt x="17808" y="11934"/>
                  </a:lnTo>
                  <a:lnTo>
                    <a:pt x="18037" y="11704"/>
                  </a:lnTo>
                  <a:lnTo>
                    <a:pt x="18267" y="11475"/>
                  </a:lnTo>
                  <a:lnTo>
                    <a:pt x="18496" y="11200"/>
                  </a:lnTo>
                  <a:lnTo>
                    <a:pt x="18634" y="10924"/>
                  </a:lnTo>
                  <a:lnTo>
                    <a:pt x="18817" y="10649"/>
                  </a:lnTo>
                  <a:lnTo>
                    <a:pt x="18909" y="10328"/>
                  </a:lnTo>
                  <a:lnTo>
                    <a:pt x="19001" y="10006"/>
                  </a:lnTo>
                  <a:lnTo>
                    <a:pt x="19047" y="9639"/>
                  </a:lnTo>
                  <a:lnTo>
                    <a:pt x="19093" y="9318"/>
                  </a:lnTo>
                  <a:lnTo>
                    <a:pt x="19047" y="8905"/>
                  </a:lnTo>
                  <a:lnTo>
                    <a:pt x="19001" y="8492"/>
                  </a:lnTo>
                  <a:lnTo>
                    <a:pt x="18863" y="8079"/>
                  </a:lnTo>
                  <a:lnTo>
                    <a:pt x="18680" y="7757"/>
                  </a:lnTo>
                  <a:lnTo>
                    <a:pt x="18496" y="7390"/>
                  </a:lnTo>
                  <a:lnTo>
                    <a:pt x="18267" y="7115"/>
                  </a:lnTo>
                  <a:lnTo>
                    <a:pt x="17991" y="6839"/>
                  </a:lnTo>
                  <a:lnTo>
                    <a:pt x="17670" y="6564"/>
                  </a:lnTo>
                  <a:lnTo>
                    <a:pt x="17349" y="6381"/>
                  </a:lnTo>
                  <a:lnTo>
                    <a:pt x="16982" y="6197"/>
                  </a:lnTo>
                  <a:lnTo>
                    <a:pt x="16614" y="6059"/>
                  </a:lnTo>
                  <a:lnTo>
                    <a:pt x="16247" y="6013"/>
                  </a:lnTo>
                  <a:lnTo>
                    <a:pt x="15880" y="5967"/>
                  </a:lnTo>
                  <a:lnTo>
                    <a:pt x="15467" y="5967"/>
                  </a:lnTo>
                  <a:lnTo>
                    <a:pt x="15054" y="6013"/>
                  </a:lnTo>
                  <a:lnTo>
                    <a:pt x="14641" y="6151"/>
                  </a:lnTo>
                  <a:lnTo>
                    <a:pt x="11474" y="322"/>
                  </a:lnTo>
                  <a:lnTo>
                    <a:pt x="11382" y="185"/>
                  </a:lnTo>
                  <a:lnTo>
                    <a:pt x="11290" y="93"/>
                  </a:lnTo>
                  <a:lnTo>
                    <a:pt x="11153" y="47"/>
                  </a:lnTo>
                  <a:lnTo>
                    <a:pt x="109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p:nvPr/>
          </p:nvSpPr>
          <p:spPr>
            <a:xfrm>
              <a:off x="2999122" y="4262336"/>
              <a:ext cx="101361" cy="83398"/>
            </a:xfrm>
            <a:custGeom>
              <a:rect b="b" l="l" r="r" t="t"/>
              <a:pathLst>
                <a:path extrusionOk="0" h="3626" w="4407">
                  <a:moveTo>
                    <a:pt x="1745" y="1193"/>
                  </a:moveTo>
                  <a:lnTo>
                    <a:pt x="1745" y="2524"/>
                  </a:lnTo>
                  <a:lnTo>
                    <a:pt x="1515" y="2433"/>
                  </a:lnTo>
                  <a:lnTo>
                    <a:pt x="1286" y="2295"/>
                  </a:lnTo>
                  <a:lnTo>
                    <a:pt x="1148" y="2111"/>
                  </a:lnTo>
                  <a:lnTo>
                    <a:pt x="1102" y="1836"/>
                  </a:lnTo>
                  <a:lnTo>
                    <a:pt x="1148" y="1606"/>
                  </a:lnTo>
                  <a:lnTo>
                    <a:pt x="1286" y="1377"/>
                  </a:lnTo>
                  <a:lnTo>
                    <a:pt x="1515" y="1239"/>
                  </a:lnTo>
                  <a:lnTo>
                    <a:pt x="1745" y="1193"/>
                  </a:lnTo>
                  <a:close/>
                  <a:moveTo>
                    <a:pt x="3259" y="1148"/>
                  </a:moveTo>
                  <a:lnTo>
                    <a:pt x="3259" y="2524"/>
                  </a:lnTo>
                  <a:lnTo>
                    <a:pt x="2846" y="2524"/>
                  </a:lnTo>
                  <a:lnTo>
                    <a:pt x="2846" y="1148"/>
                  </a:lnTo>
                  <a:close/>
                  <a:moveTo>
                    <a:pt x="1791" y="0"/>
                  </a:moveTo>
                  <a:lnTo>
                    <a:pt x="1423" y="46"/>
                  </a:lnTo>
                  <a:lnTo>
                    <a:pt x="1102" y="184"/>
                  </a:lnTo>
                  <a:lnTo>
                    <a:pt x="781" y="321"/>
                  </a:lnTo>
                  <a:lnTo>
                    <a:pt x="505" y="551"/>
                  </a:lnTo>
                  <a:lnTo>
                    <a:pt x="276" y="826"/>
                  </a:lnTo>
                  <a:lnTo>
                    <a:pt x="138" y="1148"/>
                  </a:lnTo>
                  <a:lnTo>
                    <a:pt x="1" y="1469"/>
                  </a:lnTo>
                  <a:lnTo>
                    <a:pt x="1" y="1836"/>
                  </a:lnTo>
                  <a:lnTo>
                    <a:pt x="47" y="2203"/>
                  </a:lnTo>
                  <a:lnTo>
                    <a:pt x="138" y="2570"/>
                  </a:lnTo>
                  <a:lnTo>
                    <a:pt x="322" y="2846"/>
                  </a:lnTo>
                  <a:lnTo>
                    <a:pt x="551" y="3121"/>
                  </a:lnTo>
                  <a:lnTo>
                    <a:pt x="827" y="3351"/>
                  </a:lnTo>
                  <a:lnTo>
                    <a:pt x="1148" y="3488"/>
                  </a:lnTo>
                  <a:lnTo>
                    <a:pt x="1469" y="3580"/>
                  </a:lnTo>
                  <a:lnTo>
                    <a:pt x="1836" y="3626"/>
                  </a:lnTo>
                  <a:lnTo>
                    <a:pt x="3856" y="3626"/>
                  </a:lnTo>
                  <a:lnTo>
                    <a:pt x="4085" y="3580"/>
                  </a:lnTo>
                  <a:lnTo>
                    <a:pt x="4269" y="3442"/>
                  </a:lnTo>
                  <a:lnTo>
                    <a:pt x="4361" y="3305"/>
                  </a:lnTo>
                  <a:lnTo>
                    <a:pt x="4407" y="3075"/>
                  </a:lnTo>
                  <a:lnTo>
                    <a:pt x="4407" y="597"/>
                  </a:lnTo>
                  <a:lnTo>
                    <a:pt x="4361" y="367"/>
                  </a:lnTo>
                  <a:lnTo>
                    <a:pt x="4269" y="184"/>
                  </a:lnTo>
                  <a:lnTo>
                    <a:pt x="4085" y="46"/>
                  </a:lnTo>
                  <a:lnTo>
                    <a:pt x="38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61"/>
          <p:cNvGrpSpPr/>
          <p:nvPr/>
        </p:nvGrpSpPr>
        <p:grpSpPr>
          <a:xfrm>
            <a:off x="3469932" y="3956389"/>
            <a:ext cx="290306" cy="439139"/>
            <a:chOff x="3469932" y="4169439"/>
            <a:chExt cx="290306" cy="439139"/>
          </a:xfrm>
        </p:grpSpPr>
        <p:sp>
          <p:nvSpPr>
            <p:cNvPr id="992" name="Google Shape;992;p61"/>
            <p:cNvSpPr/>
            <p:nvPr/>
          </p:nvSpPr>
          <p:spPr>
            <a:xfrm>
              <a:off x="3469932" y="4169439"/>
              <a:ext cx="290306" cy="439139"/>
            </a:xfrm>
            <a:custGeom>
              <a:rect b="b" l="l" r="r" t="t"/>
              <a:pathLst>
                <a:path extrusionOk="0" h="19093" w="12622">
                  <a:moveTo>
                    <a:pt x="6242" y="2983"/>
                  </a:moveTo>
                  <a:lnTo>
                    <a:pt x="7114" y="7160"/>
                  </a:lnTo>
                  <a:lnTo>
                    <a:pt x="7206" y="7298"/>
                  </a:lnTo>
                  <a:lnTo>
                    <a:pt x="7298" y="7435"/>
                  </a:lnTo>
                  <a:lnTo>
                    <a:pt x="7436" y="7527"/>
                  </a:lnTo>
                  <a:lnTo>
                    <a:pt x="7573" y="7573"/>
                  </a:lnTo>
                  <a:lnTo>
                    <a:pt x="7757" y="7573"/>
                  </a:lnTo>
                  <a:lnTo>
                    <a:pt x="7894" y="7527"/>
                  </a:lnTo>
                  <a:lnTo>
                    <a:pt x="8032" y="7481"/>
                  </a:lnTo>
                  <a:lnTo>
                    <a:pt x="8170" y="7344"/>
                  </a:lnTo>
                  <a:lnTo>
                    <a:pt x="9822" y="4636"/>
                  </a:lnTo>
                  <a:lnTo>
                    <a:pt x="10924" y="9684"/>
                  </a:lnTo>
                  <a:lnTo>
                    <a:pt x="11337" y="11704"/>
                  </a:lnTo>
                  <a:lnTo>
                    <a:pt x="11428" y="12392"/>
                  </a:lnTo>
                  <a:lnTo>
                    <a:pt x="11474" y="12759"/>
                  </a:lnTo>
                  <a:lnTo>
                    <a:pt x="11474" y="13310"/>
                  </a:lnTo>
                  <a:lnTo>
                    <a:pt x="11383" y="13815"/>
                  </a:lnTo>
                  <a:lnTo>
                    <a:pt x="11245" y="14320"/>
                  </a:lnTo>
                  <a:lnTo>
                    <a:pt x="11061" y="14779"/>
                  </a:lnTo>
                  <a:lnTo>
                    <a:pt x="10832" y="15238"/>
                  </a:lnTo>
                  <a:lnTo>
                    <a:pt x="10602" y="15651"/>
                  </a:lnTo>
                  <a:lnTo>
                    <a:pt x="10281" y="16064"/>
                  </a:lnTo>
                  <a:lnTo>
                    <a:pt x="9960" y="16431"/>
                  </a:lnTo>
                  <a:lnTo>
                    <a:pt x="9593" y="16752"/>
                  </a:lnTo>
                  <a:lnTo>
                    <a:pt x="9180" y="17074"/>
                  </a:lnTo>
                  <a:lnTo>
                    <a:pt x="8767" y="17349"/>
                  </a:lnTo>
                  <a:lnTo>
                    <a:pt x="8308" y="17533"/>
                  </a:lnTo>
                  <a:lnTo>
                    <a:pt x="7849" y="17716"/>
                  </a:lnTo>
                  <a:lnTo>
                    <a:pt x="7344" y="17854"/>
                  </a:lnTo>
                  <a:lnTo>
                    <a:pt x="6839" y="17946"/>
                  </a:lnTo>
                  <a:lnTo>
                    <a:pt x="5783" y="17946"/>
                  </a:lnTo>
                  <a:lnTo>
                    <a:pt x="5232" y="17854"/>
                  </a:lnTo>
                  <a:lnTo>
                    <a:pt x="4774" y="17716"/>
                  </a:lnTo>
                  <a:lnTo>
                    <a:pt x="4269" y="17533"/>
                  </a:lnTo>
                  <a:lnTo>
                    <a:pt x="3810" y="17349"/>
                  </a:lnTo>
                  <a:lnTo>
                    <a:pt x="3397" y="17074"/>
                  </a:lnTo>
                  <a:lnTo>
                    <a:pt x="2984" y="16752"/>
                  </a:lnTo>
                  <a:lnTo>
                    <a:pt x="2616" y="16431"/>
                  </a:lnTo>
                  <a:lnTo>
                    <a:pt x="2295" y="16064"/>
                  </a:lnTo>
                  <a:lnTo>
                    <a:pt x="2020" y="15651"/>
                  </a:lnTo>
                  <a:lnTo>
                    <a:pt x="1744" y="15238"/>
                  </a:lnTo>
                  <a:lnTo>
                    <a:pt x="1515" y="14779"/>
                  </a:lnTo>
                  <a:lnTo>
                    <a:pt x="1331" y="14320"/>
                  </a:lnTo>
                  <a:lnTo>
                    <a:pt x="1240" y="13815"/>
                  </a:lnTo>
                  <a:lnTo>
                    <a:pt x="1148" y="13310"/>
                  </a:lnTo>
                  <a:lnTo>
                    <a:pt x="1102" y="12759"/>
                  </a:lnTo>
                  <a:lnTo>
                    <a:pt x="1148" y="12209"/>
                  </a:lnTo>
                  <a:lnTo>
                    <a:pt x="1331" y="11382"/>
                  </a:lnTo>
                  <a:lnTo>
                    <a:pt x="1836" y="9225"/>
                  </a:lnTo>
                  <a:lnTo>
                    <a:pt x="2479" y="6655"/>
                  </a:lnTo>
                  <a:lnTo>
                    <a:pt x="3121" y="4314"/>
                  </a:lnTo>
                  <a:lnTo>
                    <a:pt x="4269" y="6563"/>
                  </a:lnTo>
                  <a:lnTo>
                    <a:pt x="4360" y="6701"/>
                  </a:lnTo>
                  <a:lnTo>
                    <a:pt x="4498" y="6793"/>
                  </a:lnTo>
                  <a:lnTo>
                    <a:pt x="4636" y="6839"/>
                  </a:lnTo>
                  <a:lnTo>
                    <a:pt x="4819" y="6839"/>
                  </a:lnTo>
                  <a:lnTo>
                    <a:pt x="4957" y="6793"/>
                  </a:lnTo>
                  <a:lnTo>
                    <a:pt x="5095" y="6747"/>
                  </a:lnTo>
                  <a:lnTo>
                    <a:pt x="5232" y="6609"/>
                  </a:lnTo>
                  <a:lnTo>
                    <a:pt x="5324" y="6426"/>
                  </a:lnTo>
                  <a:lnTo>
                    <a:pt x="6242" y="2983"/>
                  </a:lnTo>
                  <a:close/>
                  <a:moveTo>
                    <a:pt x="6288" y="0"/>
                  </a:moveTo>
                  <a:lnTo>
                    <a:pt x="6150" y="46"/>
                  </a:lnTo>
                  <a:lnTo>
                    <a:pt x="5967" y="138"/>
                  </a:lnTo>
                  <a:lnTo>
                    <a:pt x="5829" y="230"/>
                  </a:lnTo>
                  <a:lnTo>
                    <a:pt x="5737" y="413"/>
                  </a:lnTo>
                  <a:lnTo>
                    <a:pt x="4590" y="4728"/>
                  </a:lnTo>
                  <a:lnTo>
                    <a:pt x="3443" y="2525"/>
                  </a:lnTo>
                  <a:lnTo>
                    <a:pt x="3351" y="2341"/>
                  </a:lnTo>
                  <a:lnTo>
                    <a:pt x="3213" y="2249"/>
                  </a:lnTo>
                  <a:lnTo>
                    <a:pt x="3075" y="2203"/>
                  </a:lnTo>
                  <a:lnTo>
                    <a:pt x="2892" y="2203"/>
                  </a:lnTo>
                  <a:lnTo>
                    <a:pt x="2754" y="2249"/>
                  </a:lnTo>
                  <a:lnTo>
                    <a:pt x="2616" y="2341"/>
                  </a:lnTo>
                  <a:lnTo>
                    <a:pt x="2479" y="2433"/>
                  </a:lnTo>
                  <a:lnTo>
                    <a:pt x="2433" y="2616"/>
                  </a:lnTo>
                  <a:lnTo>
                    <a:pt x="1928" y="4314"/>
                  </a:lnTo>
                  <a:lnTo>
                    <a:pt x="1102" y="7390"/>
                  </a:lnTo>
                  <a:lnTo>
                    <a:pt x="689" y="9088"/>
                  </a:lnTo>
                  <a:lnTo>
                    <a:pt x="322" y="10602"/>
                  </a:lnTo>
                  <a:lnTo>
                    <a:pt x="92" y="11887"/>
                  </a:lnTo>
                  <a:lnTo>
                    <a:pt x="0" y="12392"/>
                  </a:lnTo>
                  <a:lnTo>
                    <a:pt x="0" y="12759"/>
                  </a:lnTo>
                  <a:lnTo>
                    <a:pt x="0" y="13402"/>
                  </a:lnTo>
                  <a:lnTo>
                    <a:pt x="92" y="14044"/>
                  </a:lnTo>
                  <a:lnTo>
                    <a:pt x="276" y="14641"/>
                  </a:lnTo>
                  <a:lnTo>
                    <a:pt x="459" y="15238"/>
                  </a:lnTo>
                  <a:lnTo>
                    <a:pt x="735" y="15788"/>
                  </a:lnTo>
                  <a:lnTo>
                    <a:pt x="1056" y="16293"/>
                  </a:lnTo>
                  <a:lnTo>
                    <a:pt x="1423" y="16798"/>
                  </a:lnTo>
                  <a:lnTo>
                    <a:pt x="1836" y="17257"/>
                  </a:lnTo>
                  <a:lnTo>
                    <a:pt x="2295" y="17670"/>
                  </a:lnTo>
                  <a:lnTo>
                    <a:pt x="2754" y="17992"/>
                  </a:lnTo>
                  <a:lnTo>
                    <a:pt x="3305" y="18313"/>
                  </a:lnTo>
                  <a:lnTo>
                    <a:pt x="3856" y="18588"/>
                  </a:lnTo>
                  <a:lnTo>
                    <a:pt x="4406" y="18818"/>
                  </a:lnTo>
                  <a:lnTo>
                    <a:pt x="5003" y="18955"/>
                  </a:lnTo>
                  <a:lnTo>
                    <a:pt x="5646" y="19047"/>
                  </a:lnTo>
                  <a:lnTo>
                    <a:pt x="6288" y="19093"/>
                  </a:lnTo>
                  <a:lnTo>
                    <a:pt x="6931" y="19047"/>
                  </a:lnTo>
                  <a:lnTo>
                    <a:pt x="7573" y="18955"/>
                  </a:lnTo>
                  <a:lnTo>
                    <a:pt x="8170" y="18818"/>
                  </a:lnTo>
                  <a:lnTo>
                    <a:pt x="8767" y="18588"/>
                  </a:lnTo>
                  <a:lnTo>
                    <a:pt x="9317" y="18313"/>
                  </a:lnTo>
                  <a:lnTo>
                    <a:pt x="9822" y="17992"/>
                  </a:lnTo>
                  <a:lnTo>
                    <a:pt x="10327" y="17670"/>
                  </a:lnTo>
                  <a:lnTo>
                    <a:pt x="10786" y="17257"/>
                  </a:lnTo>
                  <a:lnTo>
                    <a:pt x="11153" y="16798"/>
                  </a:lnTo>
                  <a:lnTo>
                    <a:pt x="11520" y="16293"/>
                  </a:lnTo>
                  <a:lnTo>
                    <a:pt x="11842" y="15788"/>
                  </a:lnTo>
                  <a:lnTo>
                    <a:pt x="12117" y="15238"/>
                  </a:lnTo>
                  <a:lnTo>
                    <a:pt x="12346" y="14641"/>
                  </a:lnTo>
                  <a:lnTo>
                    <a:pt x="12484" y="14044"/>
                  </a:lnTo>
                  <a:lnTo>
                    <a:pt x="12576" y="13402"/>
                  </a:lnTo>
                  <a:lnTo>
                    <a:pt x="12622" y="12759"/>
                  </a:lnTo>
                  <a:lnTo>
                    <a:pt x="12530" y="12071"/>
                  </a:lnTo>
                  <a:lnTo>
                    <a:pt x="12346" y="10924"/>
                  </a:lnTo>
                  <a:lnTo>
                    <a:pt x="11704" y="7848"/>
                  </a:lnTo>
                  <a:lnTo>
                    <a:pt x="10648" y="3029"/>
                  </a:lnTo>
                  <a:lnTo>
                    <a:pt x="10602" y="2846"/>
                  </a:lnTo>
                  <a:lnTo>
                    <a:pt x="10465" y="2754"/>
                  </a:lnTo>
                  <a:lnTo>
                    <a:pt x="10327" y="2662"/>
                  </a:lnTo>
                  <a:lnTo>
                    <a:pt x="10189" y="2616"/>
                  </a:lnTo>
                  <a:lnTo>
                    <a:pt x="9868" y="2616"/>
                  </a:lnTo>
                  <a:lnTo>
                    <a:pt x="9730" y="2708"/>
                  </a:lnTo>
                  <a:lnTo>
                    <a:pt x="9593" y="2846"/>
                  </a:lnTo>
                  <a:lnTo>
                    <a:pt x="7940" y="5554"/>
                  </a:lnTo>
                  <a:lnTo>
                    <a:pt x="6839" y="459"/>
                  </a:lnTo>
                  <a:lnTo>
                    <a:pt x="6793" y="276"/>
                  </a:lnTo>
                  <a:lnTo>
                    <a:pt x="6655" y="138"/>
                  </a:lnTo>
                  <a:lnTo>
                    <a:pt x="6472" y="46"/>
                  </a:lnTo>
                  <a:lnTo>
                    <a:pt x="6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1"/>
            <p:cNvSpPr/>
            <p:nvPr/>
          </p:nvSpPr>
          <p:spPr>
            <a:xfrm>
              <a:off x="3540657" y="4368941"/>
              <a:ext cx="147798" cy="202699"/>
            </a:xfrm>
            <a:custGeom>
              <a:rect b="b" l="l" r="r" t="t"/>
              <a:pathLst>
                <a:path extrusionOk="0" h="8813" w="6426">
                  <a:moveTo>
                    <a:pt x="2433" y="2295"/>
                  </a:moveTo>
                  <a:lnTo>
                    <a:pt x="2708" y="3626"/>
                  </a:lnTo>
                  <a:lnTo>
                    <a:pt x="2846" y="4223"/>
                  </a:lnTo>
                  <a:lnTo>
                    <a:pt x="2892" y="4361"/>
                  </a:lnTo>
                  <a:lnTo>
                    <a:pt x="2984" y="4498"/>
                  </a:lnTo>
                  <a:lnTo>
                    <a:pt x="3121" y="4590"/>
                  </a:lnTo>
                  <a:lnTo>
                    <a:pt x="3213" y="4636"/>
                  </a:lnTo>
                  <a:lnTo>
                    <a:pt x="3351" y="4682"/>
                  </a:lnTo>
                  <a:lnTo>
                    <a:pt x="3534" y="4636"/>
                  </a:lnTo>
                  <a:lnTo>
                    <a:pt x="3672" y="4590"/>
                  </a:lnTo>
                  <a:lnTo>
                    <a:pt x="3764" y="4498"/>
                  </a:lnTo>
                  <a:lnTo>
                    <a:pt x="4682" y="3672"/>
                  </a:lnTo>
                  <a:lnTo>
                    <a:pt x="5003" y="4498"/>
                  </a:lnTo>
                  <a:lnTo>
                    <a:pt x="5187" y="5049"/>
                  </a:lnTo>
                  <a:lnTo>
                    <a:pt x="5278" y="5416"/>
                  </a:lnTo>
                  <a:lnTo>
                    <a:pt x="5278" y="5600"/>
                  </a:lnTo>
                  <a:lnTo>
                    <a:pt x="5233" y="6013"/>
                  </a:lnTo>
                  <a:lnTo>
                    <a:pt x="5141" y="6380"/>
                  </a:lnTo>
                  <a:lnTo>
                    <a:pt x="4957" y="6747"/>
                  </a:lnTo>
                  <a:lnTo>
                    <a:pt x="4682" y="7069"/>
                  </a:lnTo>
                  <a:lnTo>
                    <a:pt x="4361" y="7298"/>
                  </a:lnTo>
                  <a:lnTo>
                    <a:pt x="4039" y="7482"/>
                  </a:lnTo>
                  <a:lnTo>
                    <a:pt x="3626" y="7619"/>
                  </a:lnTo>
                  <a:lnTo>
                    <a:pt x="3213" y="7665"/>
                  </a:lnTo>
                  <a:lnTo>
                    <a:pt x="2800" y="7619"/>
                  </a:lnTo>
                  <a:lnTo>
                    <a:pt x="2433" y="7482"/>
                  </a:lnTo>
                  <a:lnTo>
                    <a:pt x="2066" y="7298"/>
                  </a:lnTo>
                  <a:lnTo>
                    <a:pt x="1744" y="7069"/>
                  </a:lnTo>
                  <a:lnTo>
                    <a:pt x="1515" y="6747"/>
                  </a:lnTo>
                  <a:lnTo>
                    <a:pt x="1331" y="6380"/>
                  </a:lnTo>
                  <a:lnTo>
                    <a:pt x="1194" y="6013"/>
                  </a:lnTo>
                  <a:lnTo>
                    <a:pt x="1148" y="5600"/>
                  </a:lnTo>
                  <a:lnTo>
                    <a:pt x="1194" y="5370"/>
                  </a:lnTo>
                  <a:lnTo>
                    <a:pt x="1240" y="5095"/>
                  </a:lnTo>
                  <a:lnTo>
                    <a:pt x="1469" y="4361"/>
                  </a:lnTo>
                  <a:lnTo>
                    <a:pt x="1882" y="3443"/>
                  </a:lnTo>
                  <a:lnTo>
                    <a:pt x="2433" y="2295"/>
                  </a:lnTo>
                  <a:close/>
                  <a:moveTo>
                    <a:pt x="2662" y="1"/>
                  </a:moveTo>
                  <a:lnTo>
                    <a:pt x="2479" y="46"/>
                  </a:lnTo>
                  <a:lnTo>
                    <a:pt x="2341" y="138"/>
                  </a:lnTo>
                  <a:lnTo>
                    <a:pt x="2203" y="322"/>
                  </a:lnTo>
                  <a:lnTo>
                    <a:pt x="1240" y="2112"/>
                  </a:lnTo>
                  <a:lnTo>
                    <a:pt x="872" y="2892"/>
                  </a:lnTo>
                  <a:lnTo>
                    <a:pt x="551" y="3580"/>
                  </a:lnTo>
                  <a:lnTo>
                    <a:pt x="322" y="4223"/>
                  </a:lnTo>
                  <a:lnTo>
                    <a:pt x="138" y="4774"/>
                  </a:lnTo>
                  <a:lnTo>
                    <a:pt x="46" y="5233"/>
                  </a:lnTo>
                  <a:lnTo>
                    <a:pt x="0" y="5600"/>
                  </a:lnTo>
                  <a:lnTo>
                    <a:pt x="46" y="5921"/>
                  </a:lnTo>
                  <a:lnTo>
                    <a:pt x="92" y="6242"/>
                  </a:lnTo>
                  <a:lnTo>
                    <a:pt x="184" y="6564"/>
                  </a:lnTo>
                  <a:lnTo>
                    <a:pt x="276" y="6839"/>
                  </a:lnTo>
                  <a:lnTo>
                    <a:pt x="413" y="7114"/>
                  </a:lnTo>
                  <a:lnTo>
                    <a:pt x="551" y="7390"/>
                  </a:lnTo>
                  <a:lnTo>
                    <a:pt x="735" y="7619"/>
                  </a:lnTo>
                  <a:lnTo>
                    <a:pt x="964" y="7849"/>
                  </a:lnTo>
                  <a:lnTo>
                    <a:pt x="1194" y="8078"/>
                  </a:lnTo>
                  <a:lnTo>
                    <a:pt x="1423" y="8262"/>
                  </a:lnTo>
                  <a:lnTo>
                    <a:pt x="1699" y="8400"/>
                  </a:lnTo>
                  <a:lnTo>
                    <a:pt x="1974" y="8537"/>
                  </a:lnTo>
                  <a:lnTo>
                    <a:pt x="2249" y="8675"/>
                  </a:lnTo>
                  <a:lnTo>
                    <a:pt x="2571" y="8721"/>
                  </a:lnTo>
                  <a:lnTo>
                    <a:pt x="2892" y="8767"/>
                  </a:lnTo>
                  <a:lnTo>
                    <a:pt x="3213" y="8813"/>
                  </a:lnTo>
                  <a:lnTo>
                    <a:pt x="3534" y="8767"/>
                  </a:lnTo>
                  <a:lnTo>
                    <a:pt x="3856" y="8721"/>
                  </a:lnTo>
                  <a:lnTo>
                    <a:pt x="4177" y="8675"/>
                  </a:lnTo>
                  <a:lnTo>
                    <a:pt x="4452" y="8537"/>
                  </a:lnTo>
                  <a:lnTo>
                    <a:pt x="4728" y="8400"/>
                  </a:lnTo>
                  <a:lnTo>
                    <a:pt x="5003" y="8262"/>
                  </a:lnTo>
                  <a:lnTo>
                    <a:pt x="5278" y="8078"/>
                  </a:lnTo>
                  <a:lnTo>
                    <a:pt x="5508" y="7849"/>
                  </a:lnTo>
                  <a:lnTo>
                    <a:pt x="5692" y="7619"/>
                  </a:lnTo>
                  <a:lnTo>
                    <a:pt x="5875" y="7390"/>
                  </a:lnTo>
                  <a:lnTo>
                    <a:pt x="6059" y="7114"/>
                  </a:lnTo>
                  <a:lnTo>
                    <a:pt x="6150" y="6839"/>
                  </a:lnTo>
                  <a:lnTo>
                    <a:pt x="6288" y="6564"/>
                  </a:lnTo>
                  <a:lnTo>
                    <a:pt x="6380" y="6242"/>
                  </a:lnTo>
                  <a:lnTo>
                    <a:pt x="6426" y="5921"/>
                  </a:lnTo>
                  <a:lnTo>
                    <a:pt x="6426" y="5600"/>
                  </a:lnTo>
                  <a:lnTo>
                    <a:pt x="6426" y="5325"/>
                  </a:lnTo>
                  <a:lnTo>
                    <a:pt x="6380" y="5049"/>
                  </a:lnTo>
                  <a:lnTo>
                    <a:pt x="6150" y="4361"/>
                  </a:lnTo>
                  <a:lnTo>
                    <a:pt x="5829" y="3489"/>
                  </a:lnTo>
                  <a:lnTo>
                    <a:pt x="5370" y="2479"/>
                  </a:lnTo>
                  <a:lnTo>
                    <a:pt x="5278" y="2341"/>
                  </a:lnTo>
                  <a:lnTo>
                    <a:pt x="5187" y="2250"/>
                  </a:lnTo>
                  <a:lnTo>
                    <a:pt x="5049" y="2204"/>
                  </a:lnTo>
                  <a:lnTo>
                    <a:pt x="4957" y="2158"/>
                  </a:lnTo>
                  <a:lnTo>
                    <a:pt x="4682" y="2158"/>
                  </a:lnTo>
                  <a:lnTo>
                    <a:pt x="4544" y="2204"/>
                  </a:lnTo>
                  <a:lnTo>
                    <a:pt x="4452" y="2295"/>
                  </a:lnTo>
                  <a:lnTo>
                    <a:pt x="3718" y="2984"/>
                  </a:lnTo>
                  <a:lnTo>
                    <a:pt x="3488" y="1836"/>
                  </a:lnTo>
                  <a:lnTo>
                    <a:pt x="3259" y="505"/>
                  </a:lnTo>
                  <a:lnTo>
                    <a:pt x="3213" y="322"/>
                  </a:lnTo>
                  <a:lnTo>
                    <a:pt x="3121" y="184"/>
                  </a:lnTo>
                  <a:lnTo>
                    <a:pt x="2984" y="92"/>
                  </a:lnTo>
                  <a:lnTo>
                    <a:pt x="28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 name="Google Shape;994;p61"/>
          <p:cNvSpPr/>
          <p:nvPr/>
        </p:nvSpPr>
        <p:spPr>
          <a:xfrm>
            <a:off x="4043115" y="3956389"/>
            <a:ext cx="377936" cy="439139"/>
          </a:xfrm>
          <a:custGeom>
            <a:rect b="b" l="l" r="r" t="t"/>
            <a:pathLst>
              <a:path extrusionOk="0" h="19093" w="16432">
                <a:moveTo>
                  <a:pt x="10741" y="1148"/>
                </a:moveTo>
                <a:lnTo>
                  <a:pt x="11108" y="1239"/>
                </a:lnTo>
                <a:lnTo>
                  <a:pt x="11475" y="1377"/>
                </a:lnTo>
                <a:lnTo>
                  <a:pt x="11796" y="1515"/>
                </a:lnTo>
                <a:lnTo>
                  <a:pt x="12072" y="1744"/>
                </a:lnTo>
                <a:lnTo>
                  <a:pt x="12347" y="1974"/>
                </a:lnTo>
                <a:lnTo>
                  <a:pt x="12622" y="2295"/>
                </a:lnTo>
                <a:lnTo>
                  <a:pt x="12806" y="2616"/>
                </a:lnTo>
                <a:lnTo>
                  <a:pt x="12944" y="2983"/>
                </a:lnTo>
                <a:lnTo>
                  <a:pt x="13036" y="3351"/>
                </a:lnTo>
                <a:lnTo>
                  <a:pt x="13081" y="3764"/>
                </a:lnTo>
                <a:lnTo>
                  <a:pt x="13036" y="4223"/>
                </a:lnTo>
                <a:lnTo>
                  <a:pt x="12944" y="4544"/>
                </a:lnTo>
                <a:lnTo>
                  <a:pt x="12898" y="4773"/>
                </a:lnTo>
                <a:lnTo>
                  <a:pt x="12944" y="4911"/>
                </a:lnTo>
                <a:lnTo>
                  <a:pt x="12990" y="5049"/>
                </a:lnTo>
                <a:lnTo>
                  <a:pt x="13127" y="5187"/>
                </a:lnTo>
                <a:lnTo>
                  <a:pt x="13311" y="5324"/>
                </a:lnTo>
                <a:lnTo>
                  <a:pt x="13770" y="5462"/>
                </a:lnTo>
                <a:lnTo>
                  <a:pt x="14137" y="5645"/>
                </a:lnTo>
                <a:lnTo>
                  <a:pt x="14458" y="5921"/>
                </a:lnTo>
                <a:lnTo>
                  <a:pt x="14734" y="6242"/>
                </a:lnTo>
                <a:lnTo>
                  <a:pt x="14963" y="6609"/>
                </a:lnTo>
                <a:lnTo>
                  <a:pt x="15147" y="6976"/>
                </a:lnTo>
                <a:lnTo>
                  <a:pt x="15239" y="7390"/>
                </a:lnTo>
                <a:lnTo>
                  <a:pt x="15284" y="7848"/>
                </a:lnTo>
                <a:lnTo>
                  <a:pt x="15239" y="8262"/>
                </a:lnTo>
                <a:lnTo>
                  <a:pt x="15193" y="8629"/>
                </a:lnTo>
                <a:lnTo>
                  <a:pt x="15055" y="8950"/>
                </a:lnTo>
                <a:lnTo>
                  <a:pt x="14871" y="9271"/>
                </a:lnTo>
                <a:lnTo>
                  <a:pt x="14642" y="9547"/>
                </a:lnTo>
                <a:lnTo>
                  <a:pt x="14412" y="9822"/>
                </a:lnTo>
                <a:lnTo>
                  <a:pt x="14137" y="10051"/>
                </a:lnTo>
                <a:lnTo>
                  <a:pt x="13816" y="10189"/>
                </a:lnTo>
                <a:lnTo>
                  <a:pt x="13494" y="10327"/>
                </a:lnTo>
                <a:lnTo>
                  <a:pt x="13173" y="10419"/>
                </a:lnTo>
                <a:lnTo>
                  <a:pt x="12806" y="10465"/>
                </a:lnTo>
                <a:lnTo>
                  <a:pt x="12439" y="10465"/>
                </a:lnTo>
                <a:lnTo>
                  <a:pt x="12072" y="10419"/>
                </a:lnTo>
                <a:lnTo>
                  <a:pt x="11750" y="10327"/>
                </a:lnTo>
                <a:lnTo>
                  <a:pt x="11383" y="10143"/>
                </a:lnTo>
                <a:lnTo>
                  <a:pt x="11062" y="9960"/>
                </a:lnTo>
                <a:lnTo>
                  <a:pt x="10741" y="9684"/>
                </a:lnTo>
                <a:lnTo>
                  <a:pt x="10603" y="9593"/>
                </a:lnTo>
                <a:lnTo>
                  <a:pt x="10282" y="9593"/>
                </a:lnTo>
                <a:lnTo>
                  <a:pt x="10190" y="9638"/>
                </a:lnTo>
                <a:lnTo>
                  <a:pt x="10006" y="9776"/>
                </a:lnTo>
                <a:lnTo>
                  <a:pt x="9547" y="10097"/>
                </a:lnTo>
                <a:lnTo>
                  <a:pt x="9088" y="10327"/>
                </a:lnTo>
                <a:lnTo>
                  <a:pt x="8629" y="10465"/>
                </a:lnTo>
                <a:lnTo>
                  <a:pt x="8125" y="10465"/>
                </a:lnTo>
                <a:lnTo>
                  <a:pt x="7620" y="10419"/>
                </a:lnTo>
                <a:lnTo>
                  <a:pt x="7161" y="10281"/>
                </a:lnTo>
                <a:lnTo>
                  <a:pt x="6748" y="10051"/>
                </a:lnTo>
                <a:lnTo>
                  <a:pt x="6381" y="9730"/>
                </a:lnTo>
                <a:lnTo>
                  <a:pt x="6197" y="9638"/>
                </a:lnTo>
                <a:lnTo>
                  <a:pt x="5968" y="9593"/>
                </a:lnTo>
                <a:lnTo>
                  <a:pt x="5784" y="9638"/>
                </a:lnTo>
                <a:lnTo>
                  <a:pt x="5600" y="9730"/>
                </a:lnTo>
                <a:lnTo>
                  <a:pt x="5279" y="10006"/>
                </a:lnTo>
                <a:lnTo>
                  <a:pt x="4912" y="10235"/>
                </a:lnTo>
                <a:lnTo>
                  <a:pt x="4545" y="10373"/>
                </a:lnTo>
                <a:lnTo>
                  <a:pt x="4178" y="10465"/>
                </a:lnTo>
                <a:lnTo>
                  <a:pt x="3443" y="10465"/>
                </a:lnTo>
                <a:lnTo>
                  <a:pt x="3076" y="10373"/>
                </a:lnTo>
                <a:lnTo>
                  <a:pt x="2755" y="10281"/>
                </a:lnTo>
                <a:lnTo>
                  <a:pt x="2388" y="10097"/>
                </a:lnTo>
                <a:lnTo>
                  <a:pt x="2112" y="9914"/>
                </a:lnTo>
                <a:lnTo>
                  <a:pt x="1837" y="9638"/>
                </a:lnTo>
                <a:lnTo>
                  <a:pt x="1607" y="9363"/>
                </a:lnTo>
                <a:lnTo>
                  <a:pt x="1378" y="9042"/>
                </a:lnTo>
                <a:lnTo>
                  <a:pt x="1240" y="8675"/>
                </a:lnTo>
                <a:lnTo>
                  <a:pt x="1148" y="8262"/>
                </a:lnTo>
                <a:lnTo>
                  <a:pt x="1148" y="7848"/>
                </a:lnTo>
                <a:lnTo>
                  <a:pt x="1148" y="7390"/>
                </a:lnTo>
                <a:lnTo>
                  <a:pt x="1286" y="6976"/>
                </a:lnTo>
                <a:lnTo>
                  <a:pt x="1424" y="6609"/>
                </a:lnTo>
                <a:lnTo>
                  <a:pt x="1653" y="6242"/>
                </a:lnTo>
                <a:lnTo>
                  <a:pt x="1975" y="5921"/>
                </a:lnTo>
                <a:lnTo>
                  <a:pt x="2296" y="5645"/>
                </a:lnTo>
                <a:lnTo>
                  <a:pt x="2663" y="5462"/>
                </a:lnTo>
                <a:lnTo>
                  <a:pt x="3076" y="5324"/>
                </a:lnTo>
                <a:lnTo>
                  <a:pt x="3306" y="5187"/>
                </a:lnTo>
                <a:lnTo>
                  <a:pt x="3443" y="5049"/>
                </a:lnTo>
                <a:lnTo>
                  <a:pt x="3489" y="4819"/>
                </a:lnTo>
                <a:lnTo>
                  <a:pt x="3489" y="4590"/>
                </a:lnTo>
                <a:lnTo>
                  <a:pt x="3397" y="4269"/>
                </a:lnTo>
                <a:lnTo>
                  <a:pt x="3351" y="3947"/>
                </a:lnTo>
                <a:lnTo>
                  <a:pt x="3351" y="3626"/>
                </a:lnTo>
                <a:lnTo>
                  <a:pt x="3397" y="3305"/>
                </a:lnTo>
                <a:lnTo>
                  <a:pt x="3443" y="3029"/>
                </a:lnTo>
                <a:lnTo>
                  <a:pt x="3581" y="2754"/>
                </a:lnTo>
                <a:lnTo>
                  <a:pt x="3719" y="2479"/>
                </a:lnTo>
                <a:lnTo>
                  <a:pt x="3856" y="2203"/>
                </a:lnTo>
                <a:lnTo>
                  <a:pt x="4040" y="1974"/>
                </a:lnTo>
                <a:lnTo>
                  <a:pt x="4269" y="1790"/>
                </a:lnTo>
                <a:lnTo>
                  <a:pt x="4499" y="1607"/>
                </a:lnTo>
                <a:lnTo>
                  <a:pt x="4774" y="1423"/>
                </a:lnTo>
                <a:lnTo>
                  <a:pt x="5050" y="1331"/>
                </a:lnTo>
                <a:lnTo>
                  <a:pt x="5325" y="1239"/>
                </a:lnTo>
                <a:lnTo>
                  <a:pt x="5646" y="1148"/>
                </a:lnTo>
                <a:lnTo>
                  <a:pt x="5968" y="1148"/>
                </a:lnTo>
                <a:lnTo>
                  <a:pt x="6472" y="1194"/>
                </a:lnTo>
                <a:lnTo>
                  <a:pt x="6977" y="1331"/>
                </a:lnTo>
                <a:lnTo>
                  <a:pt x="7436" y="1561"/>
                </a:lnTo>
                <a:lnTo>
                  <a:pt x="7803" y="1882"/>
                </a:lnTo>
                <a:lnTo>
                  <a:pt x="7987" y="2020"/>
                </a:lnTo>
                <a:lnTo>
                  <a:pt x="8216" y="2066"/>
                </a:lnTo>
                <a:lnTo>
                  <a:pt x="8400" y="2020"/>
                </a:lnTo>
                <a:lnTo>
                  <a:pt x="8584" y="1882"/>
                </a:lnTo>
                <a:lnTo>
                  <a:pt x="8905" y="1607"/>
                </a:lnTo>
                <a:lnTo>
                  <a:pt x="9272" y="1423"/>
                </a:lnTo>
                <a:lnTo>
                  <a:pt x="9639" y="1285"/>
                </a:lnTo>
                <a:lnTo>
                  <a:pt x="10006" y="1194"/>
                </a:lnTo>
                <a:lnTo>
                  <a:pt x="10374" y="1148"/>
                </a:lnTo>
                <a:close/>
                <a:moveTo>
                  <a:pt x="8538" y="11612"/>
                </a:moveTo>
                <a:lnTo>
                  <a:pt x="8354" y="12530"/>
                </a:lnTo>
                <a:lnTo>
                  <a:pt x="8308" y="12668"/>
                </a:lnTo>
                <a:lnTo>
                  <a:pt x="8171" y="12713"/>
                </a:lnTo>
                <a:lnTo>
                  <a:pt x="8079" y="12668"/>
                </a:lnTo>
                <a:lnTo>
                  <a:pt x="8033" y="12530"/>
                </a:lnTo>
                <a:lnTo>
                  <a:pt x="7849" y="11612"/>
                </a:lnTo>
                <a:close/>
                <a:moveTo>
                  <a:pt x="10419" y="10878"/>
                </a:moveTo>
                <a:lnTo>
                  <a:pt x="10695" y="11061"/>
                </a:lnTo>
                <a:lnTo>
                  <a:pt x="10511" y="11612"/>
                </a:lnTo>
                <a:lnTo>
                  <a:pt x="10190" y="12713"/>
                </a:lnTo>
                <a:lnTo>
                  <a:pt x="10006" y="13494"/>
                </a:lnTo>
                <a:lnTo>
                  <a:pt x="9823" y="14366"/>
                </a:lnTo>
                <a:lnTo>
                  <a:pt x="9685" y="15330"/>
                </a:lnTo>
                <a:lnTo>
                  <a:pt x="9547" y="16431"/>
                </a:lnTo>
                <a:lnTo>
                  <a:pt x="9410" y="17762"/>
                </a:lnTo>
                <a:lnTo>
                  <a:pt x="9364" y="17900"/>
                </a:lnTo>
                <a:lnTo>
                  <a:pt x="9226" y="17946"/>
                </a:lnTo>
                <a:lnTo>
                  <a:pt x="7298" y="17946"/>
                </a:lnTo>
                <a:lnTo>
                  <a:pt x="7207" y="17900"/>
                </a:lnTo>
                <a:lnTo>
                  <a:pt x="7161" y="17762"/>
                </a:lnTo>
                <a:lnTo>
                  <a:pt x="7023" y="16431"/>
                </a:lnTo>
                <a:lnTo>
                  <a:pt x="6885" y="15330"/>
                </a:lnTo>
                <a:lnTo>
                  <a:pt x="6748" y="14320"/>
                </a:lnTo>
                <a:lnTo>
                  <a:pt x="6564" y="13448"/>
                </a:lnTo>
                <a:lnTo>
                  <a:pt x="6381" y="12713"/>
                </a:lnTo>
                <a:lnTo>
                  <a:pt x="6013" y="11566"/>
                </a:lnTo>
                <a:lnTo>
                  <a:pt x="5830" y="10969"/>
                </a:lnTo>
                <a:lnTo>
                  <a:pt x="5968" y="10878"/>
                </a:lnTo>
                <a:lnTo>
                  <a:pt x="6289" y="11061"/>
                </a:lnTo>
                <a:lnTo>
                  <a:pt x="6656" y="11245"/>
                </a:lnTo>
                <a:lnTo>
                  <a:pt x="6885" y="12713"/>
                </a:lnTo>
                <a:lnTo>
                  <a:pt x="6977" y="12943"/>
                </a:lnTo>
                <a:lnTo>
                  <a:pt x="7069" y="13172"/>
                </a:lnTo>
                <a:lnTo>
                  <a:pt x="7207" y="13356"/>
                </a:lnTo>
                <a:lnTo>
                  <a:pt x="7344" y="13494"/>
                </a:lnTo>
                <a:lnTo>
                  <a:pt x="7528" y="13631"/>
                </a:lnTo>
                <a:lnTo>
                  <a:pt x="7712" y="13723"/>
                </a:lnTo>
                <a:lnTo>
                  <a:pt x="7941" y="13769"/>
                </a:lnTo>
                <a:lnTo>
                  <a:pt x="8171" y="13815"/>
                </a:lnTo>
                <a:lnTo>
                  <a:pt x="8400" y="13769"/>
                </a:lnTo>
                <a:lnTo>
                  <a:pt x="8629" y="13723"/>
                </a:lnTo>
                <a:lnTo>
                  <a:pt x="8859" y="13631"/>
                </a:lnTo>
                <a:lnTo>
                  <a:pt x="9043" y="13494"/>
                </a:lnTo>
                <a:lnTo>
                  <a:pt x="9180" y="13356"/>
                </a:lnTo>
                <a:lnTo>
                  <a:pt x="9318" y="13172"/>
                </a:lnTo>
                <a:lnTo>
                  <a:pt x="9410" y="12943"/>
                </a:lnTo>
                <a:lnTo>
                  <a:pt x="9456" y="12713"/>
                </a:lnTo>
                <a:lnTo>
                  <a:pt x="9731" y="11291"/>
                </a:lnTo>
                <a:lnTo>
                  <a:pt x="10098" y="11107"/>
                </a:lnTo>
                <a:lnTo>
                  <a:pt x="10419" y="10878"/>
                </a:lnTo>
                <a:close/>
                <a:moveTo>
                  <a:pt x="5968" y="0"/>
                </a:moveTo>
                <a:lnTo>
                  <a:pt x="5554" y="46"/>
                </a:lnTo>
                <a:lnTo>
                  <a:pt x="5141" y="138"/>
                </a:lnTo>
                <a:lnTo>
                  <a:pt x="4728" y="230"/>
                </a:lnTo>
                <a:lnTo>
                  <a:pt x="4361" y="367"/>
                </a:lnTo>
                <a:lnTo>
                  <a:pt x="4040" y="597"/>
                </a:lnTo>
                <a:lnTo>
                  <a:pt x="3673" y="780"/>
                </a:lnTo>
                <a:lnTo>
                  <a:pt x="3397" y="1056"/>
                </a:lnTo>
                <a:lnTo>
                  <a:pt x="3122" y="1331"/>
                </a:lnTo>
                <a:lnTo>
                  <a:pt x="2892" y="1653"/>
                </a:lnTo>
                <a:lnTo>
                  <a:pt x="2663" y="2020"/>
                </a:lnTo>
                <a:lnTo>
                  <a:pt x="2479" y="2387"/>
                </a:lnTo>
                <a:lnTo>
                  <a:pt x="2342" y="2754"/>
                </a:lnTo>
                <a:lnTo>
                  <a:pt x="2250" y="3121"/>
                </a:lnTo>
                <a:lnTo>
                  <a:pt x="2204" y="3534"/>
                </a:lnTo>
                <a:lnTo>
                  <a:pt x="2204" y="3947"/>
                </a:lnTo>
                <a:lnTo>
                  <a:pt x="2250" y="4406"/>
                </a:lnTo>
                <a:lnTo>
                  <a:pt x="1791" y="4636"/>
                </a:lnTo>
                <a:lnTo>
                  <a:pt x="1332" y="4957"/>
                </a:lnTo>
                <a:lnTo>
                  <a:pt x="965" y="5324"/>
                </a:lnTo>
                <a:lnTo>
                  <a:pt x="598" y="5783"/>
                </a:lnTo>
                <a:lnTo>
                  <a:pt x="368" y="6242"/>
                </a:lnTo>
                <a:lnTo>
                  <a:pt x="139" y="6747"/>
                </a:lnTo>
                <a:lnTo>
                  <a:pt x="47" y="7298"/>
                </a:lnTo>
                <a:lnTo>
                  <a:pt x="1" y="7848"/>
                </a:lnTo>
                <a:lnTo>
                  <a:pt x="1" y="8307"/>
                </a:lnTo>
                <a:lnTo>
                  <a:pt x="93" y="8766"/>
                </a:lnTo>
                <a:lnTo>
                  <a:pt x="230" y="9179"/>
                </a:lnTo>
                <a:lnTo>
                  <a:pt x="414" y="9547"/>
                </a:lnTo>
                <a:lnTo>
                  <a:pt x="644" y="9960"/>
                </a:lnTo>
                <a:lnTo>
                  <a:pt x="873" y="10281"/>
                </a:lnTo>
                <a:lnTo>
                  <a:pt x="1194" y="10602"/>
                </a:lnTo>
                <a:lnTo>
                  <a:pt x="1516" y="10878"/>
                </a:lnTo>
                <a:lnTo>
                  <a:pt x="1837" y="11107"/>
                </a:lnTo>
                <a:lnTo>
                  <a:pt x="2204" y="11291"/>
                </a:lnTo>
                <a:lnTo>
                  <a:pt x="2617" y="11428"/>
                </a:lnTo>
                <a:lnTo>
                  <a:pt x="3030" y="11566"/>
                </a:lnTo>
                <a:lnTo>
                  <a:pt x="3489" y="11612"/>
                </a:lnTo>
                <a:lnTo>
                  <a:pt x="3902" y="11612"/>
                </a:lnTo>
                <a:lnTo>
                  <a:pt x="4361" y="11566"/>
                </a:lnTo>
                <a:lnTo>
                  <a:pt x="4820" y="11474"/>
                </a:lnTo>
                <a:lnTo>
                  <a:pt x="4958" y="11979"/>
                </a:lnTo>
                <a:lnTo>
                  <a:pt x="5279" y="13081"/>
                </a:lnTo>
                <a:lnTo>
                  <a:pt x="5463" y="13769"/>
                </a:lnTo>
                <a:lnTo>
                  <a:pt x="5646" y="14595"/>
                </a:lnTo>
                <a:lnTo>
                  <a:pt x="5784" y="15513"/>
                </a:lnTo>
                <a:lnTo>
                  <a:pt x="5876" y="16523"/>
                </a:lnTo>
                <a:lnTo>
                  <a:pt x="6013" y="17900"/>
                </a:lnTo>
                <a:lnTo>
                  <a:pt x="6059" y="18129"/>
                </a:lnTo>
                <a:lnTo>
                  <a:pt x="6151" y="18359"/>
                </a:lnTo>
                <a:lnTo>
                  <a:pt x="6289" y="18588"/>
                </a:lnTo>
                <a:lnTo>
                  <a:pt x="6426" y="18772"/>
                </a:lnTo>
                <a:lnTo>
                  <a:pt x="6610" y="18909"/>
                </a:lnTo>
                <a:lnTo>
                  <a:pt x="6840" y="19001"/>
                </a:lnTo>
                <a:lnTo>
                  <a:pt x="7069" y="19047"/>
                </a:lnTo>
                <a:lnTo>
                  <a:pt x="7298" y="19093"/>
                </a:lnTo>
                <a:lnTo>
                  <a:pt x="9226" y="19093"/>
                </a:lnTo>
                <a:lnTo>
                  <a:pt x="9502" y="19047"/>
                </a:lnTo>
                <a:lnTo>
                  <a:pt x="9731" y="19001"/>
                </a:lnTo>
                <a:lnTo>
                  <a:pt x="9960" y="18909"/>
                </a:lnTo>
                <a:lnTo>
                  <a:pt x="10144" y="18772"/>
                </a:lnTo>
                <a:lnTo>
                  <a:pt x="10282" y="18588"/>
                </a:lnTo>
                <a:lnTo>
                  <a:pt x="10419" y="18359"/>
                </a:lnTo>
                <a:lnTo>
                  <a:pt x="10511" y="18129"/>
                </a:lnTo>
                <a:lnTo>
                  <a:pt x="10557" y="17900"/>
                </a:lnTo>
                <a:lnTo>
                  <a:pt x="10695" y="16523"/>
                </a:lnTo>
                <a:lnTo>
                  <a:pt x="10787" y="15513"/>
                </a:lnTo>
                <a:lnTo>
                  <a:pt x="10924" y="14595"/>
                </a:lnTo>
                <a:lnTo>
                  <a:pt x="11108" y="13769"/>
                </a:lnTo>
                <a:lnTo>
                  <a:pt x="11291" y="13081"/>
                </a:lnTo>
                <a:lnTo>
                  <a:pt x="11567" y="12025"/>
                </a:lnTo>
                <a:lnTo>
                  <a:pt x="11750" y="11520"/>
                </a:lnTo>
                <a:lnTo>
                  <a:pt x="12209" y="11612"/>
                </a:lnTo>
                <a:lnTo>
                  <a:pt x="13036" y="11612"/>
                </a:lnTo>
                <a:lnTo>
                  <a:pt x="13494" y="11520"/>
                </a:lnTo>
                <a:lnTo>
                  <a:pt x="13862" y="11428"/>
                </a:lnTo>
                <a:lnTo>
                  <a:pt x="14275" y="11245"/>
                </a:lnTo>
                <a:lnTo>
                  <a:pt x="14642" y="11061"/>
                </a:lnTo>
                <a:lnTo>
                  <a:pt x="14963" y="10832"/>
                </a:lnTo>
                <a:lnTo>
                  <a:pt x="15284" y="10556"/>
                </a:lnTo>
                <a:lnTo>
                  <a:pt x="15560" y="10235"/>
                </a:lnTo>
                <a:lnTo>
                  <a:pt x="15835" y="9914"/>
                </a:lnTo>
                <a:lnTo>
                  <a:pt x="16019" y="9547"/>
                </a:lnTo>
                <a:lnTo>
                  <a:pt x="16202" y="9134"/>
                </a:lnTo>
                <a:lnTo>
                  <a:pt x="16294" y="8720"/>
                </a:lnTo>
                <a:lnTo>
                  <a:pt x="16386" y="8307"/>
                </a:lnTo>
                <a:lnTo>
                  <a:pt x="16432" y="7848"/>
                </a:lnTo>
                <a:lnTo>
                  <a:pt x="16386" y="7298"/>
                </a:lnTo>
                <a:lnTo>
                  <a:pt x="16248" y="6747"/>
                </a:lnTo>
                <a:lnTo>
                  <a:pt x="16065" y="6242"/>
                </a:lnTo>
                <a:lnTo>
                  <a:pt x="15789" y="5783"/>
                </a:lnTo>
                <a:lnTo>
                  <a:pt x="15468" y="5324"/>
                </a:lnTo>
                <a:lnTo>
                  <a:pt x="15055" y="4957"/>
                </a:lnTo>
                <a:lnTo>
                  <a:pt x="14642" y="4636"/>
                </a:lnTo>
                <a:lnTo>
                  <a:pt x="14137" y="4406"/>
                </a:lnTo>
                <a:lnTo>
                  <a:pt x="14183" y="3764"/>
                </a:lnTo>
                <a:lnTo>
                  <a:pt x="14137" y="3213"/>
                </a:lnTo>
                <a:lnTo>
                  <a:pt x="14045" y="2662"/>
                </a:lnTo>
                <a:lnTo>
                  <a:pt x="13816" y="2157"/>
                </a:lnTo>
                <a:lnTo>
                  <a:pt x="13540" y="1653"/>
                </a:lnTo>
                <a:lnTo>
                  <a:pt x="13219" y="1239"/>
                </a:lnTo>
                <a:lnTo>
                  <a:pt x="12806" y="872"/>
                </a:lnTo>
                <a:lnTo>
                  <a:pt x="12393" y="597"/>
                </a:lnTo>
                <a:lnTo>
                  <a:pt x="11934" y="322"/>
                </a:lnTo>
                <a:lnTo>
                  <a:pt x="11429" y="138"/>
                </a:lnTo>
                <a:lnTo>
                  <a:pt x="10878" y="46"/>
                </a:lnTo>
                <a:lnTo>
                  <a:pt x="10328" y="0"/>
                </a:lnTo>
                <a:lnTo>
                  <a:pt x="9777" y="46"/>
                </a:lnTo>
                <a:lnTo>
                  <a:pt x="9272" y="184"/>
                </a:lnTo>
                <a:lnTo>
                  <a:pt x="8721" y="413"/>
                </a:lnTo>
                <a:lnTo>
                  <a:pt x="8216" y="735"/>
                </a:lnTo>
                <a:lnTo>
                  <a:pt x="7712" y="459"/>
                </a:lnTo>
                <a:lnTo>
                  <a:pt x="7161" y="230"/>
                </a:lnTo>
                <a:lnTo>
                  <a:pt x="6564" y="92"/>
                </a:lnTo>
                <a:lnTo>
                  <a:pt x="5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61"/>
          <p:cNvGrpSpPr/>
          <p:nvPr/>
        </p:nvGrpSpPr>
        <p:grpSpPr>
          <a:xfrm>
            <a:off x="4690220" y="3957435"/>
            <a:ext cx="345207" cy="437046"/>
            <a:chOff x="4690220" y="4170497"/>
            <a:chExt cx="345207" cy="437046"/>
          </a:xfrm>
        </p:grpSpPr>
        <p:sp>
          <p:nvSpPr>
            <p:cNvPr id="996" name="Google Shape;996;p61"/>
            <p:cNvSpPr/>
            <p:nvPr/>
          </p:nvSpPr>
          <p:spPr>
            <a:xfrm>
              <a:off x="4690220" y="4170497"/>
              <a:ext cx="345207" cy="437046"/>
            </a:xfrm>
            <a:custGeom>
              <a:rect b="b" l="l" r="r" t="t"/>
              <a:pathLst>
                <a:path extrusionOk="0" h="19002" w="15009">
                  <a:moveTo>
                    <a:pt x="8354" y="4544"/>
                  </a:moveTo>
                  <a:lnTo>
                    <a:pt x="8399" y="4636"/>
                  </a:lnTo>
                  <a:lnTo>
                    <a:pt x="8399" y="9317"/>
                  </a:lnTo>
                  <a:lnTo>
                    <a:pt x="8354" y="9547"/>
                  </a:lnTo>
                  <a:lnTo>
                    <a:pt x="8216" y="9730"/>
                  </a:lnTo>
                  <a:lnTo>
                    <a:pt x="8032" y="9868"/>
                  </a:lnTo>
                  <a:lnTo>
                    <a:pt x="7803" y="9914"/>
                  </a:lnTo>
                  <a:lnTo>
                    <a:pt x="7206" y="9914"/>
                  </a:lnTo>
                  <a:lnTo>
                    <a:pt x="6977" y="9868"/>
                  </a:lnTo>
                  <a:lnTo>
                    <a:pt x="6793" y="9730"/>
                  </a:lnTo>
                  <a:lnTo>
                    <a:pt x="6701" y="9547"/>
                  </a:lnTo>
                  <a:lnTo>
                    <a:pt x="6655" y="9317"/>
                  </a:lnTo>
                  <a:lnTo>
                    <a:pt x="6655" y="4636"/>
                  </a:lnTo>
                  <a:lnTo>
                    <a:pt x="6655" y="4544"/>
                  </a:lnTo>
                  <a:close/>
                  <a:moveTo>
                    <a:pt x="12897" y="6563"/>
                  </a:moveTo>
                  <a:lnTo>
                    <a:pt x="13081" y="6609"/>
                  </a:lnTo>
                  <a:lnTo>
                    <a:pt x="13264" y="6655"/>
                  </a:lnTo>
                  <a:lnTo>
                    <a:pt x="13448" y="6747"/>
                  </a:lnTo>
                  <a:lnTo>
                    <a:pt x="13586" y="6885"/>
                  </a:lnTo>
                  <a:lnTo>
                    <a:pt x="13723" y="7022"/>
                  </a:lnTo>
                  <a:lnTo>
                    <a:pt x="13815" y="7160"/>
                  </a:lnTo>
                  <a:lnTo>
                    <a:pt x="13861" y="7344"/>
                  </a:lnTo>
                  <a:lnTo>
                    <a:pt x="13861" y="7573"/>
                  </a:lnTo>
                  <a:lnTo>
                    <a:pt x="13861" y="11061"/>
                  </a:lnTo>
                  <a:lnTo>
                    <a:pt x="12484" y="11061"/>
                  </a:lnTo>
                  <a:lnTo>
                    <a:pt x="12484" y="8950"/>
                  </a:lnTo>
                  <a:lnTo>
                    <a:pt x="12484" y="8812"/>
                  </a:lnTo>
                  <a:lnTo>
                    <a:pt x="12438" y="8629"/>
                  </a:lnTo>
                  <a:lnTo>
                    <a:pt x="12346" y="8491"/>
                  </a:lnTo>
                  <a:lnTo>
                    <a:pt x="12255" y="8399"/>
                  </a:lnTo>
                  <a:lnTo>
                    <a:pt x="12117" y="8307"/>
                  </a:lnTo>
                  <a:lnTo>
                    <a:pt x="11979" y="8216"/>
                  </a:lnTo>
                  <a:lnTo>
                    <a:pt x="11842" y="8170"/>
                  </a:lnTo>
                  <a:lnTo>
                    <a:pt x="11658" y="8124"/>
                  </a:lnTo>
                  <a:lnTo>
                    <a:pt x="9501" y="8124"/>
                  </a:lnTo>
                  <a:lnTo>
                    <a:pt x="9501" y="6563"/>
                  </a:lnTo>
                  <a:close/>
                  <a:moveTo>
                    <a:pt x="5508" y="6563"/>
                  </a:moveTo>
                  <a:lnTo>
                    <a:pt x="5508" y="8124"/>
                  </a:lnTo>
                  <a:lnTo>
                    <a:pt x="3580" y="8124"/>
                  </a:lnTo>
                  <a:lnTo>
                    <a:pt x="3351" y="8170"/>
                  </a:lnTo>
                  <a:lnTo>
                    <a:pt x="3167" y="8216"/>
                  </a:lnTo>
                  <a:lnTo>
                    <a:pt x="2984" y="8307"/>
                  </a:lnTo>
                  <a:lnTo>
                    <a:pt x="2846" y="8445"/>
                  </a:lnTo>
                  <a:lnTo>
                    <a:pt x="2708" y="8583"/>
                  </a:lnTo>
                  <a:lnTo>
                    <a:pt x="2616" y="8766"/>
                  </a:lnTo>
                  <a:lnTo>
                    <a:pt x="2571" y="8950"/>
                  </a:lnTo>
                  <a:lnTo>
                    <a:pt x="2525" y="9179"/>
                  </a:lnTo>
                  <a:lnTo>
                    <a:pt x="2525" y="17900"/>
                  </a:lnTo>
                  <a:lnTo>
                    <a:pt x="1148" y="17900"/>
                  </a:lnTo>
                  <a:lnTo>
                    <a:pt x="1148" y="7527"/>
                  </a:lnTo>
                  <a:lnTo>
                    <a:pt x="1148" y="7344"/>
                  </a:lnTo>
                  <a:lnTo>
                    <a:pt x="1194" y="7160"/>
                  </a:lnTo>
                  <a:lnTo>
                    <a:pt x="1285" y="6976"/>
                  </a:lnTo>
                  <a:lnTo>
                    <a:pt x="1423" y="6839"/>
                  </a:lnTo>
                  <a:lnTo>
                    <a:pt x="1561" y="6701"/>
                  </a:lnTo>
                  <a:lnTo>
                    <a:pt x="1744" y="6609"/>
                  </a:lnTo>
                  <a:lnTo>
                    <a:pt x="1928" y="6563"/>
                  </a:lnTo>
                  <a:close/>
                  <a:moveTo>
                    <a:pt x="7527" y="0"/>
                  </a:moveTo>
                  <a:lnTo>
                    <a:pt x="7298" y="46"/>
                  </a:lnTo>
                  <a:lnTo>
                    <a:pt x="7114" y="138"/>
                  </a:lnTo>
                  <a:lnTo>
                    <a:pt x="6977" y="321"/>
                  </a:lnTo>
                  <a:lnTo>
                    <a:pt x="6931" y="551"/>
                  </a:lnTo>
                  <a:lnTo>
                    <a:pt x="6931" y="1010"/>
                  </a:lnTo>
                  <a:lnTo>
                    <a:pt x="4819" y="1010"/>
                  </a:lnTo>
                  <a:lnTo>
                    <a:pt x="4590" y="1056"/>
                  </a:lnTo>
                  <a:lnTo>
                    <a:pt x="4406" y="1193"/>
                  </a:lnTo>
                  <a:lnTo>
                    <a:pt x="4269" y="1331"/>
                  </a:lnTo>
                  <a:lnTo>
                    <a:pt x="4223" y="1561"/>
                  </a:lnTo>
                  <a:lnTo>
                    <a:pt x="4269" y="1790"/>
                  </a:lnTo>
                  <a:lnTo>
                    <a:pt x="4361" y="1974"/>
                  </a:lnTo>
                  <a:lnTo>
                    <a:pt x="4544" y="2111"/>
                  </a:lnTo>
                  <a:lnTo>
                    <a:pt x="4774" y="2157"/>
                  </a:lnTo>
                  <a:lnTo>
                    <a:pt x="6931" y="2157"/>
                  </a:lnTo>
                  <a:lnTo>
                    <a:pt x="6931" y="3396"/>
                  </a:lnTo>
                  <a:lnTo>
                    <a:pt x="6472" y="3396"/>
                  </a:lnTo>
                  <a:lnTo>
                    <a:pt x="6242" y="3488"/>
                  </a:lnTo>
                  <a:lnTo>
                    <a:pt x="6059" y="3580"/>
                  </a:lnTo>
                  <a:lnTo>
                    <a:pt x="5875" y="3718"/>
                  </a:lnTo>
                  <a:lnTo>
                    <a:pt x="5692" y="3947"/>
                  </a:lnTo>
                  <a:lnTo>
                    <a:pt x="5600" y="4131"/>
                  </a:lnTo>
                  <a:lnTo>
                    <a:pt x="5508" y="4360"/>
                  </a:lnTo>
                  <a:lnTo>
                    <a:pt x="5508" y="4636"/>
                  </a:lnTo>
                  <a:lnTo>
                    <a:pt x="5508" y="5416"/>
                  </a:lnTo>
                  <a:lnTo>
                    <a:pt x="2112" y="5416"/>
                  </a:lnTo>
                  <a:lnTo>
                    <a:pt x="1699" y="5462"/>
                  </a:lnTo>
                  <a:lnTo>
                    <a:pt x="1285" y="5599"/>
                  </a:lnTo>
                  <a:lnTo>
                    <a:pt x="918" y="5783"/>
                  </a:lnTo>
                  <a:lnTo>
                    <a:pt x="643" y="6058"/>
                  </a:lnTo>
                  <a:lnTo>
                    <a:pt x="368" y="6334"/>
                  </a:lnTo>
                  <a:lnTo>
                    <a:pt x="184" y="6701"/>
                  </a:lnTo>
                  <a:lnTo>
                    <a:pt x="46" y="7114"/>
                  </a:lnTo>
                  <a:lnTo>
                    <a:pt x="0" y="7527"/>
                  </a:lnTo>
                  <a:lnTo>
                    <a:pt x="0" y="18450"/>
                  </a:lnTo>
                  <a:lnTo>
                    <a:pt x="46" y="18680"/>
                  </a:lnTo>
                  <a:lnTo>
                    <a:pt x="184" y="18863"/>
                  </a:lnTo>
                  <a:lnTo>
                    <a:pt x="368" y="19001"/>
                  </a:lnTo>
                  <a:lnTo>
                    <a:pt x="3305" y="19001"/>
                  </a:lnTo>
                  <a:lnTo>
                    <a:pt x="3489" y="18863"/>
                  </a:lnTo>
                  <a:lnTo>
                    <a:pt x="3626" y="18680"/>
                  </a:lnTo>
                  <a:lnTo>
                    <a:pt x="3672" y="18450"/>
                  </a:lnTo>
                  <a:lnTo>
                    <a:pt x="3672" y="9271"/>
                  </a:lnTo>
                  <a:lnTo>
                    <a:pt x="5508" y="9271"/>
                  </a:lnTo>
                  <a:lnTo>
                    <a:pt x="5508" y="9317"/>
                  </a:lnTo>
                  <a:lnTo>
                    <a:pt x="5508" y="9638"/>
                  </a:lnTo>
                  <a:lnTo>
                    <a:pt x="5600" y="9960"/>
                  </a:lnTo>
                  <a:lnTo>
                    <a:pt x="5783" y="10235"/>
                  </a:lnTo>
                  <a:lnTo>
                    <a:pt x="5967" y="10510"/>
                  </a:lnTo>
                  <a:lnTo>
                    <a:pt x="6242" y="10740"/>
                  </a:lnTo>
                  <a:lnTo>
                    <a:pt x="6518" y="10878"/>
                  </a:lnTo>
                  <a:lnTo>
                    <a:pt x="6839" y="10969"/>
                  </a:lnTo>
                  <a:lnTo>
                    <a:pt x="7206" y="11015"/>
                  </a:lnTo>
                  <a:lnTo>
                    <a:pt x="7803" y="11015"/>
                  </a:lnTo>
                  <a:lnTo>
                    <a:pt x="8170" y="10969"/>
                  </a:lnTo>
                  <a:lnTo>
                    <a:pt x="8491" y="10878"/>
                  </a:lnTo>
                  <a:lnTo>
                    <a:pt x="8767" y="10740"/>
                  </a:lnTo>
                  <a:lnTo>
                    <a:pt x="8996" y="10510"/>
                  </a:lnTo>
                  <a:lnTo>
                    <a:pt x="9226" y="10281"/>
                  </a:lnTo>
                  <a:lnTo>
                    <a:pt x="9363" y="9960"/>
                  </a:lnTo>
                  <a:lnTo>
                    <a:pt x="9455" y="9638"/>
                  </a:lnTo>
                  <a:lnTo>
                    <a:pt x="9501" y="9317"/>
                  </a:lnTo>
                  <a:lnTo>
                    <a:pt x="9501" y="9271"/>
                  </a:lnTo>
                  <a:lnTo>
                    <a:pt x="11383" y="9271"/>
                  </a:lnTo>
                  <a:lnTo>
                    <a:pt x="11383" y="11658"/>
                  </a:lnTo>
                  <a:lnTo>
                    <a:pt x="11429" y="11841"/>
                  </a:lnTo>
                  <a:lnTo>
                    <a:pt x="11520" y="12025"/>
                  </a:lnTo>
                  <a:lnTo>
                    <a:pt x="11704" y="12163"/>
                  </a:lnTo>
                  <a:lnTo>
                    <a:pt x="11933" y="12208"/>
                  </a:lnTo>
                  <a:lnTo>
                    <a:pt x="14458" y="12208"/>
                  </a:lnTo>
                  <a:lnTo>
                    <a:pt x="14687" y="12163"/>
                  </a:lnTo>
                  <a:lnTo>
                    <a:pt x="14871" y="12025"/>
                  </a:lnTo>
                  <a:lnTo>
                    <a:pt x="14963" y="11841"/>
                  </a:lnTo>
                  <a:lnTo>
                    <a:pt x="15008" y="11658"/>
                  </a:lnTo>
                  <a:lnTo>
                    <a:pt x="15008" y="7527"/>
                  </a:lnTo>
                  <a:lnTo>
                    <a:pt x="14963" y="7114"/>
                  </a:lnTo>
                  <a:lnTo>
                    <a:pt x="14871" y="6701"/>
                  </a:lnTo>
                  <a:lnTo>
                    <a:pt x="14687" y="6380"/>
                  </a:lnTo>
                  <a:lnTo>
                    <a:pt x="14412" y="6058"/>
                  </a:lnTo>
                  <a:lnTo>
                    <a:pt x="14091" y="5783"/>
                  </a:lnTo>
                  <a:lnTo>
                    <a:pt x="13723" y="5599"/>
                  </a:lnTo>
                  <a:lnTo>
                    <a:pt x="13356" y="5462"/>
                  </a:lnTo>
                  <a:lnTo>
                    <a:pt x="12943" y="5416"/>
                  </a:lnTo>
                  <a:lnTo>
                    <a:pt x="9501" y="5416"/>
                  </a:lnTo>
                  <a:lnTo>
                    <a:pt x="9501" y="4636"/>
                  </a:lnTo>
                  <a:lnTo>
                    <a:pt x="9501" y="4360"/>
                  </a:lnTo>
                  <a:lnTo>
                    <a:pt x="9409" y="4131"/>
                  </a:lnTo>
                  <a:lnTo>
                    <a:pt x="9317" y="3947"/>
                  </a:lnTo>
                  <a:lnTo>
                    <a:pt x="9134" y="3718"/>
                  </a:lnTo>
                  <a:lnTo>
                    <a:pt x="8950" y="3580"/>
                  </a:lnTo>
                  <a:lnTo>
                    <a:pt x="8767" y="3488"/>
                  </a:lnTo>
                  <a:lnTo>
                    <a:pt x="8537" y="3396"/>
                  </a:lnTo>
                  <a:lnTo>
                    <a:pt x="8078" y="3396"/>
                  </a:lnTo>
                  <a:lnTo>
                    <a:pt x="8078" y="2157"/>
                  </a:lnTo>
                  <a:lnTo>
                    <a:pt x="10189" y="2157"/>
                  </a:lnTo>
                  <a:lnTo>
                    <a:pt x="10419" y="2111"/>
                  </a:lnTo>
                  <a:lnTo>
                    <a:pt x="10602" y="1974"/>
                  </a:lnTo>
                  <a:lnTo>
                    <a:pt x="10740" y="1836"/>
                  </a:lnTo>
                  <a:lnTo>
                    <a:pt x="10786" y="1607"/>
                  </a:lnTo>
                  <a:lnTo>
                    <a:pt x="10740" y="1377"/>
                  </a:lnTo>
                  <a:lnTo>
                    <a:pt x="10602" y="1193"/>
                  </a:lnTo>
                  <a:lnTo>
                    <a:pt x="10465" y="1056"/>
                  </a:lnTo>
                  <a:lnTo>
                    <a:pt x="10235" y="1010"/>
                  </a:lnTo>
                  <a:lnTo>
                    <a:pt x="8078" y="1010"/>
                  </a:lnTo>
                  <a:lnTo>
                    <a:pt x="8078" y="551"/>
                  </a:lnTo>
                  <a:lnTo>
                    <a:pt x="8032" y="367"/>
                  </a:lnTo>
                  <a:lnTo>
                    <a:pt x="7895" y="184"/>
                  </a:lnTo>
                  <a:lnTo>
                    <a:pt x="7757" y="46"/>
                  </a:lnTo>
                  <a:lnTo>
                    <a:pt x="75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p:nvPr/>
          </p:nvSpPr>
          <p:spPr>
            <a:xfrm>
              <a:off x="4955180" y="4467105"/>
              <a:ext cx="76015" cy="108767"/>
            </a:xfrm>
            <a:custGeom>
              <a:rect b="b" l="l" r="r" t="t"/>
              <a:pathLst>
                <a:path extrusionOk="0" h="4729" w="3305">
                  <a:moveTo>
                    <a:pt x="1653" y="1791"/>
                  </a:moveTo>
                  <a:lnTo>
                    <a:pt x="2020" y="2571"/>
                  </a:lnTo>
                  <a:lnTo>
                    <a:pt x="2112" y="2892"/>
                  </a:lnTo>
                  <a:lnTo>
                    <a:pt x="2157" y="3076"/>
                  </a:lnTo>
                  <a:lnTo>
                    <a:pt x="2112" y="3260"/>
                  </a:lnTo>
                  <a:lnTo>
                    <a:pt x="2020" y="3443"/>
                  </a:lnTo>
                  <a:lnTo>
                    <a:pt x="1836" y="3535"/>
                  </a:lnTo>
                  <a:lnTo>
                    <a:pt x="1653" y="3581"/>
                  </a:lnTo>
                  <a:lnTo>
                    <a:pt x="1423" y="3535"/>
                  </a:lnTo>
                  <a:lnTo>
                    <a:pt x="1285" y="3443"/>
                  </a:lnTo>
                  <a:lnTo>
                    <a:pt x="1148" y="3260"/>
                  </a:lnTo>
                  <a:lnTo>
                    <a:pt x="1102" y="3076"/>
                  </a:lnTo>
                  <a:lnTo>
                    <a:pt x="1148" y="2892"/>
                  </a:lnTo>
                  <a:lnTo>
                    <a:pt x="1285" y="2571"/>
                  </a:lnTo>
                  <a:lnTo>
                    <a:pt x="1653" y="1791"/>
                  </a:lnTo>
                  <a:close/>
                  <a:moveTo>
                    <a:pt x="1653" y="1"/>
                  </a:moveTo>
                  <a:lnTo>
                    <a:pt x="1515" y="47"/>
                  </a:lnTo>
                  <a:lnTo>
                    <a:pt x="1377" y="93"/>
                  </a:lnTo>
                  <a:lnTo>
                    <a:pt x="1240" y="185"/>
                  </a:lnTo>
                  <a:lnTo>
                    <a:pt x="1148" y="322"/>
                  </a:lnTo>
                  <a:lnTo>
                    <a:pt x="826" y="919"/>
                  </a:lnTo>
                  <a:lnTo>
                    <a:pt x="459" y="1653"/>
                  </a:lnTo>
                  <a:lnTo>
                    <a:pt x="138" y="2433"/>
                  </a:lnTo>
                  <a:lnTo>
                    <a:pt x="46" y="2801"/>
                  </a:lnTo>
                  <a:lnTo>
                    <a:pt x="0" y="3076"/>
                  </a:lnTo>
                  <a:lnTo>
                    <a:pt x="46" y="3397"/>
                  </a:lnTo>
                  <a:lnTo>
                    <a:pt x="138" y="3719"/>
                  </a:lnTo>
                  <a:lnTo>
                    <a:pt x="276" y="3994"/>
                  </a:lnTo>
                  <a:lnTo>
                    <a:pt x="459" y="4223"/>
                  </a:lnTo>
                  <a:lnTo>
                    <a:pt x="735" y="4453"/>
                  </a:lnTo>
                  <a:lnTo>
                    <a:pt x="1010" y="4591"/>
                  </a:lnTo>
                  <a:lnTo>
                    <a:pt x="1331" y="4682"/>
                  </a:lnTo>
                  <a:lnTo>
                    <a:pt x="1653" y="4728"/>
                  </a:lnTo>
                  <a:lnTo>
                    <a:pt x="1974" y="4682"/>
                  </a:lnTo>
                  <a:lnTo>
                    <a:pt x="2295" y="4591"/>
                  </a:lnTo>
                  <a:lnTo>
                    <a:pt x="2571" y="4453"/>
                  </a:lnTo>
                  <a:lnTo>
                    <a:pt x="2800" y="4223"/>
                  </a:lnTo>
                  <a:lnTo>
                    <a:pt x="3029" y="3994"/>
                  </a:lnTo>
                  <a:lnTo>
                    <a:pt x="3167" y="3719"/>
                  </a:lnTo>
                  <a:lnTo>
                    <a:pt x="3259" y="3397"/>
                  </a:lnTo>
                  <a:lnTo>
                    <a:pt x="3305" y="3076"/>
                  </a:lnTo>
                  <a:lnTo>
                    <a:pt x="3259" y="2801"/>
                  </a:lnTo>
                  <a:lnTo>
                    <a:pt x="3167" y="2433"/>
                  </a:lnTo>
                  <a:lnTo>
                    <a:pt x="2846" y="1653"/>
                  </a:lnTo>
                  <a:lnTo>
                    <a:pt x="2479" y="919"/>
                  </a:lnTo>
                  <a:lnTo>
                    <a:pt x="2157" y="322"/>
                  </a:lnTo>
                  <a:lnTo>
                    <a:pt x="2020" y="185"/>
                  </a:lnTo>
                  <a:lnTo>
                    <a:pt x="1928" y="93"/>
                  </a:lnTo>
                  <a:lnTo>
                    <a:pt x="1790" y="47"/>
                  </a:lnTo>
                  <a:lnTo>
                    <a:pt x="16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61"/>
          <p:cNvGrpSpPr/>
          <p:nvPr/>
        </p:nvGrpSpPr>
        <p:grpSpPr>
          <a:xfrm>
            <a:off x="5349975" y="3956918"/>
            <a:ext cx="438104" cy="438081"/>
            <a:chOff x="5349975" y="4170497"/>
            <a:chExt cx="438104" cy="438081"/>
          </a:xfrm>
        </p:grpSpPr>
        <p:sp>
          <p:nvSpPr>
            <p:cNvPr id="999" name="Google Shape;999;p61"/>
            <p:cNvSpPr/>
            <p:nvPr/>
          </p:nvSpPr>
          <p:spPr>
            <a:xfrm>
              <a:off x="5425990" y="4246489"/>
              <a:ext cx="285039" cy="285039"/>
            </a:xfrm>
            <a:custGeom>
              <a:rect b="b" l="l" r="r" t="t"/>
              <a:pathLst>
                <a:path extrusionOk="0" h="12393" w="12393">
                  <a:moveTo>
                    <a:pt x="6701" y="1148"/>
                  </a:moveTo>
                  <a:lnTo>
                    <a:pt x="7206" y="1240"/>
                  </a:lnTo>
                  <a:lnTo>
                    <a:pt x="7711" y="1378"/>
                  </a:lnTo>
                  <a:lnTo>
                    <a:pt x="8170" y="1561"/>
                  </a:lnTo>
                  <a:lnTo>
                    <a:pt x="8629" y="1745"/>
                  </a:lnTo>
                  <a:lnTo>
                    <a:pt x="9042" y="2020"/>
                  </a:lnTo>
                  <a:lnTo>
                    <a:pt x="9409" y="2295"/>
                  </a:lnTo>
                  <a:lnTo>
                    <a:pt x="9776" y="2617"/>
                  </a:lnTo>
                  <a:lnTo>
                    <a:pt x="10097" y="2984"/>
                  </a:lnTo>
                  <a:lnTo>
                    <a:pt x="10373" y="3397"/>
                  </a:lnTo>
                  <a:lnTo>
                    <a:pt x="10648" y="3810"/>
                  </a:lnTo>
                  <a:lnTo>
                    <a:pt x="10877" y="4223"/>
                  </a:lnTo>
                  <a:lnTo>
                    <a:pt x="11015" y="4682"/>
                  </a:lnTo>
                  <a:lnTo>
                    <a:pt x="11153" y="5187"/>
                  </a:lnTo>
                  <a:lnTo>
                    <a:pt x="11245" y="5692"/>
                  </a:lnTo>
                  <a:lnTo>
                    <a:pt x="11245" y="6197"/>
                  </a:lnTo>
                  <a:lnTo>
                    <a:pt x="11245" y="6701"/>
                  </a:lnTo>
                  <a:lnTo>
                    <a:pt x="11153" y="7206"/>
                  </a:lnTo>
                  <a:lnTo>
                    <a:pt x="11015" y="7711"/>
                  </a:lnTo>
                  <a:lnTo>
                    <a:pt x="10877" y="8170"/>
                  </a:lnTo>
                  <a:lnTo>
                    <a:pt x="10648" y="8629"/>
                  </a:lnTo>
                  <a:lnTo>
                    <a:pt x="10373" y="9042"/>
                  </a:lnTo>
                  <a:lnTo>
                    <a:pt x="10097" y="9409"/>
                  </a:lnTo>
                  <a:lnTo>
                    <a:pt x="9776" y="9777"/>
                  </a:lnTo>
                  <a:lnTo>
                    <a:pt x="9409" y="10098"/>
                  </a:lnTo>
                  <a:lnTo>
                    <a:pt x="9042" y="10419"/>
                  </a:lnTo>
                  <a:lnTo>
                    <a:pt x="8629" y="10649"/>
                  </a:lnTo>
                  <a:lnTo>
                    <a:pt x="8170" y="10878"/>
                  </a:lnTo>
                  <a:lnTo>
                    <a:pt x="7711" y="11016"/>
                  </a:lnTo>
                  <a:lnTo>
                    <a:pt x="7206" y="11153"/>
                  </a:lnTo>
                  <a:lnTo>
                    <a:pt x="6701" y="11245"/>
                  </a:lnTo>
                  <a:lnTo>
                    <a:pt x="5691" y="11245"/>
                  </a:lnTo>
                  <a:lnTo>
                    <a:pt x="5186" y="11153"/>
                  </a:lnTo>
                  <a:lnTo>
                    <a:pt x="4681" y="11016"/>
                  </a:lnTo>
                  <a:lnTo>
                    <a:pt x="4223" y="10878"/>
                  </a:lnTo>
                  <a:lnTo>
                    <a:pt x="3809" y="10649"/>
                  </a:lnTo>
                  <a:lnTo>
                    <a:pt x="3350" y="10419"/>
                  </a:lnTo>
                  <a:lnTo>
                    <a:pt x="2983" y="10098"/>
                  </a:lnTo>
                  <a:lnTo>
                    <a:pt x="2616" y="9777"/>
                  </a:lnTo>
                  <a:lnTo>
                    <a:pt x="2295" y="9409"/>
                  </a:lnTo>
                  <a:lnTo>
                    <a:pt x="2020" y="9042"/>
                  </a:lnTo>
                  <a:lnTo>
                    <a:pt x="1744" y="8629"/>
                  </a:lnTo>
                  <a:lnTo>
                    <a:pt x="1515" y="8170"/>
                  </a:lnTo>
                  <a:lnTo>
                    <a:pt x="1377" y="7711"/>
                  </a:lnTo>
                  <a:lnTo>
                    <a:pt x="1239" y="7206"/>
                  </a:lnTo>
                  <a:lnTo>
                    <a:pt x="1147" y="6701"/>
                  </a:lnTo>
                  <a:lnTo>
                    <a:pt x="1147" y="6197"/>
                  </a:lnTo>
                  <a:lnTo>
                    <a:pt x="1147" y="5692"/>
                  </a:lnTo>
                  <a:lnTo>
                    <a:pt x="1239" y="5187"/>
                  </a:lnTo>
                  <a:lnTo>
                    <a:pt x="1377" y="4682"/>
                  </a:lnTo>
                  <a:lnTo>
                    <a:pt x="1515" y="4223"/>
                  </a:lnTo>
                  <a:lnTo>
                    <a:pt x="1744" y="3810"/>
                  </a:lnTo>
                  <a:lnTo>
                    <a:pt x="2020" y="3397"/>
                  </a:lnTo>
                  <a:lnTo>
                    <a:pt x="2295" y="2984"/>
                  </a:lnTo>
                  <a:lnTo>
                    <a:pt x="2616" y="2617"/>
                  </a:lnTo>
                  <a:lnTo>
                    <a:pt x="2983" y="2295"/>
                  </a:lnTo>
                  <a:lnTo>
                    <a:pt x="3350" y="2020"/>
                  </a:lnTo>
                  <a:lnTo>
                    <a:pt x="3809" y="1745"/>
                  </a:lnTo>
                  <a:lnTo>
                    <a:pt x="4223" y="1561"/>
                  </a:lnTo>
                  <a:lnTo>
                    <a:pt x="4681" y="1378"/>
                  </a:lnTo>
                  <a:lnTo>
                    <a:pt x="5186" y="1240"/>
                  </a:lnTo>
                  <a:lnTo>
                    <a:pt x="5691" y="1148"/>
                  </a:lnTo>
                  <a:close/>
                  <a:moveTo>
                    <a:pt x="6196" y="1"/>
                  </a:moveTo>
                  <a:lnTo>
                    <a:pt x="5554" y="47"/>
                  </a:lnTo>
                  <a:lnTo>
                    <a:pt x="4957" y="138"/>
                  </a:lnTo>
                  <a:lnTo>
                    <a:pt x="4360" y="276"/>
                  </a:lnTo>
                  <a:lnTo>
                    <a:pt x="3809" y="506"/>
                  </a:lnTo>
                  <a:lnTo>
                    <a:pt x="3259" y="781"/>
                  </a:lnTo>
                  <a:lnTo>
                    <a:pt x="2754" y="1056"/>
                  </a:lnTo>
                  <a:lnTo>
                    <a:pt x="2249" y="1423"/>
                  </a:lnTo>
                  <a:lnTo>
                    <a:pt x="1836" y="1837"/>
                  </a:lnTo>
                  <a:lnTo>
                    <a:pt x="1423" y="2250"/>
                  </a:lnTo>
                  <a:lnTo>
                    <a:pt x="1056" y="2754"/>
                  </a:lnTo>
                  <a:lnTo>
                    <a:pt x="734" y="3259"/>
                  </a:lnTo>
                  <a:lnTo>
                    <a:pt x="505" y="3810"/>
                  </a:lnTo>
                  <a:lnTo>
                    <a:pt x="275" y="4361"/>
                  </a:lnTo>
                  <a:lnTo>
                    <a:pt x="138" y="4957"/>
                  </a:lnTo>
                  <a:lnTo>
                    <a:pt x="46" y="5554"/>
                  </a:lnTo>
                  <a:lnTo>
                    <a:pt x="0" y="6197"/>
                  </a:lnTo>
                  <a:lnTo>
                    <a:pt x="46" y="6839"/>
                  </a:lnTo>
                  <a:lnTo>
                    <a:pt x="138" y="7436"/>
                  </a:lnTo>
                  <a:lnTo>
                    <a:pt x="275" y="8032"/>
                  </a:lnTo>
                  <a:lnTo>
                    <a:pt x="505" y="8629"/>
                  </a:lnTo>
                  <a:lnTo>
                    <a:pt x="734" y="9134"/>
                  </a:lnTo>
                  <a:lnTo>
                    <a:pt x="1056" y="9685"/>
                  </a:lnTo>
                  <a:lnTo>
                    <a:pt x="1423" y="10144"/>
                  </a:lnTo>
                  <a:lnTo>
                    <a:pt x="1836" y="10603"/>
                  </a:lnTo>
                  <a:lnTo>
                    <a:pt x="2249" y="10970"/>
                  </a:lnTo>
                  <a:lnTo>
                    <a:pt x="2754" y="11337"/>
                  </a:lnTo>
                  <a:lnTo>
                    <a:pt x="3259" y="11658"/>
                  </a:lnTo>
                  <a:lnTo>
                    <a:pt x="3809" y="11934"/>
                  </a:lnTo>
                  <a:lnTo>
                    <a:pt x="4360" y="12117"/>
                  </a:lnTo>
                  <a:lnTo>
                    <a:pt x="4957" y="12255"/>
                  </a:lnTo>
                  <a:lnTo>
                    <a:pt x="5554" y="12347"/>
                  </a:lnTo>
                  <a:lnTo>
                    <a:pt x="6196" y="12393"/>
                  </a:lnTo>
                  <a:lnTo>
                    <a:pt x="6839" y="12347"/>
                  </a:lnTo>
                  <a:lnTo>
                    <a:pt x="7435" y="12255"/>
                  </a:lnTo>
                  <a:lnTo>
                    <a:pt x="8032" y="12117"/>
                  </a:lnTo>
                  <a:lnTo>
                    <a:pt x="8629" y="11934"/>
                  </a:lnTo>
                  <a:lnTo>
                    <a:pt x="9133" y="11658"/>
                  </a:lnTo>
                  <a:lnTo>
                    <a:pt x="9638" y="11337"/>
                  </a:lnTo>
                  <a:lnTo>
                    <a:pt x="10143" y="10970"/>
                  </a:lnTo>
                  <a:lnTo>
                    <a:pt x="10556" y="10603"/>
                  </a:lnTo>
                  <a:lnTo>
                    <a:pt x="10969" y="10144"/>
                  </a:lnTo>
                  <a:lnTo>
                    <a:pt x="11336" y="9685"/>
                  </a:lnTo>
                  <a:lnTo>
                    <a:pt x="11658" y="9134"/>
                  </a:lnTo>
                  <a:lnTo>
                    <a:pt x="11887" y="8629"/>
                  </a:lnTo>
                  <a:lnTo>
                    <a:pt x="12117" y="8032"/>
                  </a:lnTo>
                  <a:lnTo>
                    <a:pt x="12254" y="7436"/>
                  </a:lnTo>
                  <a:lnTo>
                    <a:pt x="12346" y="6839"/>
                  </a:lnTo>
                  <a:lnTo>
                    <a:pt x="12392" y="6197"/>
                  </a:lnTo>
                  <a:lnTo>
                    <a:pt x="12346" y="5554"/>
                  </a:lnTo>
                  <a:lnTo>
                    <a:pt x="12254" y="4957"/>
                  </a:lnTo>
                  <a:lnTo>
                    <a:pt x="12117" y="4361"/>
                  </a:lnTo>
                  <a:lnTo>
                    <a:pt x="11887" y="3810"/>
                  </a:lnTo>
                  <a:lnTo>
                    <a:pt x="11658" y="3259"/>
                  </a:lnTo>
                  <a:lnTo>
                    <a:pt x="11336" y="2754"/>
                  </a:lnTo>
                  <a:lnTo>
                    <a:pt x="10969" y="2250"/>
                  </a:lnTo>
                  <a:lnTo>
                    <a:pt x="10556" y="1837"/>
                  </a:lnTo>
                  <a:lnTo>
                    <a:pt x="10143" y="1423"/>
                  </a:lnTo>
                  <a:lnTo>
                    <a:pt x="9638" y="1056"/>
                  </a:lnTo>
                  <a:lnTo>
                    <a:pt x="9133" y="781"/>
                  </a:lnTo>
                  <a:lnTo>
                    <a:pt x="8629" y="506"/>
                  </a:lnTo>
                  <a:lnTo>
                    <a:pt x="8032" y="276"/>
                  </a:lnTo>
                  <a:lnTo>
                    <a:pt x="7435" y="138"/>
                  </a:lnTo>
                  <a:lnTo>
                    <a:pt x="6839" y="47"/>
                  </a:lnTo>
                  <a:lnTo>
                    <a:pt x="61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p:nvPr/>
          </p:nvSpPr>
          <p:spPr>
            <a:xfrm>
              <a:off x="5497773" y="4315098"/>
              <a:ext cx="25346" cy="38042"/>
            </a:xfrm>
            <a:custGeom>
              <a:rect b="b" l="l" r="r" t="t"/>
              <a:pathLst>
                <a:path extrusionOk="0" h="1654" w="1102">
                  <a:moveTo>
                    <a:pt x="321" y="1"/>
                  </a:moveTo>
                  <a:lnTo>
                    <a:pt x="138" y="139"/>
                  </a:lnTo>
                  <a:lnTo>
                    <a:pt x="46" y="322"/>
                  </a:lnTo>
                  <a:lnTo>
                    <a:pt x="0" y="552"/>
                  </a:lnTo>
                  <a:lnTo>
                    <a:pt x="0" y="1102"/>
                  </a:lnTo>
                  <a:lnTo>
                    <a:pt x="46" y="1332"/>
                  </a:lnTo>
                  <a:lnTo>
                    <a:pt x="138" y="1515"/>
                  </a:lnTo>
                  <a:lnTo>
                    <a:pt x="321" y="1607"/>
                  </a:lnTo>
                  <a:lnTo>
                    <a:pt x="551" y="1653"/>
                  </a:lnTo>
                  <a:lnTo>
                    <a:pt x="780" y="1607"/>
                  </a:lnTo>
                  <a:lnTo>
                    <a:pt x="964" y="1470"/>
                  </a:lnTo>
                  <a:lnTo>
                    <a:pt x="1056" y="1286"/>
                  </a:lnTo>
                  <a:lnTo>
                    <a:pt x="1102" y="1102"/>
                  </a:lnTo>
                  <a:lnTo>
                    <a:pt x="1102" y="552"/>
                  </a:lnTo>
                  <a:lnTo>
                    <a:pt x="1056" y="368"/>
                  </a:lnTo>
                  <a:lnTo>
                    <a:pt x="964" y="184"/>
                  </a:lnTo>
                  <a:lnTo>
                    <a:pt x="780" y="47"/>
                  </a:lnTo>
                  <a:lnTo>
                    <a:pt x="5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1"/>
            <p:cNvSpPr/>
            <p:nvPr/>
          </p:nvSpPr>
          <p:spPr>
            <a:xfrm>
              <a:off x="5614935" y="4315098"/>
              <a:ext cx="25346" cy="38042"/>
            </a:xfrm>
            <a:custGeom>
              <a:rect b="b" l="l" r="r" t="t"/>
              <a:pathLst>
                <a:path extrusionOk="0" h="1654" w="1102">
                  <a:moveTo>
                    <a:pt x="368" y="1"/>
                  </a:moveTo>
                  <a:lnTo>
                    <a:pt x="184" y="139"/>
                  </a:lnTo>
                  <a:lnTo>
                    <a:pt x="46" y="322"/>
                  </a:lnTo>
                  <a:lnTo>
                    <a:pt x="0" y="552"/>
                  </a:lnTo>
                  <a:lnTo>
                    <a:pt x="0" y="1102"/>
                  </a:lnTo>
                  <a:lnTo>
                    <a:pt x="46" y="1332"/>
                  </a:lnTo>
                  <a:lnTo>
                    <a:pt x="184" y="1515"/>
                  </a:lnTo>
                  <a:lnTo>
                    <a:pt x="368" y="1607"/>
                  </a:lnTo>
                  <a:lnTo>
                    <a:pt x="597" y="1653"/>
                  </a:lnTo>
                  <a:lnTo>
                    <a:pt x="781" y="1607"/>
                  </a:lnTo>
                  <a:lnTo>
                    <a:pt x="964" y="1470"/>
                  </a:lnTo>
                  <a:lnTo>
                    <a:pt x="1056" y="1286"/>
                  </a:lnTo>
                  <a:lnTo>
                    <a:pt x="1102" y="1102"/>
                  </a:lnTo>
                  <a:lnTo>
                    <a:pt x="1102" y="552"/>
                  </a:lnTo>
                  <a:lnTo>
                    <a:pt x="1056" y="368"/>
                  </a:lnTo>
                  <a:lnTo>
                    <a:pt x="964" y="184"/>
                  </a:lnTo>
                  <a:lnTo>
                    <a:pt x="781" y="47"/>
                  </a:lnTo>
                  <a:lnTo>
                    <a:pt x="5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1"/>
            <p:cNvSpPr/>
            <p:nvPr/>
          </p:nvSpPr>
          <p:spPr>
            <a:xfrm>
              <a:off x="5465044" y="4376324"/>
              <a:ext cx="206908" cy="116150"/>
            </a:xfrm>
            <a:custGeom>
              <a:rect b="b" l="l" r="r" t="t"/>
              <a:pathLst>
                <a:path extrusionOk="0" h="5050" w="8996">
                  <a:moveTo>
                    <a:pt x="551" y="1"/>
                  </a:moveTo>
                  <a:lnTo>
                    <a:pt x="367" y="47"/>
                  </a:lnTo>
                  <a:lnTo>
                    <a:pt x="184" y="139"/>
                  </a:lnTo>
                  <a:lnTo>
                    <a:pt x="46" y="322"/>
                  </a:lnTo>
                  <a:lnTo>
                    <a:pt x="0" y="552"/>
                  </a:lnTo>
                  <a:lnTo>
                    <a:pt x="46" y="1011"/>
                  </a:lnTo>
                  <a:lnTo>
                    <a:pt x="92" y="1470"/>
                  </a:lnTo>
                  <a:lnTo>
                    <a:pt x="230" y="1883"/>
                  </a:lnTo>
                  <a:lnTo>
                    <a:pt x="367" y="2296"/>
                  </a:lnTo>
                  <a:lnTo>
                    <a:pt x="551" y="2709"/>
                  </a:lnTo>
                  <a:lnTo>
                    <a:pt x="780" y="3076"/>
                  </a:lnTo>
                  <a:lnTo>
                    <a:pt x="1056" y="3397"/>
                  </a:lnTo>
                  <a:lnTo>
                    <a:pt x="1331" y="3718"/>
                  </a:lnTo>
                  <a:lnTo>
                    <a:pt x="1652" y="4040"/>
                  </a:lnTo>
                  <a:lnTo>
                    <a:pt x="1974" y="4269"/>
                  </a:lnTo>
                  <a:lnTo>
                    <a:pt x="2341" y="4499"/>
                  </a:lnTo>
                  <a:lnTo>
                    <a:pt x="2754" y="4682"/>
                  </a:lnTo>
                  <a:lnTo>
                    <a:pt x="3167" y="4866"/>
                  </a:lnTo>
                  <a:lnTo>
                    <a:pt x="3580" y="4958"/>
                  </a:lnTo>
                  <a:lnTo>
                    <a:pt x="4039" y="5049"/>
                  </a:lnTo>
                  <a:lnTo>
                    <a:pt x="4957" y="5049"/>
                  </a:lnTo>
                  <a:lnTo>
                    <a:pt x="5416" y="4958"/>
                  </a:lnTo>
                  <a:lnTo>
                    <a:pt x="5829" y="4866"/>
                  </a:lnTo>
                  <a:lnTo>
                    <a:pt x="6242" y="4682"/>
                  </a:lnTo>
                  <a:lnTo>
                    <a:pt x="6655" y="4499"/>
                  </a:lnTo>
                  <a:lnTo>
                    <a:pt x="7022" y="4269"/>
                  </a:lnTo>
                  <a:lnTo>
                    <a:pt x="7344" y="4040"/>
                  </a:lnTo>
                  <a:lnTo>
                    <a:pt x="7665" y="3718"/>
                  </a:lnTo>
                  <a:lnTo>
                    <a:pt x="7986" y="3397"/>
                  </a:lnTo>
                  <a:lnTo>
                    <a:pt x="8216" y="3076"/>
                  </a:lnTo>
                  <a:lnTo>
                    <a:pt x="8445" y="2709"/>
                  </a:lnTo>
                  <a:lnTo>
                    <a:pt x="8629" y="2296"/>
                  </a:lnTo>
                  <a:lnTo>
                    <a:pt x="8812" y="1883"/>
                  </a:lnTo>
                  <a:lnTo>
                    <a:pt x="8904" y="1470"/>
                  </a:lnTo>
                  <a:lnTo>
                    <a:pt x="8950" y="1011"/>
                  </a:lnTo>
                  <a:lnTo>
                    <a:pt x="8996" y="552"/>
                  </a:lnTo>
                  <a:lnTo>
                    <a:pt x="8950" y="322"/>
                  </a:lnTo>
                  <a:lnTo>
                    <a:pt x="8812" y="139"/>
                  </a:lnTo>
                  <a:lnTo>
                    <a:pt x="8629" y="47"/>
                  </a:lnTo>
                  <a:lnTo>
                    <a:pt x="8445" y="1"/>
                  </a:lnTo>
                  <a:lnTo>
                    <a:pt x="8216" y="47"/>
                  </a:lnTo>
                  <a:lnTo>
                    <a:pt x="8032" y="139"/>
                  </a:lnTo>
                  <a:lnTo>
                    <a:pt x="7894" y="322"/>
                  </a:lnTo>
                  <a:lnTo>
                    <a:pt x="7848" y="552"/>
                  </a:lnTo>
                  <a:lnTo>
                    <a:pt x="7848" y="919"/>
                  </a:lnTo>
                  <a:lnTo>
                    <a:pt x="7803" y="1240"/>
                  </a:lnTo>
                  <a:lnTo>
                    <a:pt x="7711" y="1561"/>
                  </a:lnTo>
                  <a:lnTo>
                    <a:pt x="7619" y="1883"/>
                  </a:lnTo>
                  <a:lnTo>
                    <a:pt x="7435" y="2158"/>
                  </a:lnTo>
                  <a:lnTo>
                    <a:pt x="7298" y="2433"/>
                  </a:lnTo>
                  <a:lnTo>
                    <a:pt x="7114" y="2709"/>
                  </a:lnTo>
                  <a:lnTo>
                    <a:pt x="6885" y="2938"/>
                  </a:lnTo>
                  <a:lnTo>
                    <a:pt x="6655" y="3168"/>
                  </a:lnTo>
                  <a:lnTo>
                    <a:pt x="6380" y="3351"/>
                  </a:lnTo>
                  <a:lnTo>
                    <a:pt x="6104" y="3535"/>
                  </a:lnTo>
                  <a:lnTo>
                    <a:pt x="5829" y="3673"/>
                  </a:lnTo>
                  <a:lnTo>
                    <a:pt x="5508" y="3764"/>
                  </a:lnTo>
                  <a:lnTo>
                    <a:pt x="5187" y="3856"/>
                  </a:lnTo>
                  <a:lnTo>
                    <a:pt x="4865" y="3902"/>
                  </a:lnTo>
                  <a:lnTo>
                    <a:pt x="4177" y="3902"/>
                  </a:lnTo>
                  <a:lnTo>
                    <a:pt x="3810" y="3856"/>
                  </a:lnTo>
                  <a:lnTo>
                    <a:pt x="3488" y="3764"/>
                  </a:lnTo>
                  <a:lnTo>
                    <a:pt x="3213" y="3673"/>
                  </a:lnTo>
                  <a:lnTo>
                    <a:pt x="2892" y="3535"/>
                  </a:lnTo>
                  <a:lnTo>
                    <a:pt x="2616" y="3351"/>
                  </a:lnTo>
                  <a:lnTo>
                    <a:pt x="2387" y="3168"/>
                  </a:lnTo>
                  <a:lnTo>
                    <a:pt x="2111" y="2938"/>
                  </a:lnTo>
                  <a:lnTo>
                    <a:pt x="1928" y="2709"/>
                  </a:lnTo>
                  <a:lnTo>
                    <a:pt x="1698" y="2433"/>
                  </a:lnTo>
                  <a:lnTo>
                    <a:pt x="1561" y="2158"/>
                  </a:lnTo>
                  <a:lnTo>
                    <a:pt x="1423" y="1883"/>
                  </a:lnTo>
                  <a:lnTo>
                    <a:pt x="1285" y="1561"/>
                  </a:lnTo>
                  <a:lnTo>
                    <a:pt x="1194" y="1240"/>
                  </a:lnTo>
                  <a:lnTo>
                    <a:pt x="1148" y="919"/>
                  </a:lnTo>
                  <a:lnTo>
                    <a:pt x="1148" y="552"/>
                  </a:lnTo>
                  <a:lnTo>
                    <a:pt x="1102" y="322"/>
                  </a:lnTo>
                  <a:lnTo>
                    <a:pt x="964" y="139"/>
                  </a:lnTo>
                  <a:lnTo>
                    <a:pt x="780" y="47"/>
                  </a:lnTo>
                  <a:lnTo>
                    <a:pt x="5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1"/>
            <p:cNvSpPr/>
            <p:nvPr/>
          </p:nvSpPr>
          <p:spPr>
            <a:xfrm>
              <a:off x="5555825" y="4170497"/>
              <a:ext cx="25346" cy="47518"/>
            </a:xfrm>
            <a:custGeom>
              <a:rect b="b" l="l" r="r" t="t"/>
              <a:pathLst>
                <a:path extrusionOk="0" h="2066" w="1102">
                  <a:moveTo>
                    <a:pt x="597" y="0"/>
                  </a:moveTo>
                  <a:lnTo>
                    <a:pt x="367" y="46"/>
                  </a:lnTo>
                  <a:lnTo>
                    <a:pt x="184" y="138"/>
                  </a:lnTo>
                  <a:lnTo>
                    <a:pt x="46" y="321"/>
                  </a:lnTo>
                  <a:lnTo>
                    <a:pt x="0" y="551"/>
                  </a:lnTo>
                  <a:lnTo>
                    <a:pt x="0" y="1515"/>
                  </a:lnTo>
                  <a:lnTo>
                    <a:pt x="46" y="1744"/>
                  </a:lnTo>
                  <a:lnTo>
                    <a:pt x="184" y="1882"/>
                  </a:lnTo>
                  <a:lnTo>
                    <a:pt x="367" y="2020"/>
                  </a:lnTo>
                  <a:lnTo>
                    <a:pt x="597" y="2065"/>
                  </a:lnTo>
                  <a:lnTo>
                    <a:pt x="781" y="2020"/>
                  </a:lnTo>
                  <a:lnTo>
                    <a:pt x="964" y="1882"/>
                  </a:lnTo>
                  <a:lnTo>
                    <a:pt x="1056" y="1698"/>
                  </a:lnTo>
                  <a:lnTo>
                    <a:pt x="1102" y="1469"/>
                  </a:lnTo>
                  <a:lnTo>
                    <a:pt x="1102" y="551"/>
                  </a:lnTo>
                  <a:lnTo>
                    <a:pt x="1056" y="367"/>
                  </a:lnTo>
                  <a:lnTo>
                    <a:pt x="964" y="184"/>
                  </a:lnTo>
                  <a:lnTo>
                    <a:pt x="781" y="46"/>
                  </a:lnTo>
                  <a:lnTo>
                    <a:pt x="5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1"/>
            <p:cNvSpPr/>
            <p:nvPr/>
          </p:nvSpPr>
          <p:spPr>
            <a:xfrm>
              <a:off x="5555825" y="4561060"/>
              <a:ext cx="25346" cy="47518"/>
            </a:xfrm>
            <a:custGeom>
              <a:rect b="b" l="l" r="r" t="t"/>
              <a:pathLst>
                <a:path extrusionOk="0" h="2066" w="1102">
                  <a:moveTo>
                    <a:pt x="505" y="1"/>
                  </a:moveTo>
                  <a:lnTo>
                    <a:pt x="322" y="47"/>
                  </a:lnTo>
                  <a:lnTo>
                    <a:pt x="138" y="138"/>
                  </a:lnTo>
                  <a:lnTo>
                    <a:pt x="46" y="322"/>
                  </a:lnTo>
                  <a:lnTo>
                    <a:pt x="0" y="551"/>
                  </a:lnTo>
                  <a:lnTo>
                    <a:pt x="0" y="1469"/>
                  </a:lnTo>
                  <a:lnTo>
                    <a:pt x="46" y="1699"/>
                  </a:lnTo>
                  <a:lnTo>
                    <a:pt x="138" y="1882"/>
                  </a:lnTo>
                  <a:lnTo>
                    <a:pt x="322" y="2020"/>
                  </a:lnTo>
                  <a:lnTo>
                    <a:pt x="505" y="2066"/>
                  </a:lnTo>
                  <a:lnTo>
                    <a:pt x="735" y="2020"/>
                  </a:lnTo>
                  <a:lnTo>
                    <a:pt x="918" y="1882"/>
                  </a:lnTo>
                  <a:lnTo>
                    <a:pt x="1056" y="1699"/>
                  </a:lnTo>
                  <a:lnTo>
                    <a:pt x="1102" y="1515"/>
                  </a:lnTo>
                  <a:lnTo>
                    <a:pt x="1102" y="551"/>
                  </a:lnTo>
                  <a:lnTo>
                    <a:pt x="1056" y="322"/>
                  </a:lnTo>
                  <a:lnTo>
                    <a:pt x="918" y="138"/>
                  </a:lnTo>
                  <a:lnTo>
                    <a:pt x="7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1"/>
            <p:cNvSpPr/>
            <p:nvPr/>
          </p:nvSpPr>
          <p:spPr>
            <a:xfrm>
              <a:off x="5739503" y="4376324"/>
              <a:ext cx="48576" cy="26427"/>
            </a:xfrm>
            <a:custGeom>
              <a:rect b="b" l="l" r="r" t="t"/>
              <a:pathLst>
                <a:path extrusionOk="0" h="1149" w="2112">
                  <a:moveTo>
                    <a:pt x="597" y="1"/>
                  </a:moveTo>
                  <a:lnTo>
                    <a:pt x="367" y="47"/>
                  </a:lnTo>
                  <a:lnTo>
                    <a:pt x="184" y="184"/>
                  </a:lnTo>
                  <a:lnTo>
                    <a:pt x="92" y="322"/>
                  </a:lnTo>
                  <a:lnTo>
                    <a:pt x="0" y="552"/>
                  </a:lnTo>
                  <a:lnTo>
                    <a:pt x="46" y="781"/>
                  </a:lnTo>
                  <a:lnTo>
                    <a:pt x="184" y="965"/>
                  </a:lnTo>
                  <a:lnTo>
                    <a:pt x="367" y="1102"/>
                  </a:lnTo>
                  <a:lnTo>
                    <a:pt x="597" y="1148"/>
                  </a:lnTo>
                  <a:lnTo>
                    <a:pt x="1515" y="1148"/>
                  </a:lnTo>
                  <a:lnTo>
                    <a:pt x="1744" y="1102"/>
                  </a:lnTo>
                  <a:lnTo>
                    <a:pt x="1928" y="965"/>
                  </a:lnTo>
                  <a:lnTo>
                    <a:pt x="2020" y="827"/>
                  </a:lnTo>
                  <a:lnTo>
                    <a:pt x="2111" y="598"/>
                  </a:lnTo>
                  <a:lnTo>
                    <a:pt x="2066" y="368"/>
                  </a:lnTo>
                  <a:lnTo>
                    <a:pt x="1928" y="184"/>
                  </a:lnTo>
                  <a:lnTo>
                    <a:pt x="1744" y="47"/>
                  </a:lnTo>
                  <a:lnTo>
                    <a:pt x="1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1"/>
            <p:cNvSpPr/>
            <p:nvPr/>
          </p:nvSpPr>
          <p:spPr>
            <a:xfrm>
              <a:off x="5349975" y="4376324"/>
              <a:ext cx="47518" cy="26427"/>
            </a:xfrm>
            <a:custGeom>
              <a:rect b="b" l="l" r="r" t="t"/>
              <a:pathLst>
                <a:path extrusionOk="0" h="1149" w="2066">
                  <a:moveTo>
                    <a:pt x="551" y="1"/>
                  </a:moveTo>
                  <a:lnTo>
                    <a:pt x="322" y="47"/>
                  </a:lnTo>
                  <a:lnTo>
                    <a:pt x="138" y="184"/>
                  </a:lnTo>
                  <a:lnTo>
                    <a:pt x="46" y="322"/>
                  </a:lnTo>
                  <a:lnTo>
                    <a:pt x="1" y="552"/>
                  </a:lnTo>
                  <a:lnTo>
                    <a:pt x="1" y="781"/>
                  </a:lnTo>
                  <a:lnTo>
                    <a:pt x="138" y="965"/>
                  </a:lnTo>
                  <a:lnTo>
                    <a:pt x="322" y="1102"/>
                  </a:lnTo>
                  <a:lnTo>
                    <a:pt x="551" y="1148"/>
                  </a:lnTo>
                  <a:lnTo>
                    <a:pt x="1469" y="1148"/>
                  </a:lnTo>
                  <a:lnTo>
                    <a:pt x="1699" y="1102"/>
                  </a:lnTo>
                  <a:lnTo>
                    <a:pt x="1882" y="965"/>
                  </a:lnTo>
                  <a:lnTo>
                    <a:pt x="2020" y="827"/>
                  </a:lnTo>
                  <a:lnTo>
                    <a:pt x="2066" y="598"/>
                  </a:lnTo>
                  <a:lnTo>
                    <a:pt x="2020" y="368"/>
                  </a:lnTo>
                  <a:lnTo>
                    <a:pt x="1882" y="184"/>
                  </a:lnTo>
                  <a:lnTo>
                    <a:pt x="1699" y="47"/>
                  </a:lnTo>
                  <a:lnTo>
                    <a:pt x="1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1"/>
            <p:cNvSpPr/>
            <p:nvPr/>
          </p:nvSpPr>
          <p:spPr>
            <a:xfrm>
              <a:off x="5685660" y="4506182"/>
              <a:ext cx="42251" cy="42228"/>
            </a:xfrm>
            <a:custGeom>
              <a:rect b="b" l="l" r="r" t="t"/>
              <a:pathLst>
                <a:path extrusionOk="0" h="1836" w="1837">
                  <a:moveTo>
                    <a:pt x="551" y="0"/>
                  </a:moveTo>
                  <a:lnTo>
                    <a:pt x="368" y="46"/>
                  </a:lnTo>
                  <a:lnTo>
                    <a:pt x="184" y="184"/>
                  </a:lnTo>
                  <a:lnTo>
                    <a:pt x="46" y="367"/>
                  </a:lnTo>
                  <a:lnTo>
                    <a:pt x="1" y="597"/>
                  </a:lnTo>
                  <a:lnTo>
                    <a:pt x="46" y="780"/>
                  </a:lnTo>
                  <a:lnTo>
                    <a:pt x="184" y="964"/>
                  </a:lnTo>
                  <a:lnTo>
                    <a:pt x="873" y="1652"/>
                  </a:lnTo>
                  <a:lnTo>
                    <a:pt x="1056" y="1790"/>
                  </a:lnTo>
                  <a:lnTo>
                    <a:pt x="1240" y="1836"/>
                  </a:lnTo>
                  <a:lnTo>
                    <a:pt x="1469" y="1790"/>
                  </a:lnTo>
                  <a:lnTo>
                    <a:pt x="1653" y="1652"/>
                  </a:lnTo>
                  <a:lnTo>
                    <a:pt x="1790" y="1469"/>
                  </a:lnTo>
                  <a:lnTo>
                    <a:pt x="1836" y="1239"/>
                  </a:lnTo>
                  <a:lnTo>
                    <a:pt x="1790" y="1056"/>
                  </a:lnTo>
                  <a:lnTo>
                    <a:pt x="1653" y="872"/>
                  </a:lnTo>
                  <a:lnTo>
                    <a:pt x="964" y="184"/>
                  </a:lnTo>
                  <a:lnTo>
                    <a:pt x="781" y="46"/>
                  </a:lnTo>
                  <a:lnTo>
                    <a:pt x="5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1"/>
            <p:cNvSpPr/>
            <p:nvPr/>
          </p:nvSpPr>
          <p:spPr>
            <a:xfrm>
              <a:off x="5410143" y="4230665"/>
              <a:ext cx="41193" cy="41193"/>
            </a:xfrm>
            <a:custGeom>
              <a:rect b="b" l="l" r="r" t="t"/>
              <a:pathLst>
                <a:path extrusionOk="0" h="1791" w="1791">
                  <a:moveTo>
                    <a:pt x="551" y="0"/>
                  </a:moveTo>
                  <a:lnTo>
                    <a:pt x="322" y="46"/>
                  </a:lnTo>
                  <a:lnTo>
                    <a:pt x="138" y="138"/>
                  </a:lnTo>
                  <a:lnTo>
                    <a:pt x="1" y="321"/>
                  </a:lnTo>
                  <a:lnTo>
                    <a:pt x="1" y="551"/>
                  </a:lnTo>
                  <a:lnTo>
                    <a:pt x="1" y="780"/>
                  </a:lnTo>
                  <a:lnTo>
                    <a:pt x="138" y="964"/>
                  </a:lnTo>
                  <a:lnTo>
                    <a:pt x="827" y="1652"/>
                  </a:lnTo>
                  <a:lnTo>
                    <a:pt x="1010" y="1744"/>
                  </a:lnTo>
                  <a:lnTo>
                    <a:pt x="1240" y="1790"/>
                  </a:lnTo>
                  <a:lnTo>
                    <a:pt x="1423" y="1744"/>
                  </a:lnTo>
                  <a:lnTo>
                    <a:pt x="1607" y="1652"/>
                  </a:lnTo>
                  <a:lnTo>
                    <a:pt x="1745" y="1469"/>
                  </a:lnTo>
                  <a:lnTo>
                    <a:pt x="1791" y="1239"/>
                  </a:lnTo>
                  <a:lnTo>
                    <a:pt x="1745" y="1010"/>
                  </a:lnTo>
                  <a:lnTo>
                    <a:pt x="1607" y="826"/>
                  </a:lnTo>
                  <a:lnTo>
                    <a:pt x="964" y="138"/>
                  </a:lnTo>
                  <a:lnTo>
                    <a:pt x="735" y="46"/>
                  </a:lnTo>
                  <a:lnTo>
                    <a:pt x="5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1"/>
            <p:cNvSpPr/>
            <p:nvPr/>
          </p:nvSpPr>
          <p:spPr>
            <a:xfrm>
              <a:off x="5410143" y="4506182"/>
              <a:ext cx="41193" cy="42228"/>
            </a:xfrm>
            <a:custGeom>
              <a:rect b="b" l="l" r="r" t="t"/>
              <a:pathLst>
                <a:path extrusionOk="0" h="1836" w="1791">
                  <a:moveTo>
                    <a:pt x="1240" y="0"/>
                  </a:moveTo>
                  <a:lnTo>
                    <a:pt x="1010" y="46"/>
                  </a:lnTo>
                  <a:lnTo>
                    <a:pt x="827" y="184"/>
                  </a:lnTo>
                  <a:lnTo>
                    <a:pt x="138" y="872"/>
                  </a:lnTo>
                  <a:lnTo>
                    <a:pt x="1" y="1056"/>
                  </a:lnTo>
                  <a:lnTo>
                    <a:pt x="1" y="1239"/>
                  </a:lnTo>
                  <a:lnTo>
                    <a:pt x="1" y="1469"/>
                  </a:lnTo>
                  <a:lnTo>
                    <a:pt x="138" y="1652"/>
                  </a:lnTo>
                  <a:lnTo>
                    <a:pt x="322" y="1790"/>
                  </a:lnTo>
                  <a:lnTo>
                    <a:pt x="551" y="1836"/>
                  </a:lnTo>
                  <a:lnTo>
                    <a:pt x="735" y="1790"/>
                  </a:lnTo>
                  <a:lnTo>
                    <a:pt x="964" y="1652"/>
                  </a:lnTo>
                  <a:lnTo>
                    <a:pt x="1607" y="964"/>
                  </a:lnTo>
                  <a:lnTo>
                    <a:pt x="1745" y="780"/>
                  </a:lnTo>
                  <a:lnTo>
                    <a:pt x="1791" y="597"/>
                  </a:lnTo>
                  <a:lnTo>
                    <a:pt x="1745" y="367"/>
                  </a:lnTo>
                  <a:lnTo>
                    <a:pt x="1607" y="184"/>
                  </a:lnTo>
                  <a:lnTo>
                    <a:pt x="1423" y="46"/>
                  </a:lnTo>
                  <a:lnTo>
                    <a:pt x="12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1"/>
            <p:cNvSpPr/>
            <p:nvPr/>
          </p:nvSpPr>
          <p:spPr>
            <a:xfrm>
              <a:off x="5685660" y="4230665"/>
              <a:ext cx="42251" cy="41193"/>
            </a:xfrm>
            <a:custGeom>
              <a:rect b="b" l="l" r="r" t="t"/>
              <a:pathLst>
                <a:path extrusionOk="0" h="1791" w="1837">
                  <a:moveTo>
                    <a:pt x="1240" y="0"/>
                  </a:moveTo>
                  <a:lnTo>
                    <a:pt x="1056" y="46"/>
                  </a:lnTo>
                  <a:lnTo>
                    <a:pt x="873" y="138"/>
                  </a:lnTo>
                  <a:lnTo>
                    <a:pt x="184" y="826"/>
                  </a:lnTo>
                  <a:lnTo>
                    <a:pt x="46" y="1010"/>
                  </a:lnTo>
                  <a:lnTo>
                    <a:pt x="1" y="1239"/>
                  </a:lnTo>
                  <a:lnTo>
                    <a:pt x="46" y="1469"/>
                  </a:lnTo>
                  <a:lnTo>
                    <a:pt x="184" y="1652"/>
                  </a:lnTo>
                  <a:lnTo>
                    <a:pt x="368" y="1744"/>
                  </a:lnTo>
                  <a:lnTo>
                    <a:pt x="551" y="1790"/>
                  </a:lnTo>
                  <a:lnTo>
                    <a:pt x="781" y="1744"/>
                  </a:lnTo>
                  <a:lnTo>
                    <a:pt x="964" y="1652"/>
                  </a:lnTo>
                  <a:lnTo>
                    <a:pt x="1653" y="964"/>
                  </a:lnTo>
                  <a:lnTo>
                    <a:pt x="1790" y="780"/>
                  </a:lnTo>
                  <a:lnTo>
                    <a:pt x="1836" y="551"/>
                  </a:lnTo>
                  <a:lnTo>
                    <a:pt x="1790" y="321"/>
                  </a:lnTo>
                  <a:lnTo>
                    <a:pt x="1653" y="138"/>
                  </a:lnTo>
                  <a:lnTo>
                    <a:pt x="1469" y="46"/>
                  </a:lnTo>
                  <a:lnTo>
                    <a:pt x="12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 name="Google Shape;1011;p61"/>
          <p:cNvSpPr/>
          <p:nvPr/>
        </p:nvSpPr>
        <p:spPr>
          <a:xfrm>
            <a:off x="6159621" y="3956389"/>
            <a:ext cx="301944" cy="439139"/>
          </a:xfrm>
          <a:custGeom>
            <a:rect b="b" l="l" r="r" t="t"/>
            <a:pathLst>
              <a:path extrusionOk="0" h="19093" w="13128">
                <a:moveTo>
                  <a:pt x="6931" y="1148"/>
                </a:moveTo>
                <a:lnTo>
                  <a:pt x="6931" y="4406"/>
                </a:lnTo>
                <a:lnTo>
                  <a:pt x="6564" y="4360"/>
                </a:lnTo>
                <a:lnTo>
                  <a:pt x="6197" y="4406"/>
                </a:lnTo>
                <a:lnTo>
                  <a:pt x="6197" y="1148"/>
                </a:lnTo>
                <a:close/>
                <a:moveTo>
                  <a:pt x="8079" y="3488"/>
                </a:moveTo>
                <a:lnTo>
                  <a:pt x="8308" y="3672"/>
                </a:lnTo>
                <a:lnTo>
                  <a:pt x="8538" y="3856"/>
                </a:lnTo>
                <a:lnTo>
                  <a:pt x="8721" y="4131"/>
                </a:lnTo>
                <a:lnTo>
                  <a:pt x="8905" y="4360"/>
                </a:lnTo>
                <a:lnTo>
                  <a:pt x="9043" y="4636"/>
                </a:lnTo>
                <a:lnTo>
                  <a:pt x="9134" y="4911"/>
                </a:lnTo>
                <a:lnTo>
                  <a:pt x="9226" y="5232"/>
                </a:lnTo>
                <a:lnTo>
                  <a:pt x="9272" y="5554"/>
                </a:lnTo>
                <a:lnTo>
                  <a:pt x="9364" y="6793"/>
                </a:lnTo>
                <a:lnTo>
                  <a:pt x="8675" y="6426"/>
                </a:lnTo>
                <a:lnTo>
                  <a:pt x="8629" y="6013"/>
                </a:lnTo>
                <a:lnTo>
                  <a:pt x="8492" y="5645"/>
                </a:lnTo>
                <a:lnTo>
                  <a:pt x="8308" y="5324"/>
                </a:lnTo>
                <a:lnTo>
                  <a:pt x="8079" y="5003"/>
                </a:lnTo>
                <a:lnTo>
                  <a:pt x="8079" y="3488"/>
                </a:lnTo>
                <a:close/>
                <a:moveTo>
                  <a:pt x="5050" y="3397"/>
                </a:moveTo>
                <a:lnTo>
                  <a:pt x="5050" y="5003"/>
                </a:lnTo>
                <a:lnTo>
                  <a:pt x="4820" y="5324"/>
                </a:lnTo>
                <a:lnTo>
                  <a:pt x="4636" y="5645"/>
                </a:lnTo>
                <a:lnTo>
                  <a:pt x="4499" y="6013"/>
                </a:lnTo>
                <a:lnTo>
                  <a:pt x="4453" y="6426"/>
                </a:lnTo>
                <a:lnTo>
                  <a:pt x="3627" y="6885"/>
                </a:lnTo>
                <a:lnTo>
                  <a:pt x="3764" y="5554"/>
                </a:lnTo>
                <a:lnTo>
                  <a:pt x="3810" y="5187"/>
                </a:lnTo>
                <a:lnTo>
                  <a:pt x="3902" y="4865"/>
                </a:lnTo>
                <a:lnTo>
                  <a:pt x="3994" y="4590"/>
                </a:lnTo>
                <a:lnTo>
                  <a:pt x="4132" y="4314"/>
                </a:lnTo>
                <a:lnTo>
                  <a:pt x="4361" y="4039"/>
                </a:lnTo>
                <a:lnTo>
                  <a:pt x="4545" y="3810"/>
                </a:lnTo>
                <a:lnTo>
                  <a:pt x="4774" y="3580"/>
                </a:lnTo>
                <a:lnTo>
                  <a:pt x="5050" y="3397"/>
                </a:lnTo>
                <a:close/>
                <a:moveTo>
                  <a:pt x="6748" y="5508"/>
                </a:moveTo>
                <a:lnTo>
                  <a:pt x="6931" y="5600"/>
                </a:lnTo>
                <a:lnTo>
                  <a:pt x="7115" y="5691"/>
                </a:lnTo>
                <a:lnTo>
                  <a:pt x="7253" y="5783"/>
                </a:lnTo>
                <a:lnTo>
                  <a:pt x="7390" y="5921"/>
                </a:lnTo>
                <a:lnTo>
                  <a:pt x="7482" y="6104"/>
                </a:lnTo>
                <a:lnTo>
                  <a:pt x="7528" y="6288"/>
                </a:lnTo>
                <a:lnTo>
                  <a:pt x="7574" y="6472"/>
                </a:lnTo>
                <a:lnTo>
                  <a:pt x="7528" y="6701"/>
                </a:lnTo>
                <a:lnTo>
                  <a:pt x="7482" y="6885"/>
                </a:lnTo>
                <a:lnTo>
                  <a:pt x="7390" y="7022"/>
                </a:lnTo>
                <a:lnTo>
                  <a:pt x="7253" y="7160"/>
                </a:lnTo>
                <a:lnTo>
                  <a:pt x="7115" y="7298"/>
                </a:lnTo>
                <a:lnTo>
                  <a:pt x="6977" y="7390"/>
                </a:lnTo>
                <a:lnTo>
                  <a:pt x="6748" y="7435"/>
                </a:lnTo>
                <a:lnTo>
                  <a:pt x="6564" y="7481"/>
                </a:lnTo>
                <a:lnTo>
                  <a:pt x="6381" y="7435"/>
                </a:lnTo>
                <a:lnTo>
                  <a:pt x="6197" y="7390"/>
                </a:lnTo>
                <a:lnTo>
                  <a:pt x="6013" y="7298"/>
                </a:lnTo>
                <a:lnTo>
                  <a:pt x="5876" y="7160"/>
                </a:lnTo>
                <a:lnTo>
                  <a:pt x="5738" y="7022"/>
                </a:lnTo>
                <a:lnTo>
                  <a:pt x="5646" y="6885"/>
                </a:lnTo>
                <a:lnTo>
                  <a:pt x="5600" y="6701"/>
                </a:lnTo>
                <a:lnTo>
                  <a:pt x="5600" y="6472"/>
                </a:lnTo>
                <a:lnTo>
                  <a:pt x="5600" y="6288"/>
                </a:lnTo>
                <a:lnTo>
                  <a:pt x="5646" y="6104"/>
                </a:lnTo>
                <a:lnTo>
                  <a:pt x="5738" y="5921"/>
                </a:lnTo>
                <a:lnTo>
                  <a:pt x="5876" y="5783"/>
                </a:lnTo>
                <a:lnTo>
                  <a:pt x="6013" y="5691"/>
                </a:lnTo>
                <a:lnTo>
                  <a:pt x="6197" y="5600"/>
                </a:lnTo>
                <a:lnTo>
                  <a:pt x="6381" y="5508"/>
                </a:lnTo>
                <a:close/>
                <a:moveTo>
                  <a:pt x="4774" y="7573"/>
                </a:moveTo>
                <a:lnTo>
                  <a:pt x="4958" y="7848"/>
                </a:lnTo>
                <a:lnTo>
                  <a:pt x="5233" y="8124"/>
                </a:lnTo>
                <a:lnTo>
                  <a:pt x="1745" y="10143"/>
                </a:lnTo>
                <a:lnTo>
                  <a:pt x="1378" y="9501"/>
                </a:lnTo>
                <a:lnTo>
                  <a:pt x="4774" y="7573"/>
                </a:lnTo>
                <a:close/>
                <a:moveTo>
                  <a:pt x="8400" y="7527"/>
                </a:moveTo>
                <a:lnTo>
                  <a:pt x="11796" y="9501"/>
                </a:lnTo>
                <a:lnTo>
                  <a:pt x="11383" y="10143"/>
                </a:lnTo>
                <a:lnTo>
                  <a:pt x="7895" y="8124"/>
                </a:lnTo>
                <a:lnTo>
                  <a:pt x="8170" y="7848"/>
                </a:lnTo>
                <a:lnTo>
                  <a:pt x="8400" y="7527"/>
                </a:lnTo>
                <a:close/>
                <a:moveTo>
                  <a:pt x="5967" y="12851"/>
                </a:moveTo>
                <a:lnTo>
                  <a:pt x="5967" y="17900"/>
                </a:lnTo>
                <a:lnTo>
                  <a:pt x="5004" y="17900"/>
                </a:lnTo>
                <a:lnTo>
                  <a:pt x="5004" y="14228"/>
                </a:lnTo>
                <a:lnTo>
                  <a:pt x="5050" y="13999"/>
                </a:lnTo>
                <a:lnTo>
                  <a:pt x="5095" y="13769"/>
                </a:lnTo>
                <a:lnTo>
                  <a:pt x="5187" y="13585"/>
                </a:lnTo>
                <a:lnTo>
                  <a:pt x="5279" y="13356"/>
                </a:lnTo>
                <a:lnTo>
                  <a:pt x="5417" y="13218"/>
                </a:lnTo>
                <a:lnTo>
                  <a:pt x="5600" y="13035"/>
                </a:lnTo>
                <a:lnTo>
                  <a:pt x="5784" y="12943"/>
                </a:lnTo>
                <a:lnTo>
                  <a:pt x="5967" y="12851"/>
                </a:lnTo>
                <a:close/>
                <a:moveTo>
                  <a:pt x="7115" y="12851"/>
                </a:moveTo>
                <a:lnTo>
                  <a:pt x="7298" y="12897"/>
                </a:lnTo>
                <a:lnTo>
                  <a:pt x="7482" y="13035"/>
                </a:lnTo>
                <a:lnTo>
                  <a:pt x="7620" y="13172"/>
                </a:lnTo>
                <a:lnTo>
                  <a:pt x="7757" y="13356"/>
                </a:lnTo>
                <a:lnTo>
                  <a:pt x="7895" y="13540"/>
                </a:lnTo>
                <a:lnTo>
                  <a:pt x="7987" y="13769"/>
                </a:lnTo>
                <a:lnTo>
                  <a:pt x="8033" y="13999"/>
                </a:lnTo>
                <a:lnTo>
                  <a:pt x="8079" y="14228"/>
                </a:lnTo>
                <a:lnTo>
                  <a:pt x="8079" y="17900"/>
                </a:lnTo>
                <a:lnTo>
                  <a:pt x="7115" y="17900"/>
                </a:lnTo>
                <a:lnTo>
                  <a:pt x="7115" y="12851"/>
                </a:lnTo>
                <a:close/>
                <a:moveTo>
                  <a:pt x="6564" y="8675"/>
                </a:moveTo>
                <a:lnTo>
                  <a:pt x="9639" y="10465"/>
                </a:lnTo>
                <a:lnTo>
                  <a:pt x="10236" y="17992"/>
                </a:lnTo>
                <a:lnTo>
                  <a:pt x="9180" y="17992"/>
                </a:lnTo>
                <a:lnTo>
                  <a:pt x="9180" y="14274"/>
                </a:lnTo>
                <a:lnTo>
                  <a:pt x="9180" y="13999"/>
                </a:lnTo>
                <a:lnTo>
                  <a:pt x="9134" y="13723"/>
                </a:lnTo>
                <a:lnTo>
                  <a:pt x="8951" y="13218"/>
                </a:lnTo>
                <a:lnTo>
                  <a:pt x="8721" y="12759"/>
                </a:lnTo>
                <a:lnTo>
                  <a:pt x="8354" y="12346"/>
                </a:lnTo>
                <a:lnTo>
                  <a:pt x="7941" y="12025"/>
                </a:lnTo>
                <a:lnTo>
                  <a:pt x="7482" y="11796"/>
                </a:lnTo>
                <a:lnTo>
                  <a:pt x="7253" y="11704"/>
                </a:lnTo>
                <a:lnTo>
                  <a:pt x="6977" y="11658"/>
                </a:lnTo>
                <a:lnTo>
                  <a:pt x="6702" y="11612"/>
                </a:lnTo>
                <a:lnTo>
                  <a:pt x="6426" y="11612"/>
                </a:lnTo>
                <a:lnTo>
                  <a:pt x="5922" y="11704"/>
                </a:lnTo>
                <a:lnTo>
                  <a:pt x="5417" y="11887"/>
                </a:lnTo>
                <a:lnTo>
                  <a:pt x="5004" y="12117"/>
                </a:lnTo>
                <a:lnTo>
                  <a:pt x="4636" y="12438"/>
                </a:lnTo>
                <a:lnTo>
                  <a:pt x="4315" y="12851"/>
                </a:lnTo>
                <a:lnTo>
                  <a:pt x="4086" y="13310"/>
                </a:lnTo>
                <a:lnTo>
                  <a:pt x="3948" y="13769"/>
                </a:lnTo>
                <a:lnTo>
                  <a:pt x="3902" y="14274"/>
                </a:lnTo>
                <a:lnTo>
                  <a:pt x="3902" y="17992"/>
                </a:lnTo>
                <a:lnTo>
                  <a:pt x="2801" y="17992"/>
                </a:lnTo>
                <a:lnTo>
                  <a:pt x="3397" y="10510"/>
                </a:lnTo>
                <a:lnTo>
                  <a:pt x="6564" y="8675"/>
                </a:lnTo>
                <a:close/>
                <a:moveTo>
                  <a:pt x="5600" y="0"/>
                </a:moveTo>
                <a:lnTo>
                  <a:pt x="5417" y="46"/>
                </a:lnTo>
                <a:lnTo>
                  <a:pt x="5233" y="184"/>
                </a:lnTo>
                <a:lnTo>
                  <a:pt x="5095" y="367"/>
                </a:lnTo>
                <a:lnTo>
                  <a:pt x="5050" y="597"/>
                </a:lnTo>
                <a:lnTo>
                  <a:pt x="5050" y="2157"/>
                </a:lnTo>
                <a:lnTo>
                  <a:pt x="4728" y="2295"/>
                </a:lnTo>
                <a:lnTo>
                  <a:pt x="4407" y="2479"/>
                </a:lnTo>
                <a:lnTo>
                  <a:pt x="4132" y="2662"/>
                </a:lnTo>
                <a:lnTo>
                  <a:pt x="3856" y="2892"/>
                </a:lnTo>
                <a:lnTo>
                  <a:pt x="3581" y="3167"/>
                </a:lnTo>
                <a:lnTo>
                  <a:pt x="3351" y="3442"/>
                </a:lnTo>
                <a:lnTo>
                  <a:pt x="3168" y="3764"/>
                </a:lnTo>
                <a:lnTo>
                  <a:pt x="2984" y="4085"/>
                </a:lnTo>
                <a:lnTo>
                  <a:pt x="2847" y="4406"/>
                </a:lnTo>
                <a:lnTo>
                  <a:pt x="2755" y="4728"/>
                </a:lnTo>
                <a:lnTo>
                  <a:pt x="2663" y="5095"/>
                </a:lnTo>
                <a:lnTo>
                  <a:pt x="2617" y="5462"/>
                </a:lnTo>
                <a:lnTo>
                  <a:pt x="2433" y="7573"/>
                </a:lnTo>
                <a:lnTo>
                  <a:pt x="276" y="8812"/>
                </a:lnTo>
                <a:lnTo>
                  <a:pt x="93" y="8950"/>
                </a:lnTo>
                <a:lnTo>
                  <a:pt x="1" y="9179"/>
                </a:lnTo>
                <a:lnTo>
                  <a:pt x="1" y="9363"/>
                </a:lnTo>
                <a:lnTo>
                  <a:pt x="93" y="9593"/>
                </a:lnTo>
                <a:lnTo>
                  <a:pt x="1011" y="11199"/>
                </a:lnTo>
                <a:lnTo>
                  <a:pt x="1148" y="11382"/>
                </a:lnTo>
                <a:lnTo>
                  <a:pt x="1378" y="11474"/>
                </a:lnTo>
                <a:lnTo>
                  <a:pt x="1561" y="11474"/>
                </a:lnTo>
                <a:lnTo>
                  <a:pt x="1745" y="11428"/>
                </a:lnTo>
                <a:lnTo>
                  <a:pt x="2158" y="11199"/>
                </a:lnTo>
                <a:lnTo>
                  <a:pt x="2158" y="11199"/>
                </a:lnTo>
                <a:lnTo>
                  <a:pt x="1607" y="18496"/>
                </a:lnTo>
                <a:lnTo>
                  <a:pt x="1653" y="18726"/>
                </a:lnTo>
                <a:lnTo>
                  <a:pt x="1745" y="18909"/>
                </a:lnTo>
                <a:lnTo>
                  <a:pt x="1929" y="19047"/>
                </a:lnTo>
                <a:lnTo>
                  <a:pt x="2158" y="19093"/>
                </a:lnTo>
                <a:lnTo>
                  <a:pt x="10832" y="19093"/>
                </a:lnTo>
                <a:lnTo>
                  <a:pt x="11062" y="19047"/>
                </a:lnTo>
                <a:lnTo>
                  <a:pt x="11246" y="18909"/>
                </a:lnTo>
                <a:lnTo>
                  <a:pt x="11383" y="18726"/>
                </a:lnTo>
                <a:lnTo>
                  <a:pt x="11383" y="18496"/>
                </a:lnTo>
                <a:lnTo>
                  <a:pt x="10832" y="11107"/>
                </a:lnTo>
                <a:lnTo>
                  <a:pt x="10832" y="11107"/>
                </a:lnTo>
                <a:lnTo>
                  <a:pt x="11337" y="11428"/>
                </a:lnTo>
                <a:lnTo>
                  <a:pt x="11567" y="11474"/>
                </a:lnTo>
                <a:lnTo>
                  <a:pt x="11750" y="11474"/>
                </a:lnTo>
                <a:lnTo>
                  <a:pt x="11934" y="11382"/>
                </a:lnTo>
                <a:lnTo>
                  <a:pt x="12118" y="11199"/>
                </a:lnTo>
                <a:lnTo>
                  <a:pt x="13035" y="9593"/>
                </a:lnTo>
                <a:lnTo>
                  <a:pt x="13127" y="9363"/>
                </a:lnTo>
                <a:lnTo>
                  <a:pt x="13081" y="9134"/>
                </a:lnTo>
                <a:lnTo>
                  <a:pt x="12990" y="8950"/>
                </a:lnTo>
                <a:lnTo>
                  <a:pt x="12852" y="8812"/>
                </a:lnTo>
                <a:lnTo>
                  <a:pt x="10557" y="7481"/>
                </a:lnTo>
                <a:lnTo>
                  <a:pt x="10374" y="5462"/>
                </a:lnTo>
                <a:lnTo>
                  <a:pt x="10328" y="4911"/>
                </a:lnTo>
                <a:lnTo>
                  <a:pt x="10144" y="4406"/>
                </a:lnTo>
                <a:lnTo>
                  <a:pt x="9960" y="3947"/>
                </a:lnTo>
                <a:lnTo>
                  <a:pt x="9685" y="3488"/>
                </a:lnTo>
                <a:lnTo>
                  <a:pt x="9364" y="3075"/>
                </a:lnTo>
                <a:lnTo>
                  <a:pt x="8951" y="2754"/>
                </a:lnTo>
                <a:lnTo>
                  <a:pt x="8538" y="2433"/>
                </a:lnTo>
                <a:lnTo>
                  <a:pt x="8079" y="2203"/>
                </a:lnTo>
                <a:lnTo>
                  <a:pt x="8079" y="597"/>
                </a:lnTo>
                <a:lnTo>
                  <a:pt x="8033" y="367"/>
                </a:lnTo>
                <a:lnTo>
                  <a:pt x="7895" y="184"/>
                </a:lnTo>
                <a:lnTo>
                  <a:pt x="7712" y="46"/>
                </a:lnTo>
                <a:lnTo>
                  <a:pt x="75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61"/>
          <p:cNvGrpSpPr/>
          <p:nvPr/>
        </p:nvGrpSpPr>
        <p:grpSpPr>
          <a:xfrm>
            <a:off x="6752883" y="3956389"/>
            <a:ext cx="389551" cy="439139"/>
            <a:chOff x="6752883" y="4169439"/>
            <a:chExt cx="389551" cy="439139"/>
          </a:xfrm>
        </p:grpSpPr>
        <p:sp>
          <p:nvSpPr>
            <p:cNvPr id="1013" name="Google Shape;1013;p61"/>
            <p:cNvSpPr/>
            <p:nvPr/>
          </p:nvSpPr>
          <p:spPr>
            <a:xfrm>
              <a:off x="6752883" y="4169439"/>
              <a:ext cx="389551" cy="439139"/>
            </a:xfrm>
            <a:custGeom>
              <a:rect b="b" l="l" r="r" t="t"/>
              <a:pathLst>
                <a:path extrusionOk="0" h="19093" w="16937">
                  <a:moveTo>
                    <a:pt x="5921" y="1148"/>
                  </a:moveTo>
                  <a:lnTo>
                    <a:pt x="5784" y="2387"/>
                  </a:lnTo>
                  <a:lnTo>
                    <a:pt x="2617" y="2387"/>
                  </a:lnTo>
                  <a:lnTo>
                    <a:pt x="2892" y="1148"/>
                  </a:lnTo>
                  <a:close/>
                  <a:moveTo>
                    <a:pt x="9868" y="1148"/>
                  </a:moveTo>
                  <a:lnTo>
                    <a:pt x="10006" y="2387"/>
                  </a:lnTo>
                  <a:lnTo>
                    <a:pt x="6931" y="2387"/>
                  </a:lnTo>
                  <a:lnTo>
                    <a:pt x="7023" y="1148"/>
                  </a:lnTo>
                  <a:close/>
                  <a:moveTo>
                    <a:pt x="13999" y="1148"/>
                  </a:moveTo>
                  <a:lnTo>
                    <a:pt x="14274" y="2387"/>
                  </a:lnTo>
                  <a:lnTo>
                    <a:pt x="11108" y="2387"/>
                  </a:lnTo>
                  <a:lnTo>
                    <a:pt x="11016" y="1148"/>
                  </a:lnTo>
                  <a:close/>
                  <a:moveTo>
                    <a:pt x="5738" y="3534"/>
                  </a:moveTo>
                  <a:lnTo>
                    <a:pt x="5600" y="5324"/>
                  </a:lnTo>
                  <a:lnTo>
                    <a:pt x="1928" y="5324"/>
                  </a:lnTo>
                  <a:lnTo>
                    <a:pt x="2341" y="3534"/>
                  </a:lnTo>
                  <a:close/>
                  <a:moveTo>
                    <a:pt x="10052" y="3534"/>
                  </a:moveTo>
                  <a:lnTo>
                    <a:pt x="10190" y="5324"/>
                  </a:lnTo>
                  <a:lnTo>
                    <a:pt x="6701" y="5324"/>
                  </a:lnTo>
                  <a:lnTo>
                    <a:pt x="6839" y="3534"/>
                  </a:lnTo>
                  <a:close/>
                  <a:moveTo>
                    <a:pt x="14550" y="3534"/>
                  </a:moveTo>
                  <a:lnTo>
                    <a:pt x="14963" y="5324"/>
                  </a:lnTo>
                  <a:lnTo>
                    <a:pt x="11337" y="5324"/>
                  </a:lnTo>
                  <a:lnTo>
                    <a:pt x="11199" y="3534"/>
                  </a:lnTo>
                  <a:close/>
                  <a:moveTo>
                    <a:pt x="5508" y="6426"/>
                  </a:moveTo>
                  <a:lnTo>
                    <a:pt x="5371" y="8307"/>
                  </a:lnTo>
                  <a:lnTo>
                    <a:pt x="1240" y="8307"/>
                  </a:lnTo>
                  <a:lnTo>
                    <a:pt x="1653" y="6426"/>
                  </a:lnTo>
                  <a:close/>
                  <a:moveTo>
                    <a:pt x="10281" y="6426"/>
                  </a:moveTo>
                  <a:lnTo>
                    <a:pt x="10419" y="8307"/>
                  </a:lnTo>
                  <a:lnTo>
                    <a:pt x="6472" y="8307"/>
                  </a:lnTo>
                  <a:lnTo>
                    <a:pt x="6610" y="6426"/>
                  </a:lnTo>
                  <a:close/>
                  <a:moveTo>
                    <a:pt x="15238" y="6426"/>
                  </a:moveTo>
                  <a:lnTo>
                    <a:pt x="15651" y="8307"/>
                  </a:lnTo>
                  <a:lnTo>
                    <a:pt x="11521" y="8307"/>
                  </a:lnTo>
                  <a:lnTo>
                    <a:pt x="11383" y="6426"/>
                  </a:lnTo>
                  <a:close/>
                  <a:moveTo>
                    <a:pt x="8721" y="12392"/>
                  </a:moveTo>
                  <a:lnTo>
                    <a:pt x="8996" y="12438"/>
                  </a:lnTo>
                  <a:lnTo>
                    <a:pt x="9272" y="12484"/>
                  </a:lnTo>
                  <a:lnTo>
                    <a:pt x="9547" y="12576"/>
                  </a:lnTo>
                  <a:lnTo>
                    <a:pt x="10006" y="12851"/>
                  </a:lnTo>
                  <a:lnTo>
                    <a:pt x="10419" y="13172"/>
                  </a:lnTo>
                  <a:lnTo>
                    <a:pt x="10786" y="13585"/>
                  </a:lnTo>
                  <a:lnTo>
                    <a:pt x="11016" y="14090"/>
                  </a:lnTo>
                  <a:lnTo>
                    <a:pt x="11108" y="14320"/>
                  </a:lnTo>
                  <a:lnTo>
                    <a:pt x="11199" y="14595"/>
                  </a:lnTo>
                  <a:lnTo>
                    <a:pt x="11245" y="14871"/>
                  </a:lnTo>
                  <a:lnTo>
                    <a:pt x="11245" y="15192"/>
                  </a:lnTo>
                  <a:lnTo>
                    <a:pt x="11245" y="15467"/>
                  </a:lnTo>
                  <a:lnTo>
                    <a:pt x="11199" y="15743"/>
                  </a:lnTo>
                  <a:lnTo>
                    <a:pt x="11108" y="16018"/>
                  </a:lnTo>
                  <a:lnTo>
                    <a:pt x="11016" y="16247"/>
                  </a:lnTo>
                  <a:lnTo>
                    <a:pt x="10786" y="16752"/>
                  </a:lnTo>
                  <a:lnTo>
                    <a:pt x="10419" y="17165"/>
                  </a:lnTo>
                  <a:lnTo>
                    <a:pt x="10006" y="17487"/>
                  </a:lnTo>
                  <a:lnTo>
                    <a:pt x="9547" y="17762"/>
                  </a:lnTo>
                  <a:lnTo>
                    <a:pt x="9272" y="17854"/>
                  </a:lnTo>
                  <a:lnTo>
                    <a:pt x="8996" y="17900"/>
                  </a:lnTo>
                  <a:lnTo>
                    <a:pt x="8721" y="17946"/>
                  </a:lnTo>
                  <a:lnTo>
                    <a:pt x="8170" y="17946"/>
                  </a:lnTo>
                  <a:lnTo>
                    <a:pt x="7895" y="17900"/>
                  </a:lnTo>
                  <a:lnTo>
                    <a:pt x="7619" y="17854"/>
                  </a:lnTo>
                  <a:lnTo>
                    <a:pt x="7344" y="17762"/>
                  </a:lnTo>
                  <a:lnTo>
                    <a:pt x="6885" y="17487"/>
                  </a:lnTo>
                  <a:lnTo>
                    <a:pt x="6472" y="17165"/>
                  </a:lnTo>
                  <a:lnTo>
                    <a:pt x="6151" y="16752"/>
                  </a:lnTo>
                  <a:lnTo>
                    <a:pt x="5875" y="16247"/>
                  </a:lnTo>
                  <a:lnTo>
                    <a:pt x="5784" y="16018"/>
                  </a:lnTo>
                  <a:lnTo>
                    <a:pt x="5692" y="15743"/>
                  </a:lnTo>
                  <a:lnTo>
                    <a:pt x="5692" y="15467"/>
                  </a:lnTo>
                  <a:lnTo>
                    <a:pt x="5646" y="15192"/>
                  </a:lnTo>
                  <a:lnTo>
                    <a:pt x="5692" y="14871"/>
                  </a:lnTo>
                  <a:lnTo>
                    <a:pt x="5692" y="14595"/>
                  </a:lnTo>
                  <a:lnTo>
                    <a:pt x="5784" y="14320"/>
                  </a:lnTo>
                  <a:lnTo>
                    <a:pt x="5875" y="14090"/>
                  </a:lnTo>
                  <a:lnTo>
                    <a:pt x="6151" y="13585"/>
                  </a:lnTo>
                  <a:lnTo>
                    <a:pt x="6472" y="13172"/>
                  </a:lnTo>
                  <a:lnTo>
                    <a:pt x="6885" y="12851"/>
                  </a:lnTo>
                  <a:lnTo>
                    <a:pt x="7344" y="12576"/>
                  </a:lnTo>
                  <a:lnTo>
                    <a:pt x="7619" y="12484"/>
                  </a:lnTo>
                  <a:lnTo>
                    <a:pt x="7895" y="12438"/>
                  </a:lnTo>
                  <a:lnTo>
                    <a:pt x="8170" y="12392"/>
                  </a:lnTo>
                  <a:close/>
                  <a:moveTo>
                    <a:pt x="2479" y="0"/>
                  </a:moveTo>
                  <a:lnTo>
                    <a:pt x="2295" y="46"/>
                  </a:lnTo>
                  <a:lnTo>
                    <a:pt x="2112" y="138"/>
                  </a:lnTo>
                  <a:lnTo>
                    <a:pt x="1974" y="276"/>
                  </a:lnTo>
                  <a:lnTo>
                    <a:pt x="1928" y="459"/>
                  </a:lnTo>
                  <a:lnTo>
                    <a:pt x="1" y="8720"/>
                  </a:lnTo>
                  <a:lnTo>
                    <a:pt x="1" y="8858"/>
                  </a:lnTo>
                  <a:lnTo>
                    <a:pt x="1" y="8996"/>
                  </a:lnTo>
                  <a:lnTo>
                    <a:pt x="47" y="9088"/>
                  </a:lnTo>
                  <a:lnTo>
                    <a:pt x="92" y="9225"/>
                  </a:lnTo>
                  <a:lnTo>
                    <a:pt x="184" y="9271"/>
                  </a:lnTo>
                  <a:lnTo>
                    <a:pt x="322" y="9363"/>
                  </a:lnTo>
                  <a:lnTo>
                    <a:pt x="414" y="9409"/>
                  </a:lnTo>
                  <a:lnTo>
                    <a:pt x="7895" y="9409"/>
                  </a:lnTo>
                  <a:lnTo>
                    <a:pt x="7895" y="11291"/>
                  </a:lnTo>
                  <a:lnTo>
                    <a:pt x="7528" y="11337"/>
                  </a:lnTo>
                  <a:lnTo>
                    <a:pt x="7206" y="11428"/>
                  </a:lnTo>
                  <a:lnTo>
                    <a:pt x="6885" y="11566"/>
                  </a:lnTo>
                  <a:lnTo>
                    <a:pt x="6564" y="11750"/>
                  </a:lnTo>
                  <a:lnTo>
                    <a:pt x="6288" y="11933"/>
                  </a:lnTo>
                  <a:lnTo>
                    <a:pt x="6013" y="12117"/>
                  </a:lnTo>
                  <a:lnTo>
                    <a:pt x="5738" y="12346"/>
                  </a:lnTo>
                  <a:lnTo>
                    <a:pt x="5508" y="12576"/>
                  </a:lnTo>
                  <a:lnTo>
                    <a:pt x="5279" y="12851"/>
                  </a:lnTo>
                  <a:lnTo>
                    <a:pt x="5095" y="13127"/>
                  </a:lnTo>
                  <a:lnTo>
                    <a:pt x="4912" y="13448"/>
                  </a:lnTo>
                  <a:lnTo>
                    <a:pt x="4774" y="13769"/>
                  </a:lnTo>
                  <a:lnTo>
                    <a:pt x="4682" y="14090"/>
                  </a:lnTo>
                  <a:lnTo>
                    <a:pt x="4590" y="14458"/>
                  </a:lnTo>
                  <a:lnTo>
                    <a:pt x="4544" y="14825"/>
                  </a:lnTo>
                  <a:lnTo>
                    <a:pt x="4544" y="15192"/>
                  </a:lnTo>
                  <a:lnTo>
                    <a:pt x="4544" y="15559"/>
                  </a:lnTo>
                  <a:lnTo>
                    <a:pt x="4590" y="15972"/>
                  </a:lnTo>
                  <a:lnTo>
                    <a:pt x="4682" y="16339"/>
                  </a:lnTo>
                  <a:lnTo>
                    <a:pt x="4820" y="16706"/>
                  </a:lnTo>
                  <a:lnTo>
                    <a:pt x="5003" y="17028"/>
                  </a:lnTo>
                  <a:lnTo>
                    <a:pt x="5187" y="17349"/>
                  </a:lnTo>
                  <a:lnTo>
                    <a:pt x="5416" y="17670"/>
                  </a:lnTo>
                  <a:lnTo>
                    <a:pt x="5692" y="17946"/>
                  </a:lnTo>
                  <a:lnTo>
                    <a:pt x="5967" y="18175"/>
                  </a:lnTo>
                  <a:lnTo>
                    <a:pt x="6243" y="18405"/>
                  </a:lnTo>
                  <a:lnTo>
                    <a:pt x="6564" y="18634"/>
                  </a:lnTo>
                  <a:lnTo>
                    <a:pt x="6931" y="18772"/>
                  </a:lnTo>
                  <a:lnTo>
                    <a:pt x="7298" y="18909"/>
                  </a:lnTo>
                  <a:lnTo>
                    <a:pt x="7665" y="19001"/>
                  </a:lnTo>
                  <a:lnTo>
                    <a:pt x="8032" y="19093"/>
                  </a:lnTo>
                  <a:lnTo>
                    <a:pt x="8859" y="19093"/>
                  </a:lnTo>
                  <a:lnTo>
                    <a:pt x="9226" y="19001"/>
                  </a:lnTo>
                  <a:lnTo>
                    <a:pt x="9639" y="18909"/>
                  </a:lnTo>
                  <a:lnTo>
                    <a:pt x="9960" y="18772"/>
                  </a:lnTo>
                  <a:lnTo>
                    <a:pt x="10327" y="18634"/>
                  </a:lnTo>
                  <a:lnTo>
                    <a:pt x="10649" y="18405"/>
                  </a:lnTo>
                  <a:lnTo>
                    <a:pt x="10924" y="18175"/>
                  </a:lnTo>
                  <a:lnTo>
                    <a:pt x="11245" y="17946"/>
                  </a:lnTo>
                  <a:lnTo>
                    <a:pt x="11475" y="17670"/>
                  </a:lnTo>
                  <a:lnTo>
                    <a:pt x="11704" y="17349"/>
                  </a:lnTo>
                  <a:lnTo>
                    <a:pt x="11888" y="17028"/>
                  </a:lnTo>
                  <a:lnTo>
                    <a:pt x="12071" y="16706"/>
                  </a:lnTo>
                  <a:lnTo>
                    <a:pt x="12209" y="16339"/>
                  </a:lnTo>
                  <a:lnTo>
                    <a:pt x="12301" y="15972"/>
                  </a:lnTo>
                  <a:lnTo>
                    <a:pt x="12347" y="15559"/>
                  </a:lnTo>
                  <a:lnTo>
                    <a:pt x="12393" y="15192"/>
                  </a:lnTo>
                  <a:lnTo>
                    <a:pt x="12347" y="14825"/>
                  </a:lnTo>
                  <a:lnTo>
                    <a:pt x="12301" y="14458"/>
                  </a:lnTo>
                  <a:lnTo>
                    <a:pt x="12209" y="14090"/>
                  </a:lnTo>
                  <a:lnTo>
                    <a:pt x="12117" y="13769"/>
                  </a:lnTo>
                  <a:lnTo>
                    <a:pt x="11980" y="13448"/>
                  </a:lnTo>
                  <a:lnTo>
                    <a:pt x="11796" y="13127"/>
                  </a:lnTo>
                  <a:lnTo>
                    <a:pt x="11612" y="12851"/>
                  </a:lnTo>
                  <a:lnTo>
                    <a:pt x="11429" y="12576"/>
                  </a:lnTo>
                  <a:lnTo>
                    <a:pt x="11153" y="12346"/>
                  </a:lnTo>
                  <a:lnTo>
                    <a:pt x="10924" y="12117"/>
                  </a:lnTo>
                  <a:lnTo>
                    <a:pt x="10649" y="11933"/>
                  </a:lnTo>
                  <a:lnTo>
                    <a:pt x="10327" y="11750"/>
                  </a:lnTo>
                  <a:lnTo>
                    <a:pt x="10052" y="11566"/>
                  </a:lnTo>
                  <a:lnTo>
                    <a:pt x="9685" y="11428"/>
                  </a:lnTo>
                  <a:lnTo>
                    <a:pt x="9363" y="11337"/>
                  </a:lnTo>
                  <a:lnTo>
                    <a:pt x="8996" y="11291"/>
                  </a:lnTo>
                  <a:lnTo>
                    <a:pt x="8996" y="9409"/>
                  </a:lnTo>
                  <a:lnTo>
                    <a:pt x="16477" y="9409"/>
                  </a:lnTo>
                  <a:lnTo>
                    <a:pt x="16615" y="9363"/>
                  </a:lnTo>
                  <a:lnTo>
                    <a:pt x="16707" y="9271"/>
                  </a:lnTo>
                  <a:lnTo>
                    <a:pt x="16799" y="9225"/>
                  </a:lnTo>
                  <a:lnTo>
                    <a:pt x="16845" y="9088"/>
                  </a:lnTo>
                  <a:lnTo>
                    <a:pt x="16890" y="8996"/>
                  </a:lnTo>
                  <a:lnTo>
                    <a:pt x="16936" y="8858"/>
                  </a:lnTo>
                  <a:lnTo>
                    <a:pt x="16890" y="8720"/>
                  </a:lnTo>
                  <a:lnTo>
                    <a:pt x="15009" y="459"/>
                  </a:lnTo>
                  <a:lnTo>
                    <a:pt x="14917" y="276"/>
                  </a:lnTo>
                  <a:lnTo>
                    <a:pt x="14779" y="138"/>
                  </a:lnTo>
                  <a:lnTo>
                    <a:pt x="14642" y="46"/>
                  </a:lnTo>
                  <a:lnTo>
                    <a:pt x="144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1"/>
            <p:cNvSpPr/>
            <p:nvPr/>
          </p:nvSpPr>
          <p:spPr>
            <a:xfrm>
              <a:off x="6910180" y="4465012"/>
              <a:ext cx="73899" cy="106628"/>
            </a:xfrm>
            <a:custGeom>
              <a:rect b="b" l="l" r="r" t="t"/>
              <a:pathLst>
                <a:path extrusionOk="0" h="4636" w="3213">
                  <a:moveTo>
                    <a:pt x="1698" y="0"/>
                  </a:moveTo>
                  <a:lnTo>
                    <a:pt x="1469" y="92"/>
                  </a:lnTo>
                  <a:lnTo>
                    <a:pt x="1331" y="230"/>
                  </a:lnTo>
                  <a:lnTo>
                    <a:pt x="92" y="2157"/>
                  </a:lnTo>
                  <a:lnTo>
                    <a:pt x="46" y="2295"/>
                  </a:lnTo>
                  <a:lnTo>
                    <a:pt x="0" y="2433"/>
                  </a:lnTo>
                  <a:lnTo>
                    <a:pt x="46" y="2570"/>
                  </a:lnTo>
                  <a:lnTo>
                    <a:pt x="92" y="2708"/>
                  </a:lnTo>
                  <a:lnTo>
                    <a:pt x="184" y="2846"/>
                  </a:lnTo>
                  <a:lnTo>
                    <a:pt x="276" y="2937"/>
                  </a:lnTo>
                  <a:lnTo>
                    <a:pt x="413" y="2983"/>
                  </a:lnTo>
                  <a:lnTo>
                    <a:pt x="1561" y="2983"/>
                  </a:lnTo>
                  <a:lnTo>
                    <a:pt x="964" y="3764"/>
                  </a:lnTo>
                  <a:lnTo>
                    <a:pt x="872" y="3947"/>
                  </a:lnTo>
                  <a:lnTo>
                    <a:pt x="872" y="4177"/>
                  </a:lnTo>
                  <a:lnTo>
                    <a:pt x="964" y="4406"/>
                  </a:lnTo>
                  <a:lnTo>
                    <a:pt x="1102" y="4544"/>
                  </a:lnTo>
                  <a:lnTo>
                    <a:pt x="1285" y="4636"/>
                  </a:lnTo>
                  <a:lnTo>
                    <a:pt x="1515" y="4636"/>
                  </a:lnTo>
                  <a:lnTo>
                    <a:pt x="1698" y="4590"/>
                  </a:lnTo>
                  <a:lnTo>
                    <a:pt x="1882" y="4452"/>
                  </a:lnTo>
                  <a:lnTo>
                    <a:pt x="3121" y="2754"/>
                  </a:lnTo>
                  <a:lnTo>
                    <a:pt x="3167" y="2616"/>
                  </a:lnTo>
                  <a:lnTo>
                    <a:pt x="3213" y="2479"/>
                  </a:lnTo>
                  <a:lnTo>
                    <a:pt x="3213" y="2341"/>
                  </a:lnTo>
                  <a:lnTo>
                    <a:pt x="3167" y="2203"/>
                  </a:lnTo>
                  <a:lnTo>
                    <a:pt x="3075" y="2065"/>
                  </a:lnTo>
                  <a:lnTo>
                    <a:pt x="2938" y="1974"/>
                  </a:lnTo>
                  <a:lnTo>
                    <a:pt x="2800" y="1928"/>
                  </a:lnTo>
                  <a:lnTo>
                    <a:pt x="2662" y="1882"/>
                  </a:lnTo>
                  <a:lnTo>
                    <a:pt x="1607" y="1882"/>
                  </a:lnTo>
                  <a:lnTo>
                    <a:pt x="2249" y="872"/>
                  </a:lnTo>
                  <a:lnTo>
                    <a:pt x="2341" y="643"/>
                  </a:lnTo>
                  <a:lnTo>
                    <a:pt x="2341" y="459"/>
                  </a:lnTo>
                  <a:lnTo>
                    <a:pt x="2249" y="230"/>
                  </a:lnTo>
                  <a:lnTo>
                    <a:pt x="2111" y="92"/>
                  </a:lnTo>
                  <a:lnTo>
                    <a:pt x="18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61"/>
          <p:cNvGrpSpPr/>
          <p:nvPr/>
        </p:nvGrpSpPr>
        <p:grpSpPr>
          <a:xfrm>
            <a:off x="7421079" y="3956389"/>
            <a:ext cx="434953" cy="439139"/>
            <a:chOff x="7421079" y="4169439"/>
            <a:chExt cx="434953" cy="439139"/>
          </a:xfrm>
        </p:grpSpPr>
        <p:sp>
          <p:nvSpPr>
            <p:cNvPr id="1016" name="Google Shape;1016;p61"/>
            <p:cNvSpPr/>
            <p:nvPr/>
          </p:nvSpPr>
          <p:spPr>
            <a:xfrm>
              <a:off x="7510825" y="4326713"/>
              <a:ext cx="66516" cy="108767"/>
            </a:xfrm>
            <a:custGeom>
              <a:rect b="b" l="l" r="r" t="t"/>
              <a:pathLst>
                <a:path extrusionOk="0" h="4729" w="2892">
                  <a:moveTo>
                    <a:pt x="1652" y="1"/>
                  </a:moveTo>
                  <a:lnTo>
                    <a:pt x="1423" y="47"/>
                  </a:lnTo>
                  <a:lnTo>
                    <a:pt x="1239" y="138"/>
                  </a:lnTo>
                  <a:lnTo>
                    <a:pt x="1102" y="322"/>
                  </a:lnTo>
                  <a:lnTo>
                    <a:pt x="46" y="2204"/>
                  </a:lnTo>
                  <a:lnTo>
                    <a:pt x="0" y="2433"/>
                  </a:lnTo>
                  <a:lnTo>
                    <a:pt x="0" y="2617"/>
                  </a:lnTo>
                  <a:lnTo>
                    <a:pt x="92" y="2800"/>
                  </a:lnTo>
                  <a:lnTo>
                    <a:pt x="184" y="2938"/>
                  </a:lnTo>
                  <a:lnTo>
                    <a:pt x="367" y="3030"/>
                  </a:lnTo>
                  <a:lnTo>
                    <a:pt x="1331" y="3030"/>
                  </a:lnTo>
                  <a:lnTo>
                    <a:pt x="826" y="3856"/>
                  </a:lnTo>
                  <a:lnTo>
                    <a:pt x="734" y="4086"/>
                  </a:lnTo>
                  <a:lnTo>
                    <a:pt x="734" y="4315"/>
                  </a:lnTo>
                  <a:lnTo>
                    <a:pt x="826" y="4499"/>
                  </a:lnTo>
                  <a:lnTo>
                    <a:pt x="964" y="4636"/>
                  </a:lnTo>
                  <a:lnTo>
                    <a:pt x="1148" y="4728"/>
                  </a:lnTo>
                  <a:lnTo>
                    <a:pt x="1423" y="4728"/>
                  </a:lnTo>
                  <a:lnTo>
                    <a:pt x="1561" y="4682"/>
                  </a:lnTo>
                  <a:lnTo>
                    <a:pt x="1652" y="4590"/>
                  </a:lnTo>
                  <a:lnTo>
                    <a:pt x="1744" y="4453"/>
                  </a:lnTo>
                  <a:lnTo>
                    <a:pt x="2800" y="2800"/>
                  </a:lnTo>
                  <a:lnTo>
                    <a:pt x="2846" y="2663"/>
                  </a:lnTo>
                  <a:lnTo>
                    <a:pt x="2892" y="2525"/>
                  </a:lnTo>
                  <a:lnTo>
                    <a:pt x="2892" y="2341"/>
                  </a:lnTo>
                  <a:lnTo>
                    <a:pt x="2800" y="2204"/>
                  </a:lnTo>
                  <a:lnTo>
                    <a:pt x="2708" y="2112"/>
                  </a:lnTo>
                  <a:lnTo>
                    <a:pt x="2616" y="2020"/>
                  </a:lnTo>
                  <a:lnTo>
                    <a:pt x="2479" y="1974"/>
                  </a:lnTo>
                  <a:lnTo>
                    <a:pt x="2341" y="1928"/>
                  </a:lnTo>
                  <a:lnTo>
                    <a:pt x="1469" y="1928"/>
                  </a:lnTo>
                  <a:lnTo>
                    <a:pt x="2065" y="827"/>
                  </a:lnTo>
                  <a:lnTo>
                    <a:pt x="2157" y="643"/>
                  </a:lnTo>
                  <a:lnTo>
                    <a:pt x="2111" y="414"/>
                  </a:lnTo>
                  <a:lnTo>
                    <a:pt x="2020" y="230"/>
                  </a:lnTo>
                  <a:lnTo>
                    <a:pt x="1836" y="93"/>
                  </a:lnTo>
                  <a:lnTo>
                    <a:pt x="16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1"/>
            <p:cNvSpPr/>
            <p:nvPr/>
          </p:nvSpPr>
          <p:spPr>
            <a:xfrm>
              <a:off x="7421079" y="4169439"/>
              <a:ext cx="434953" cy="439139"/>
            </a:xfrm>
            <a:custGeom>
              <a:rect b="b" l="l" r="r" t="t"/>
              <a:pathLst>
                <a:path extrusionOk="0" h="19093" w="18911">
                  <a:moveTo>
                    <a:pt x="6059" y="1148"/>
                  </a:moveTo>
                  <a:lnTo>
                    <a:pt x="6059" y="2570"/>
                  </a:lnTo>
                  <a:lnTo>
                    <a:pt x="4591" y="2570"/>
                  </a:lnTo>
                  <a:lnTo>
                    <a:pt x="4591" y="1148"/>
                  </a:lnTo>
                  <a:close/>
                  <a:moveTo>
                    <a:pt x="8492" y="3718"/>
                  </a:moveTo>
                  <a:lnTo>
                    <a:pt x="8492" y="5141"/>
                  </a:lnTo>
                  <a:lnTo>
                    <a:pt x="2158" y="5141"/>
                  </a:lnTo>
                  <a:lnTo>
                    <a:pt x="2158" y="3718"/>
                  </a:lnTo>
                  <a:close/>
                  <a:moveTo>
                    <a:pt x="17763" y="4636"/>
                  </a:moveTo>
                  <a:lnTo>
                    <a:pt x="17763" y="6288"/>
                  </a:lnTo>
                  <a:lnTo>
                    <a:pt x="17717" y="6517"/>
                  </a:lnTo>
                  <a:lnTo>
                    <a:pt x="17671" y="6747"/>
                  </a:lnTo>
                  <a:lnTo>
                    <a:pt x="17533" y="6976"/>
                  </a:lnTo>
                  <a:lnTo>
                    <a:pt x="17396" y="7160"/>
                  </a:lnTo>
                  <a:lnTo>
                    <a:pt x="17212" y="7298"/>
                  </a:lnTo>
                  <a:lnTo>
                    <a:pt x="16983" y="7390"/>
                  </a:lnTo>
                  <a:lnTo>
                    <a:pt x="16753" y="7481"/>
                  </a:lnTo>
                  <a:lnTo>
                    <a:pt x="16524" y="7527"/>
                  </a:lnTo>
                  <a:lnTo>
                    <a:pt x="15284" y="7527"/>
                  </a:lnTo>
                  <a:lnTo>
                    <a:pt x="15055" y="7481"/>
                  </a:lnTo>
                  <a:lnTo>
                    <a:pt x="14825" y="7390"/>
                  </a:lnTo>
                  <a:lnTo>
                    <a:pt x="14596" y="7298"/>
                  </a:lnTo>
                  <a:lnTo>
                    <a:pt x="14412" y="7160"/>
                  </a:lnTo>
                  <a:lnTo>
                    <a:pt x="14275" y="6976"/>
                  </a:lnTo>
                  <a:lnTo>
                    <a:pt x="14137" y="6747"/>
                  </a:lnTo>
                  <a:lnTo>
                    <a:pt x="14091" y="6517"/>
                  </a:lnTo>
                  <a:lnTo>
                    <a:pt x="14045" y="6288"/>
                  </a:lnTo>
                  <a:lnTo>
                    <a:pt x="14045" y="4636"/>
                  </a:lnTo>
                  <a:close/>
                  <a:moveTo>
                    <a:pt x="8492" y="6288"/>
                  </a:moveTo>
                  <a:lnTo>
                    <a:pt x="8492" y="12392"/>
                  </a:lnTo>
                  <a:lnTo>
                    <a:pt x="2158" y="12392"/>
                  </a:lnTo>
                  <a:lnTo>
                    <a:pt x="2158" y="6288"/>
                  </a:lnTo>
                  <a:close/>
                  <a:moveTo>
                    <a:pt x="8492" y="13494"/>
                  </a:moveTo>
                  <a:lnTo>
                    <a:pt x="8492" y="14962"/>
                  </a:lnTo>
                  <a:lnTo>
                    <a:pt x="2158" y="14962"/>
                  </a:lnTo>
                  <a:lnTo>
                    <a:pt x="2158" y="13494"/>
                  </a:lnTo>
                  <a:close/>
                  <a:moveTo>
                    <a:pt x="9501" y="16064"/>
                  </a:moveTo>
                  <a:lnTo>
                    <a:pt x="9501" y="17992"/>
                  </a:lnTo>
                  <a:lnTo>
                    <a:pt x="1148" y="17992"/>
                  </a:lnTo>
                  <a:lnTo>
                    <a:pt x="1148" y="16064"/>
                  </a:lnTo>
                  <a:close/>
                  <a:moveTo>
                    <a:pt x="4040" y="0"/>
                  </a:moveTo>
                  <a:lnTo>
                    <a:pt x="3810" y="46"/>
                  </a:lnTo>
                  <a:lnTo>
                    <a:pt x="3627" y="184"/>
                  </a:lnTo>
                  <a:lnTo>
                    <a:pt x="3535" y="367"/>
                  </a:lnTo>
                  <a:lnTo>
                    <a:pt x="3489" y="597"/>
                  </a:lnTo>
                  <a:lnTo>
                    <a:pt x="3489" y="2570"/>
                  </a:lnTo>
                  <a:lnTo>
                    <a:pt x="1561" y="2570"/>
                  </a:lnTo>
                  <a:lnTo>
                    <a:pt x="1378" y="2616"/>
                  </a:lnTo>
                  <a:lnTo>
                    <a:pt x="1194" y="2754"/>
                  </a:lnTo>
                  <a:lnTo>
                    <a:pt x="1057" y="2938"/>
                  </a:lnTo>
                  <a:lnTo>
                    <a:pt x="1011" y="3167"/>
                  </a:lnTo>
                  <a:lnTo>
                    <a:pt x="1011" y="14962"/>
                  </a:lnTo>
                  <a:lnTo>
                    <a:pt x="598" y="14962"/>
                  </a:lnTo>
                  <a:lnTo>
                    <a:pt x="368" y="15008"/>
                  </a:lnTo>
                  <a:lnTo>
                    <a:pt x="185" y="15100"/>
                  </a:lnTo>
                  <a:lnTo>
                    <a:pt x="47" y="15284"/>
                  </a:lnTo>
                  <a:lnTo>
                    <a:pt x="1" y="15513"/>
                  </a:lnTo>
                  <a:lnTo>
                    <a:pt x="1" y="18542"/>
                  </a:lnTo>
                  <a:lnTo>
                    <a:pt x="47" y="18772"/>
                  </a:lnTo>
                  <a:lnTo>
                    <a:pt x="185" y="18909"/>
                  </a:lnTo>
                  <a:lnTo>
                    <a:pt x="368" y="19047"/>
                  </a:lnTo>
                  <a:lnTo>
                    <a:pt x="598" y="19093"/>
                  </a:lnTo>
                  <a:lnTo>
                    <a:pt x="10282" y="19093"/>
                  </a:lnTo>
                  <a:lnTo>
                    <a:pt x="10419" y="19047"/>
                  </a:lnTo>
                  <a:lnTo>
                    <a:pt x="10557" y="19001"/>
                  </a:lnTo>
                  <a:lnTo>
                    <a:pt x="10649" y="18864"/>
                  </a:lnTo>
                  <a:lnTo>
                    <a:pt x="10649" y="18726"/>
                  </a:lnTo>
                  <a:lnTo>
                    <a:pt x="10649" y="17624"/>
                  </a:lnTo>
                  <a:lnTo>
                    <a:pt x="15330" y="17624"/>
                  </a:lnTo>
                  <a:lnTo>
                    <a:pt x="15606" y="17533"/>
                  </a:lnTo>
                  <a:lnTo>
                    <a:pt x="15835" y="17395"/>
                  </a:lnTo>
                  <a:lnTo>
                    <a:pt x="16065" y="17211"/>
                  </a:lnTo>
                  <a:lnTo>
                    <a:pt x="16248" y="16982"/>
                  </a:lnTo>
                  <a:lnTo>
                    <a:pt x="16386" y="16752"/>
                  </a:lnTo>
                  <a:lnTo>
                    <a:pt x="16432" y="16477"/>
                  </a:lnTo>
                  <a:lnTo>
                    <a:pt x="16478" y="16202"/>
                  </a:lnTo>
                  <a:lnTo>
                    <a:pt x="16478" y="8629"/>
                  </a:lnTo>
                  <a:lnTo>
                    <a:pt x="17901" y="8629"/>
                  </a:lnTo>
                  <a:lnTo>
                    <a:pt x="18130" y="8583"/>
                  </a:lnTo>
                  <a:lnTo>
                    <a:pt x="18314" y="8537"/>
                  </a:lnTo>
                  <a:lnTo>
                    <a:pt x="18451" y="8445"/>
                  </a:lnTo>
                  <a:lnTo>
                    <a:pt x="18589" y="8353"/>
                  </a:lnTo>
                  <a:lnTo>
                    <a:pt x="18727" y="8170"/>
                  </a:lnTo>
                  <a:lnTo>
                    <a:pt x="18818" y="8032"/>
                  </a:lnTo>
                  <a:lnTo>
                    <a:pt x="18864" y="7848"/>
                  </a:lnTo>
                  <a:lnTo>
                    <a:pt x="18910" y="7619"/>
                  </a:lnTo>
                  <a:lnTo>
                    <a:pt x="18910" y="3764"/>
                  </a:lnTo>
                  <a:lnTo>
                    <a:pt x="18864" y="3672"/>
                  </a:lnTo>
                  <a:lnTo>
                    <a:pt x="18818" y="3580"/>
                  </a:lnTo>
                  <a:lnTo>
                    <a:pt x="18773" y="3534"/>
                  </a:lnTo>
                  <a:lnTo>
                    <a:pt x="17901" y="3534"/>
                  </a:lnTo>
                  <a:lnTo>
                    <a:pt x="17901" y="1469"/>
                  </a:lnTo>
                  <a:lnTo>
                    <a:pt x="17855" y="1285"/>
                  </a:lnTo>
                  <a:lnTo>
                    <a:pt x="17763" y="1102"/>
                  </a:lnTo>
                  <a:lnTo>
                    <a:pt x="17579" y="964"/>
                  </a:lnTo>
                  <a:lnTo>
                    <a:pt x="17350" y="918"/>
                  </a:lnTo>
                  <a:lnTo>
                    <a:pt x="17120" y="918"/>
                  </a:lnTo>
                  <a:lnTo>
                    <a:pt x="16937" y="1056"/>
                  </a:lnTo>
                  <a:lnTo>
                    <a:pt x="16845" y="1239"/>
                  </a:lnTo>
                  <a:lnTo>
                    <a:pt x="16799" y="1469"/>
                  </a:lnTo>
                  <a:lnTo>
                    <a:pt x="16799" y="3534"/>
                  </a:lnTo>
                  <a:lnTo>
                    <a:pt x="15009" y="3488"/>
                  </a:lnTo>
                  <a:lnTo>
                    <a:pt x="15009" y="1423"/>
                  </a:lnTo>
                  <a:lnTo>
                    <a:pt x="15009" y="1239"/>
                  </a:lnTo>
                  <a:lnTo>
                    <a:pt x="14871" y="1056"/>
                  </a:lnTo>
                  <a:lnTo>
                    <a:pt x="14688" y="918"/>
                  </a:lnTo>
                  <a:lnTo>
                    <a:pt x="14504" y="872"/>
                  </a:lnTo>
                  <a:lnTo>
                    <a:pt x="14275" y="918"/>
                  </a:lnTo>
                  <a:lnTo>
                    <a:pt x="14091" y="1010"/>
                  </a:lnTo>
                  <a:lnTo>
                    <a:pt x="13953" y="1194"/>
                  </a:lnTo>
                  <a:lnTo>
                    <a:pt x="13908" y="1423"/>
                  </a:lnTo>
                  <a:lnTo>
                    <a:pt x="13908" y="3488"/>
                  </a:lnTo>
                  <a:lnTo>
                    <a:pt x="13449" y="3488"/>
                  </a:lnTo>
                  <a:lnTo>
                    <a:pt x="13265" y="3534"/>
                  </a:lnTo>
                  <a:lnTo>
                    <a:pt x="13081" y="3626"/>
                  </a:lnTo>
                  <a:lnTo>
                    <a:pt x="12944" y="3810"/>
                  </a:lnTo>
                  <a:lnTo>
                    <a:pt x="12898" y="4039"/>
                  </a:lnTo>
                  <a:lnTo>
                    <a:pt x="12898" y="6242"/>
                  </a:lnTo>
                  <a:lnTo>
                    <a:pt x="12944" y="6747"/>
                  </a:lnTo>
                  <a:lnTo>
                    <a:pt x="13081" y="7160"/>
                  </a:lnTo>
                  <a:lnTo>
                    <a:pt x="13311" y="7573"/>
                  </a:lnTo>
                  <a:lnTo>
                    <a:pt x="13586" y="7940"/>
                  </a:lnTo>
                  <a:lnTo>
                    <a:pt x="13953" y="8216"/>
                  </a:lnTo>
                  <a:lnTo>
                    <a:pt x="14366" y="8445"/>
                  </a:lnTo>
                  <a:lnTo>
                    <a:pt x="14780" y="8583"/>
                  </a:lnTo>
                  <a:lnTo>
                    <a:pt x="15284" y="8629"/>
                  </a:lnTo>
                  <a:lnTo>
                    <a:pt x="15330" y="8629"/>
                  </a:lnTo>
                  <a:lnTo>
                    <a:pt x="15330" y="15513"/>
                  </a:lnTo>
                  <a:lnTo>
                    <a:pt x="15284" y="15697"/>
                  </a:lnTo>
                  <a:lnTo>
                    <a:pt x="15239" y="15926"/>
                  </a:lnTo>
                  <a:lnTo>
                    <a:pt x="15147" y="16064"/>
                  </a:lnTo>
                  <a:lnTo>
                    <a:pt x="15055" y="16247"/>
                  </a:lnTo>
                  <a:lnTo>
                    <a:pt x="14871" y="16339"/>
                  </a:lnTo>
                  <a:lnTo>
                    <a:pt x="14734" y="16431"/>
                  </a:lnTo>
                  <a:lnTo>
                    <a:pt x="14504" y="16523"/>
                  </a:lnTo>
                  <a:lnTo>
                    <a:pt x="10649" y="16523"/>
                  </a:lnTo>
                  <a:lnTo>
                    <a:pt x="10649" y="15513"/>
                  </a:lnTo>
                  <a:lnTo>
                    <a:pt x="10603" y="15284"/>
                  </a:lnTo>
                  <a:lnTo>
                    <a:pt x="10465" y="15100"/>
                  </a:lnTo>
                  <a:lnTo>
                    <a:pt x="10282" y="15008"/>
                  </a:lnTo>
                  <a:lnTo>
                    <a:pt x="10052" y="14962"/>
                  </a:lnTo>
                  <a:lnTo>
                    <a:pt x="9639" y="14962"/>
                  </a:lnTo>
                  <a:lnTo>
                    <a:pt x="9639" y="3167"/>
                  </a:lnTo>
                  <a:lnTo>
                    <a:pt x="9593" y="2938"/>
                  </a:lnTo>
                  <a:lnTo>
                    <a:pt x="9456" y="2754"/>
                  </a:lnTo>
                  <a:lnTo>
                    <a:pt x="9272" y="2616"/>
                  </a:lnTo>
                  <a:lnTo>
                    <a:pt x="9043" y="2570"/>
                  </a:lnTo>
                  <a:lnTo>
                    <a:pt x="7207" y="2570"/>
                  </a:lnTo>
                  <a:lnTo>
                    <a:pt x="7207" y="597"/>
                  </a:lnTo>
                  <a:lnTo>
                    <a:pt x="7161" y="367"/>
                  </a:lnTo>
                  <a:lnTo>
                    <a:pt x="7023" y="184"/>
                  </a:lnTo>
                  <a:lnTo>
                    <a:pt x="6840" y="46"/>
                  </a:lnTo>
                  <a:lnTo>
                    <a:pt x="66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61"/>
          <p:cNvGrpSpPr/>
          <p:nvPr/>
        </p:nvGrpSpPr>
        <p:grpSpPr>
          <a:xfrm>
            <a:off x="2029005" y="2602034"/>
            <a:ext cx="334673" cy="438104"/>
            <a:chOff x="2029005" y="2815084"/>
            <a:chExt cx="334673" cy="438104"/>
          </a:xfrm>
        </p:grpSpPr>
        <p:sp>
          <p:nvSpPr>
            <p:cNvPr id="1019" name="Google Shape;1019;p61"/>
            <p:cNvSpPr/>
            <p:nvPr/>
          </p:nvSpPr>
          <p:spPr>
            <a:xfrm>
              <a:off x="2029005" y="2815084"/>
              <a:ext cx="334673" cy="438104"/>
            </a:xfrm>
            <a:custGeom>
              <a:rect b="b" l="l" r="r" t="t"/>
              <a:pathLst>
                <a:path extrusionOk="0" h="19048" w="14551">
                  <a:moveTo>
                    <a:pt x="4453" y="1102"/>
                  </a:moveTo>
                  <a:lnTo>
                    <a:pt x="4453" y="2800"/>
                  </a:lnTo>
                  <a:lnTo>
                    <a:pt x="1102" y="2800"/>
                  </a:lnTo>
                  <a:lnTo>
                    <a:pt x="1102" y="1102"/>
                  </a:lnTo>
                  <a:close/>
                  <a:moveTo>
                    <a:pt x="8951" y="1102"/>
                  </a:moveTo>
                  <a:lnTo>
                    <a:pt x="8951" y="2800"/>
                  </a:lnTo>
                  <a:lnTo>
                    <a:pt x="5600" y="2800"/>
                  </a:lnTo>
                  <a:lnTo>
                    <a:pt x="5600" y="1102"/>
                  </a:lnTo>
                  <a:close/>
                  <a:moveTo>
                    <a:pt x="13449" y="1102"/>
                  </a:moveTo>
                  <a:lnTo>
                    <a:pt x="13449" y="2800"/>
                  </a:lnTo>
                  <a:lnTo>
                    <a:pt x="10098" y="2800"/>
                  </a:lnTo>
                  <a:lnTo>
                    <a:pt x="10098" y="1102"/>
                  </a:lnTo>
                  <a:close/>
                  <a:moveTo>
                    <a:pt x="13449" y="3948"/>
                  </a:moveTo>
                  <a:lnTo>
                    <a:pt x="13449" y="15100"/>
                  </a:lnTo>
                  <a:lnTo>
                    <a:pt x="1102" y="15100"/>
                  </a:lnTo>
                  <a:lnTo>
                    <a:pt x="1102" y="3948"/>
                  </a:lnTo>
                  <a:close/>
                  <a:moveTo>
                    <a:pt x="4453" y="16248"/>
                  </a:moveTo>
                  <a:lnTo>
                    <a:pt x="4453" y="17946"/>
                  </a:lnTo>
                  <a:lnTo>
                    <a:pt x="1102" y="17946"/>
                  </a:lnTo>
                  <a:lnTo>
                    <a:pt x="1102" y="16248"/>
                  </a:lnTo>
                  <a:close/>
                  <a:moveTo>
                    <a:pt x="8951" y="16248"/>
                  </a:moveTo>
                  <a:lnTo>
                    <a:pt x="8951" y="17946"/>
                  </a:lnTo>
                  <a:lnTo>
                    <a:pt x="5600" y="17946"/>
                  </a:lnTo>
                  <a:lnTo>
                    <a:pt x="5600" y="16248"/>
                  </a:lnTo>
                  <a:close/>
                  <a:moveTo>
                    <a:pt x="13449" y="16248"/>
                  </a:moveTo>
                  <a:lnTo>
                    <a:pt x="13449" y="17946"/>
                  </a:lnTo>
                  <a:lnTo>
                    <a:pt x="10098" y="17946"/>
                  </a:lnTo>
                  <a:lnTo>
                    <a:pt x="10098" y="16248"/>
                  </a:lnTo>
                  <a:close/>
                  <a:moveTo>
                    <a:pt x="552" y="1"/>
                  </a:moveTo>
                  <a:lnTo>
                    <a:pt x="322" y="47"/>
                  </a:lnTo>
                  <a:lnTo>
                    <a:pt x="139" y="138"/>
                  </a:lnTo>
                  <a:lnTo>
                    <a:pt x="47" y="322"/>
                  </a:lnTo>
                  <a:lnTo>
                    <a:pt x="1" y="551"/>
                  </a:lnTo>
                  <a:lnTo>
                    <a:pt x="1" y="18497"/>
                  </a:lnTo>
                  <a:lnTo>
                    <a:pt x="47" y="18726"/>
                  </a:lnTo>
                  <a:lnTo>
                    <a:pt x="139" y="18910"/>
                  </a:lnTo>
                  <a:lnTo>
                    <a:pt x="322" y="19002"/>
                  </a:lnTo>
                  <a:lnTo>
                    <a:pt x="552" y="19047"/>
                  </a:lnTo>
                  <a:lnTo>
                    <a:pt x="13999" y="19047"/>
                  </a:lnTo>
                  <a:lnTo>
                    <a:pt x="14229" y="19002"/>
                  </a:lnTo>
                  <a:lnTo>
                    <a:pt x="14412" y="18910"/>
                  </a:lnTo>
                  <a:lnTo>
                    <a:pt x="14504" y="18726"/>
                  </a:lnTo>
                  <a:lnTo>
                    <a:pt x="14550" y="18497"/>
                  </a:lnTo>
                  <a:lnTo>
                    <a:pt x="14550" y="551"/>
                  </a:lnTo>
                  <a:lnTo>
                    <a:pt x="14504" y="322"/>
                  </a:lnTo>
                  <a:lnTo>
                    <a:pt x="14412" y="138"/>
                  </a:lnTo>
                  <a:lnTo>
                    <a:pt x="14229" y="47"/>
                  </a:lnTo>
                  <a:lnTo>
                    <a:pt x="139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1"/>
            <p:cNvSpPr/>
            <p:nvPr/>
          </p:nvSpPr>
          <p:spPr>
            <a:xfrm>
              <a:off x="2098695" y="2941768"/>
              <a:ext cx="195293" cy="184736"/>
            </a:xfrm>
            <a:custGeom>
              <a:rect b="b" l="l" r="r" t="t"/>
              <a:pathLst>
                <a:path extrusionOk="0" h="8032" w="8491">
                  <a:moveTo>
                    <a:pt x="2479" y="1102"/>
                  </a:moveTo>
                  <a:lnTo>
                    <a:pt x="2708" y="1148"/>
                  </a:lnTo>
                  <a:lnTo>
                    <a:pt x="2937" y="1193"/>
                  </a:lnTo>
                  <a:lnTo>
                    <a:pt x="3121" y="1285"/>
                  </a:lnTo>
                  <a:lnTo>
                    <a:pt x="3305" y="1423"/>
                  </a:lnTo>
                  <a:lnTo>
                    <a:pt x="3442" y="1606"/>
                  </a:lnTo>
                  <a:lnTo>
                    <a:pt x="3580" y="1836"/>
                  </a:lnTo>
                  <a:lnTo>
                    <a:pt x="3626" y="2020"/>
                  </a:lnTo>
                  <a:lnTo>
                    <a:pt x="3672" y="2295"/>
                  </a:lnTo>
                  <a:lnTo>
                    <a:pt x="2341" y="2295"/>
                  </a:lnTo>
                  <a:lnTo>
                    <a:pt x="2111" y="2249"/>
                  </a:lnTo>
                  <a:lnTo>
                    <a:pt x="1882" y="2203"/>
                  </a:lnTo>
                  <a:lnTo>
                    <a:pt x="1698" y="2065"/>
                  </a:lnTo>
                  <a:lnTo>
                    <a:pt x="1515" y="1928"/>
                  </a:lnTo>
                  <a:lnTo>
                    <a:pt x="1377" y="1744"/>
                  </a:lnTo>
                  <a:lnTo>
                    <a:pt x="1239" y="1561"/>
                  </a:lnTo>
                  <a:lnTo>
                    <a:pt x="1148" y="1331"/>
                  </a:lnTo>
                  <a:lnTo>
                    <a:pt x="1148" y="1102"/>
                  </a:lnTo>
                  <a:close/>
                  <a:moveTo>
                    <a:pt x="7344" y="3672"/>
                  </a:moveTo>
                  <a:lnTo>
                    <a:pt x="7344" y="3901"/>
                  </a:lnTo>
                  <a:lnTo>
                    <a:pt x="7252" y="4131"/>
                  </a:lnTo>
                  <a:lnTo>
                    <a:pt x="7114" y="4314"/>
                  </a:lnTo>
                  <a:lnTo>
                    <a:pt x="6976" y="4498"/>
                  </a:lnTo>
                  <a:lnTo>
                    <a:pt x="6793" y="4636"/>
                  </a:lnTo>
                  <a:lnTo>
                    <a:pt x="6609" y="4727"/>
                  </a:lnTo>
                  <a:lnTo>
                    <a:pt x="6380" y="4819"/>
                  </a:lnTo>
                  <a:lnTo>
                    <a:pt x="4819" y="4819"/>
                  </a:lnTo>
                  <a:lnTo>
                    <a:pt x="4865" y="4590"/>
                  </a:lnTo>
                  <a:lnTo>
                    <a:pt x="4911" y="4406"/>
                  </a:lnTo>
                  <a:lnTo>
                    <a:pt x="5049" y="4177"/>
                  </a:lnTo>
                  <a:lnTo>
                    <a:pt x="5186" y="3993"/>
                  </a:lnTo>
                  <a:lnTo>
                    <a:pt x="5370" y="3855"/>
                  </a:lnTo>
                  <a:lnTo>
                    <a:pt x="5554" y="3764"/>
                  </a:lnTo>
                  <a:lnTo>
                    <a:pt x="5783" y="3718"/>
                  </a:lnTo>
                  <a:lnTo>
                    <a:pt x="6058" y="3672"/>
                  </a:lnTo>
                  <a:close/>
                  <a:moveTo>
                    <a:pt x="367" y="0"/>
                  </a:moveTo>
                  <a:lnTo>
                    <a:pt x="184" y="138"/>
                  </a:lnTo>
                  <a:lnTo>
                    <a:pt x="46" y="321"/>
                  </a:lnTo>
                  <a:lnTo>
                    <a:pt x="0" y="551"/>
                  </a:lnTo>
                  <a:lnTo>
                    <a:pt x="0" y="1056"/>
                  </a:lnTo>
                  <a:lnTo>
                    <a:pt x="46" y="1515"/>
                  </a:lnTo>
                  <a:lnTo>
                    <a:pt x="184" y="1974"/>
                  </a:lnTo>
                  <a:lnTo>
                    <a:pt x="413" y="2341"/>
                  </a:lnTo>
                  <a:lnTo>
                    <a:pt x="689" y="2708"/>
                  </a:lnTo>
                  <a:lnTo>
                    <a:pt x="1056" y="2983"/>
                  </a:lnTo>
                  <a:lnTo>
                    <a:pt x="1423" y="3213"/>
                  </a:lnTo>
                  <a:lnTo>
                    <a:pt x="1882" y="3351"/>
                  </a:lnTo>
                  <a:lnTo>
                    <a:pt x="2341" y="3396"/>
                  </a:lnTo>
                  <a:lnTo>
                    <a:pt x="3672" y="3396"/>
                  </a:lnTo>
                  <a:lnTo>
                    <a:pt x="3672" y="7481"/>
                  </a:lnTo>
                  <a:lnTo>
                    <a:pt x="3718" y="7711"/>
                  </a:lnTo>
                  <a:lnTo>
                    <a:pt x="3855" y="7894"/>
                  </a:lnTo>
                  <a:lnTo>
                    <a:pt x="4039" y="7986"/>
                  </a:lnTo>
                  <a:lnTo>
                    <a:pt x="4268" y="8032"/>
                  </a:lnTo>
                  <a:lnTo>
                    <a:pt x="4452" y="7986"/>
                  </a:lnTo>
                  <a:lnTo>
                    <a:pt x="4636" y="7894"/>
                  </a:lnTo>
                  <a:lnTo>
                    <a:pt x="4773" y="7711"/>
                  </a:lnTo>
                  <a:lnTo>
                    <a:pt x="4819" y="7481"/>
                  </a:lnTo>
                  <a:lnTo>
                    <a:pt x="4819" y="5967"/>
                  </a:lnTo>
                  <a:lnTo>
                    <a:pt x="6150" y="5967"/>
                  </a:lnTo>
                  <a:lnTo>
                    <a:pt x="6609" y="5921"/>
                  </a:lnTo>
                  <a:lnTo>
                    <a:pt x="7068" y="5783"/>
                  </a:lnTo>
                  <a:lnTo>
                    <a:pt x="7435" y="5554"/>
                  </a:lnTo>
                  <a:lnTo>
                    <a:pt x="7802" y="5278"/>
                  </a:lnTo>
                  <a:lnTo>
                    <a:pt x="8078" y="4911"/>
                  </a:lnTo>
                  <a:lnTo>
                    <a:pt x="8307" y="4544"/>
                  </a:lnTo>
                  <a:lnTo>
                    <a:pt x="8445" y="4085"/>
                  </a:lnTo>
                  <a:lnTo>
                    <a:pt x="8491" y="3626"/>
                  </a:lnTo>
                  <a:lnTo>
                    <a:pt x="8491" y="3121"/>
                  </a:lnTo>
                  <a:lnTo>
                    <a:pt x="8445" y="2892"/>
                  </a:lnTo>
                  <a:lnTo>
                    <a:pt x="8307" y="2708"/>
                  </a:lnTo>
                  <a:lnTo>
                    <a:pt x="8124" y="2570"/>
                  </a:lnTo>
                  <a:lnTo>
                    <a:pt x="7940" y="2524"/>
                  </a:lnTo>
                  <a:lnTo>
                    <a:pt x="6058" y="2524"/>
                  </a:lnTo>
                  <a:lnTo>
                    <a:pt x="5691" y="2570"/>
                  </a:lnTo>
                  <a:lnTo>
                    <a:pt x="5370" y="2616"/>
                  </a:lnTo>
                  <a:lnTo>
                    <a:pt x="5095" y="2754"/>
                  </a:lnTo>
                  <a:lnTo>
                    <a:pt x="4819" y="2892"/>
                  </a:lnTo>
                  <a:lnTo>
                    <a:pt x="4819" y="2341"/>
                  </a:lnTo>
                  <a:lnTo>
                    <a:pt x="4773" y="1836"/>
                  </a:lnTo>
                  <a:lnTo>
                    <a:pt x="4636" y="1423"/>
                  </a:lnTo>
                  <a:lnTo>
                    <a:pt x="4406" y="1010"/>
                  </a:lnTo>
                  <a:lnTo>
                    <a:pt x="4131" y="689"/>
                  </a:lnTo>
                  <a:lnTo>
                    <a:pt x="3764" y="367"/>
                  </a:lnTo>
                  <a:lnTo>
                    <a:pt x="3351" y="184"/>
                  </a:lnTo>
                  <a:lnTo>
                    <a:pt x="2937" y="46"/>
                  </a:lnTo>
                  <a:lnTo>
                    <a:pt x="24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61"/>
          <p:cNvGrpSpPr/>
          <p:nvPr/>
        </p:nvGrpSpPr>
        <p:grpSpPr>
          <a:xfrm>
            <a:off x="1308024" y="3956389"/>
            <a:ext cx="394841" cy="439139"/>
            <a:chOff x="1308024" y="4169439"/>
            <a:chExt cx="394841" cy="439139"/>
          </a:xfrm>
        </p:grpSpPr>
        <p:sp>
          <p:nvSpPr>
            <p:cNvPr id="1022" name="Google Shape;1022;p61"/>
            <p:cNvSpPr/>
            <p:nvPr/>
          </p:nvSpPr>
          <p:spPr>
            <a:xfrm>
              <a:off x="1373482" y="4503008"/>
              <a:ext cx="50692" cy="70748"/>
            </a:xfrm>
            <a:custGeom>
              <a:rect b="b" l="l" r="r" t="t"/>
              <a:pathLst>
                <a:path extrusionOk="0" h="3076" w="2204">
                  <a:moveTo>
                    <a:pt x="1194" y="735"/>
                  </a:moveTo>
                  <a:lnTo>
                    <a:pt x="1285" y="781"/>
                  </a:lnTo>
                  <a:lnTo>
                    <a:pt x="1331" y="827"/>
                  </a:lnTo>
                  <a:lnTo>
                    <a:pt x="1377" y="918"/>
                  </a:lnTo>
                  <a:lnTo>
                    <a:pt x="1377" y="1010"/>
                  </a:lnTo>
                  <a:lnTo>
                    <a:pt x="1377" y="1194"/>
                  </a:lnTo>
                  <a:lnTo>
                    <a:pt x="1285" y="1331"/>
                  </a:lnTo>
                  <a:lnTo>
                    <a:pt x="1240" y="1331"/>
                  </a:lnTo>
                  <a:lnTo>
                    <a:pt x="1102" y="1377"/>
                  </a:lnTo>
                  <a:lnTo>
                    <a:pt x="827" y="1377"/>
                  </a:lnTo>
                  <a:lnTo>
                    <a:pt x="827" y="735"/>
                  </a:lnTo>
                  <a:close/>
                  <a:moveTo>
                    <a:pt x="230" y="0"/>
                  </a:moveTo>
                  <a:lnTo>
                    <a:pt x="92" y="92"/>
                  </a:lnTo>
                  <a:lnTo>
                    <a:pt x="46" y="184"/>
                  </a:lnTo>
                  <a:lnTo>
                    <a:pt x="0" y="276"/>
                  </a:lnTo>
                  <a:lnTo>
                    <a:pt x="0" y="2800"/>
                  </a:lnTo>
                  <a:lnTo>
                    <a:pt x="46" y="2938"/>
                  </a:lnTo>
                  <a:lnTo>
                    <a:pt x="138" y="3030"/>
                  </a:lnTo>
                  <a:lnTo>
                    <a:pt x="276" y="3075"/>
                  </a:lnTo>
                  <a:lnTo>
                    <a:pt x="597" y="3075"/>
                  </a:lnTo>
                  <a:lnTo>
                    <a:pt x="689" y="3030"/>
                  </a:lnTo>
                  <a:lnTo>
                    <a:pt x="781" y="2938"/>
                  </a:lnTo>
                  <a:lnTo>
                    <a:pt x="827" y="2800"/>
                  </a:lnTo>
                  <a:lnTo>
                    <a:pt x="827" y="2066"/>
                  </a:lnTo>
                  <a:lnTo>
                    <a:pt x="1102" y="2066"/>
                  </a:lnTo>
                  <a:lnTo>
                    <a:pt x="1515" y="2020"/>
                  </a:lnTo>
                  <a:lnTo>
                    <a:pt x="1790" y="1882"/>
                  </a:lnTo>
                  <a:lnTo>
                    <a:pt x="1974" y="1699"/>
                  </a:lnTo>
                  <a:lnTo>
                    <a:pt x="2112" y="1515"/>
                  </a:lnTo>
                  <a:lnTo>
                    <a:pt x="2158" y="1331"/>
                  </a:lnTo>
                  <a:lnTo>
                    <a:pt x="2203" y="1194"/>
                  </a:lnTo>
                  <a:lnTo>
                    <a:pt x="2203" y="1010"/>
                  </a:lnTo>
                  <a:lnTo>
                    <a:pt x="2158" y="781"/>
                  </a:lnTo>
                  <a:lnTo>
                    <a:pt x="2112" y="597"/>
                  </a:lnTo>
                  <a:lnTo>
                    <a:pt x="2020" y="413"/>
                  </a:lnTo>
                  <a:lnTo>
                    <a:pt x="1928" y="276"/>
                  </a:lnTo>
                  <a:lnTo>
                    <a:pt x="1790" y="138"/>
                  </a:lnTo>
                  <a:lnTo>
                    <a:pt x="1607" y="46"/>
                  </a:lnTo>
                  <a:lnTo>
                    <a:pt x="13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1"/>
            <p:cNvSpPr/>
            <p:nvPr/>
          </p:nvSpPr>
          <p:spPr>
            <a:xfrm>
              <a:off x="1432592" y="4503008"/>
              <a:ext cx="50692" cy="70748"/>
            </a:xfrm>
            <a:custGeom>
              <a:rect b="b" l="l" r="r" t="t"/>
              <a:pathLst>
                <a:path extrusionOk="0" h="3076" w="2204">
                  <a:moveTo>
                    <a:pt x="230" y="0"/>
                  </a:moveTo>
                  <a:lnTo>
                    <a:pt x="138" y="92"/>
                  </a:lnTo>
                  <a:lnTo>
                    <a:pt x="46" y="184"/>
                  </a:lnTo>
                  <a:lnTo>
                    <a:pt x="1" y="276"/>
                  </a:lnTo>
                  <a:lnTo>
                    <a:pt x="1" y="2800"/>
                  </a:lnTo>
                  <a:lnTo>
                    <a:pt x="46" y="2938"/>
                  </a:lnTo>
                  <a:lnTo>
                    <a:pt x="138" y="3030"/>
                  </a:lnTo>
                  <a:lnTo>
                    <a:pt x="230" y="3075"/>
                  </a:lnTo>
                  <a:lnTo>
                    <a:pt x="551" y="3075"/>
                  </a:lnTo>
                  <a:lnTo>
                    <a:pt x="689" y="3030"/>
                  </a:lnTo>
                  <a:lnTo>
                    <a:pt x="781" y="2938"/>
                  </a:lnTo>
                  <a:lnTo>
                    <a:pt x="827" y="2800"/>
                  </a:lnTo>
                  <a:lnTo>
                    <a:pt x="827" y="1836"/>
                  </a:lnTo>
                  <a:lnTo>
                    <a:pt x="1377" y="1836"/>
                  </a:lnTo>
                  <a:lnTo>
                    <a:pt x="1377" y="2800"/>
                  </a:lnTo>
                  <a:lnTo>
                    <a:pt x="1423" y="2938"/>
                  </a:lnTo>
                  <a:lnTo>
                    <a:pt x="1515" y="3030"/>
                  </a:lnTo>
                  <a:lnTo>
                    <a:pt x="1653" y="3075"/>
                  </a:lnTo>
                  <a:lnTo>
                    <a:pt x="1928" y="3075"/>
                  </a:lnTo>
                  <a:lnTo>
                    <a:pt x="2066" y="3030"/>
                  </a:lnTo>
                  <a:lnTo>
                    <a:pt x="2158" y="2938"/>
                  </a:lnTo>
                  <a:lnTo>
                    <a:pt x="2204" y="2800"/>
                  </a:lnTo>
                  <a:lnTo>
                    <a:pt x="2204" y="276"/>
                  </a:lnTo>
                  <a:lnTo>
                    <a:pt x="2158" y="184"/>
                  </a:lnTo>
                  <a:lnTo>
                    <a:pt x="2066" y="92"/>
                  </a:lnTo>
                  <a:lnTo>
                    <a:pt x="1928" y="0"/>
                  </a:lnTo>
                  <a:lnTo>
                    <a:pt x="1653" y="0"/>
                  </a:lnTo>
                  <a:lnTo>
                    <a:pt x="1515" y="92"/>
                  </a:lnTo>
                  <a:lnTo>
                    <a:pt x="1423" y="184"/>
                  </a:lnTo>
                  <a:lnTo>
                    <a:pt x="1377" y="276"/>
                  </a:lnTo>
                  <a:lnTo>
                    <a:pt x="1377" y="1148"/>
                  </a:lnTo>
                  <a:lnTo>
                    <a:pt x="827" y="1148"/>
                  </a:lnTo>
                  <a:lnTo>
                    <a:pt x="827" y="276"/>
                  </a:lnTo>
                  <a:lnTo>
                    <a:pt x="781" y="184"/>
                  </a:lnTo>
                  <a:lnTo>
                    <a:pt x="689" y="92"/>
                  </a:lnTo>
                  <a:lnTo>
                    <a:pt x="5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1"/>
            <p:cNvSpPr/>
            <p:nvPr/>
          </p:nvSpPr>
          <p:spPr>
            <a:xfrm>
              <a:off x="1343927" y="4263371"/>
              <a:ext cx="168912" cy="100326"/>
            </a:xfrm>
            <a:custGeom>
              <a:rect b="b" l="l" r="r" t="t"/>
              <a:pathLst>
                <a:path extrusionOk="0" h="4362" w="7344">
                  <a:moveTo>
                    <a:pt x="3672" y="1103"/>
                  </a:moveTo>
                  <a:lnTo>
                    <a:pt x="4131" y="1148"/>
                  </a:lnTo>
                  <a:lnTo>
                    <a:pt x="4590" y="1286"/>
                  </a:lnTo>
                  <a:lnTo>
                    <a:pt x="5003" y="1470"/>
                  </a:lnTo>
                  <a:lnTo>
                    <a:pt x="5324" y="1745"/>
                  </a:lnTo>
                  <a:lnTo>
                    <a:pt x="5646" y="2020"/>
                  </a:lnTo>
                  <a:lnTo>
                    <a:pt x="5921" y="2388"/>
                  </a:lnTo>
                  <a:lnTo>
                    <a:pt x="6104" y="2801"/>
                  </a:lnTo>
                  <a:lnTo>
                    <a:pt x="6196" y="3260"/>
                  </a:lnTo>
                  <a:lnTo>
                    <a:pt x="4636" y="3260"/>
                  </a:lnTo>
                  <a:lnTo>
                    <a:pt x="5049" y="2433"/>
                  </a:lnTo>
                  <a:lnTo>
                    <a:pt x="5141" y="2250"/>
                  </a:lnTo>
                  <a:lnTo>
                    <a:pt x="5095" y="2020"/>
                  </a:lnTo>
                  <a:lnTo>
                    <a:pt x="5003" y="1837"/>
                  </a:lnTo>
                  <a:lnTo>
                    <a:pt x="4819" y="1699"/>
                  </a:lnTo>
                  <a:lnTo>
                    <a:pt x="4636" y="1607"/>
                  </a:lnTo>
                  <a:lnTo>
                    <a:pt x="4406" y="1653"/>
                  </a:lnTo>
                  <a:lnTo>
                    <a:pt x="4223" y="1745"/>
                  </a:lnTo>
                  <a:lnTo>
                    <a:pt x="4085" y="1929"/>
                  </a:lnTo>
                  <a:lnTo>
                    <a:pt x="3351" y="3260"/>
                  </a:lnTo>
                  <a:lnTo>
                    <a:pt x="1148" y="3260"/>
                  </a:lnTo>
                  <a:lnTo>
                    <a:pt x="1285" y="2801"/>
                  </a:lnTo>
                  <a:lnTo>
                    <a:pt x="1469" y="2388"/>
                  </a:lnTo>
                  <a:lnTo>
                    <a:pt x="1698" y="2020"/>
                  </a:lnTo>
                  <a:lnTo>
                    <a:pt x="2020" y="1745"/>
                  </a:lnTo>
                  <a:lnTo>
                    <a:pt x="2387" y="1470"/>
                  </a:lnTo>
                  <a:lnTo>
                    <a:pt x="2800" y="1286"/>
                  </a:lnTo>
                  <a:lnTo>
                    <a:pt x="3213" y="1148"/>
                  </a:lnTo>
                  <a:lnTo>
                    <a:pt x="3672" y="1103"/>
                  </a:lnTo>
                  <a:close/>
                  <a:moveTo>
                    <a:pt x="3351" y="1"/>
                  </a:moveTo>
                  <a:lnTo>
                    <a:pt x="2984" y="47"/>
                  </a:lnTo>
                  <a:lnTo>
                    <a:pt x="2662" y="139"/>
                  </a:lnTo>
                  <a:lnTo>
                    <a:pt x="2341" y="230"/>
                  </a:lnTo>
                  <a:lnTo>
                    <a:pt x="2020" y="368"/>
                  </a:lnTo>
                  <a:lnTo>
                    <a:pt x="1744" y="552"/>
                  </a:lnTo>
                  <a:lnTo>
                    <a:pt x="1469" y="735"/>
                  </a:lnTo>
                  <a:lnTo>
                    <a:pt x="1239" y="919"/>
                  </a:lnTo>
                  <a:lnTo>
                    <a:pt x="1010" y="1148"/>
                  </a:lnTo>
                  <a:lnTo>
                    <a:pt x="781" y="1424"/>
                  </a:lnTo>
                  <a:lnTo>
                    <a:pt x="597" y="1653"/>
                  </a:lnTo>
                  <a:lnTo>
                    <a:pt x="413" y="1975"/>
                  </a:lnTo>
                  <a:lnTo>
                    <a:pt x="276" y="2250"/>
                  </a:lnTo>
                  <a:lnTo>
                    <a:pt x="184" y="2571"/>
                  </a:lnTo>
                  <a:lnTo>
                    <a:pt x="92" y="2892"/>
                  </a:lnTo>
                  <a:lnTo>
                    <a:pt x="46" y="3260"/>
                  </a:lnTo>
                  <a:lnTo>
                    <a:pt x="0" y="3581"/>
                  </a:lnTo>
                  <a:lnTo>
                    <a:pt x="0" y="3810"/>
                  </a:lnTo>
                  <a:lnTo>
                    <a:pt x="46" y="4040"/>
                  </a:lnTo>
                  <a:lnTo>
                    <a:pt x="184" y="4223"/>
                  </a:lnTo>
                  <a:lnTo>
                    <a:pt x="322" y="4315"/>
                  </a:lnTo>
                  <a:lnTo>
                    <a:pt x="551" y="4361"/>
                  </a:lnTo>
                  <a:lnTo>
                    <a:pt x="6793" y="4361"/>
                  </a:lnTo>
                  <a:lnTo>
                    <a:pt x="7022" y="4315"/>
                  </a:lnTo>
                  <a:lnTo>
                    <a:pt x="7206" y="4223"/>
                  </a:lnTo>
                  <a:lnTo>
                    <a:pt x="7298" y="4040"/>
                  </a:lnTo>
                  <a:lnTo>
                    <a:pt x="7344" y="3810"/>
                  </a:lnTo>
                  <a:lnTo>
                    <a:pt x="7344" y="3581"/>
                  </a:lnTo>
                  <a:lnTo>
                    <a:pt x="7344" y="3260"/>
                  </a:lnTo>
                  <a:lnTo>
                    <a:pt x="7298" y="2892"/>
                  </a:lnTo>
                  <a:lnTo>
                    <a:pt x="7206" y="2571"/>
                  </a:lnTo>
                  <a:lnTo>
                    <a:pt x="7068" y="2250"/>
                  </a:lnTo>
                  <a:lnTo>
                    <a:pt x="6931" y="1975"/>
                  </a:lnTo>
                  <a:lnTo>
                    <a:pt x="6793" y="1653"/>
                  </a:lnTo>
                  <a:lnTo>
                    <a:pt x="6563" y="1424"/>
                  </a:lnTo>
                  <a:lnTo>
                    <a:pt x="6380" y="1148"/>
                  </a:lnTo>
                  <a:lnTo>
                    <a:pt x="6150" y="919"/>
                  </a:lnTo>
                  <a:lnTo>
                    <a:pt x="5875" y="735"/>
                  </a:lnTo>
                  <a:lnTo>
                    <a:pt x="5600" y="552"/>
                  </a:lnTo>
                  <a:lnTo>
                    <a:pt x="5324" y="368"/>
                  </a:lnTo>
                  <a:lnTo>
                    <a:pt x="5003" y="230"/>
                  </a:lnTo>
                  <a:lnTo>
                    <a:pt x="4682" y="139"/>
                  </a:lnTo>
                  <a:lnTo>
                    <a:pt x="4360" y="47"/>
                  </a:lnTo>
                  <a:lnTo>
                    <a:pt x="40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1"/>
            <p:cNvSpPr/>
            <p:nvPr/>
          </p:nvSpPr>
          <p:spPr>
            <a:xfrm>
              <a:off x="1342869" y="4373173"/>
              <a:ext cx="78131" cy="79189"/>
            </a:xfrm>
            <a:custGeom>
              <a:rect b="b" l="l" r="r" t="t"/>
              <a:pathLst>
                <a:path extrusionOk="0" h="3443" w="3397">
                  <a:moveTo>
                    <a:pt x="1699" y="1148"/>
                  </a:moveTo>
                  <a:lnTo>
                    <a:pt x="1928" y="1193"/>
                  </a:lnTo>
                  <a:lnTo>
                    <a:pt x="2112" y="1285"/>
                  </a:lnTo>
                  <a:lnTo>
                    <a:pt x="2249" y="1469"/>
                  </a:lnTo>
                  <a:lnTo>
                    <a:pt x="2295" y="1698"/>
                  </a:lnTo>
                  <a:lnTo>
                    <a:pt x="2249" y="1928"/>
                  </a:lnTo>
                  <a:lnTo>
                    <a:pt x="2112" y="2111"/>
                  </a:lnTo>
                  <a:lnTo>
                    <a:pt x="1928" y="2249"/>
                  </a:lnTo>
                  <a:lnTo>
                    <a:pt x="1699" y="2295"/>
                  </a:lnTo>
                  <a:lnTo>
                    <a:pt x="1469" y="2249"/>
                  </a:lnTo>
                  <a:lnTo>
                    <a:pt x="1285" y="2111"/>
                  </a:lnTo>
                  <a:lnTo>
                    <a:pt x="1148" y="1928"/>
                  </a:lnTo>
                  <a:lnTo>
                    <a:pt x="1102" y="1698"/>
                  </a:lnTo>
                  <a:lnTo>
                    <a:pt x="1148" y="1469"/>
                  </a:lnTo>
                  <a:lnTo>
                    <a:pt x="1285" y="1285"/>
                  </a:lnTo>
                  <a:lnTo>
                    <a:pt x="1469" y="1193"/>
                  </a:lnTo>
                  <a:lnTo>
                    <a:pt x="1699" y="1148"/>
                  </a:lnTo>
                  <a:close/>
                  <a:moveTo>
                    <a:pt x="1699" y="0"/>
                  </a:moveTo>
                  <a:lnTo>
                    <a:pt x="1331" y="46"/>
                  </a:lnTo>
                  <a:lnTo>
                    <a:pt x="1010" y="138"/>
                  </a:lnTo>
                  <a:lnTo>
                    <a:pt x="735" y="276"/>
                  </a:lnTo>
                  <a:lnTo>
                    <a:pt x="505" y="505"/>
                  </a:lnTo>
                  <a:lnTo>
                    <a:pt x="276" y="780"/>
                  </a:lnTo>
                  <a:lnTo>
                    <a:pt x="138" y="1056"/>
                  </a:lnTo>
                  <a:lnTo>
                    <a:pt x="0" y="1377"/>
                  </a:lnTo>
                  <a:lnTo>
                    <a:pt x="0" y="1698"/>
                  </a:lnTo>
                  <a:lnTo>
                    <a:pt x="0" y="2066"/>
                  </a:lnTo>
                  <a:lnTo>
                    <a:pt x="138" y="2387"/>
                  </a:lnTo>
                  <a:lnTo>
                    <a:pt x="276" y="2662"/>
                  </a:lnTo>
                  <a:lnTo>
                    <a:pt x="505" y="2938"/>
                  </a:lnTo>
                  <a:lnTo>
                    <a:pt x="735" y="3121"/>
                  </a:lnTo>
                  <a:lnTo>
                    <a:pt x="1010" y="3305"/>
                  </a:lnTo>
                  <a:lnTo>
                    <a:pt x="1331" y="3396"/>
                  </a:lnTo>
                  <a:lnTo>
                    <a:pt x="1699" y="3442"/>
                  </a:lnTo>
                  <a:lnTo>
                    <a:pt x="2020" y="3396"/>
                  </a:lnTo>
                  <a:lnTo>
                    <a:pt x="2341" y="3305"/>
                  </a:lnTo>
                  <a:lnTo>
                    <a:pt x="2662" y="3121"/>
                  </a:lnTo>
                  <a:lnTo>
                    <a:pt x="2892" y="2938"/>
                  </a:lnTo>
                  <a:lnTo>
                    <a:pt x="3121" y="2662"/>
                  </a:lnTo>
                  <a:lnTo>
                    <a:pt x="3259" y="2387"/>
                  </a:lnTo>
                  <a:lnTo>
                    <a:pt x="3397" y="2066"/>
                  </a:lnTo>
                  <a:lnTo>
                    <a:pt x="3397" y="1698"/>
                  </a:lnTo>
                  <a:lnTo>
                    <a:pt x="3397" y="1377"/>
                  </a:lnTo>
                  <a:lnTo>
                    <a:pt x="3259" y="1056"/>
                  </a:lnTo>
                  <a:lnTo>
                    <a:pt x="3121" y="780"/>
                  </a:lnTo>
                  <a:lnTo>
                    <a:pt x="2892" y="505"/>
                  </a:lnTo>
                  <a:lnTo>
                    <a:pt x="2662" y="276"/>
                  </a:lnTo>
                  <a:lnTo>
                    <a:pt x="2341" y="138"/>
                  </a:lnTo>
                  <a:lnTo>
                    <a:pt x="2020" y="46"/>
                  </a:lnTo>
                  <a:lnTo>
                    <a:pt x="16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1"/>
            <p:cNvSpPr/>
            <p:nvPr/>
          </p:nvSpPr>
          <p:spPr>
            <a:xfrm>
              <a:off x="1435766" y="4373173"/>
              <a:ext cx="79189" cy="79189"/>
            </a:xfrm>
            <a:custGeom>
              <a:rect b="b" l="l" r="r" t="t"/>
              <a:pathLst>
                <a:path extrusionOk="0" h="3443" w="3443">
                  <a:moveTo>
                    <a:pt x="1698" y="1148"/>
                  </a:moveTo>
                  <a:lnTo>
                    <a:pt x="1928" y="1193"/>
                  </a:lnTo>
                  <a:lnTo>
                    <a:pt x="2111" y="1285"/>
                  </a:lnTo>
                  <a:lnTo>
                    <a:pt x="2249" y="1469"/>
                  </a:lnTo>
                  <a:lnTo>
                    <a:pt x="2295" y="1698"/>
                  </a:lnTo>
                  <a:lnTo>
                    <a:pt x="2249" y="1928"/>
                  </a:lnTo>
                  <a:lnTo>
                    <a:pt x="2111" y="2111"/>
                  </a:lnTo>
                  <a:lnTo>
                    <a:pt x="1928" y="2249"/>
                  </a:lnTo>
                  <a:lnTo>
                    <a:pt x="1698" y="2295"/>
                  </a:lnTo>
                  <a:lnTo>
                    <a:pt x="1515" y="2249"/>
                  </a:lnTo>
                  <a:lnTo>
                    <a:pt x="1285" y="2111"/>
                  </a:lnTo>
                  <a:lnTo>
                    <a:pt x="1194" y="1928"/>
                  </a:lnTo>
                  <a:lnTo>
                    <a:pt x="1148" y="1698"/>
                  </a:lnTo>
                  <a:lnTo>
                    <a:pt x="1194" y="1469"/>
                  </a:lnTo>
                  <a:lnTo>
                    <a:pt x="1285" y="1285"/>
                  </a:lnTo>
                  <a:lnTo>
                    <a:pt x="1515" y="1193"/>
                  </a:lnTo>
                  <a:lnTo>
                    <a:pt x="1698" y="1148"/>
                  </a:lnTo>
                  <a:close/>
                  <a:moveTo>
                    <a:pt x="1698" y="0"/>
                  </a:moveTo>
                  <a:lnTo>
                    <a:pt x="1377" y="46"/>
                  </a:lnTo>
                  <a:lnTo>
                    <a:pt x="1056" y="138"/>
                  </a:lnTo>
                  <a:lnTo>
                    <a:pt x="781" y="276"/>
                  </a:lnTo>
                  <a:lnTo>
                    <a:pt x="505" y="505"/>
                  </a:lnTo>
                  <a:lnTo>
                    <a:pt x="322" y="780"/>
                  </a:lnTo>
                  <a:lnTo>
                    <a:pt x="138" y="1056"/>
                  </a:lnTo>
                  <a:lnTo>
                    <a:pt x="46" y="1377"/>
                  </a:lnTo>
                  <a:lnTo>
                    <a:pt x="0" y="1698"/>
                  </a:lnTo>
                  <a:lnTo>
                    <a:pt x="46" y="2066"/>
                  </a:lnTo>
                  <a:lnTo>
                    <a:pt x="138" y="2387"/>
                  </a:lnTo>
                  <a:lnTo>
                    <a:pt x="322" y="2662"/>
                  </a:lnTo>
                  <a:lnTo>
                    <a:pt x="505" y="2938"/>
                  </a:lnTo>
                  <a:lnTo>
                    <a:pt x="781" y="3121"/>
                  </a:lnTo>
                  <a:lnTo>
                    <a:pt x="1056" y="3305"/>
                  </a:lnTo>
                  <a:lnTo>
                    <a:pt x="1377" y="3396"/>
                  </a:lnTo>
                  <a:lnTo>
                    <a:pt x="1698" y="3442"/>
                  </a:lnTo>
                  <a:lnTo>
                    <a:pt x="2066" y="3396"/>
                  </a:lnTo>
                  <a:lnTo>
                    <a:pt x="2387" y="3305"/>
                  </a:lnTo>
                  <a:lnTo>
                    <a:pt x="2662" y="3121"/>
                  </a:lnTo>
                  <a:lnTo>
                    <a:pt x="2938" y="2938"/>
                  </a:lnTo>
                  <a:lnTo>
                    <a:pt x="3121" y="2662"/>
                  </a:lnTo>
                  <a:lnTo>
                    <a:pt x="3305" y="2387"/>
                  </a:lnTo>
                  <a:lnTo>
                    <a:pt x="3397" y="2066"/>
                  </a:lnTo>
                  <a:lnTo>
                    <a:pt x="3442" y="1698"/>
                  </a:lnTo>
                  <a:lnTo>
                    <a:pt x="3397" y="1377"/>
                  </a:lnTo>
                  <a:lnTo>
                    <a:pt x="3305" y="1056"/>
                  </a:lnTo>
                  <a:lnTo>
                    <a:pt x="3121" y="780"/>
                  </a:lnTo>
                  <a:lnTo>
                    <a:pt x="2938" y="505"/>
                  </a:lnTo>
                  <a:lnTo>
                    <a:pt x="2662" y="276"/>
                  </a:lnTo>
                  <a:lnTo>
                    <a:pt x="2387" y="138"/>
                  </a:lnTo>
                  <a:lnTo>
                    <a:pt x="2066" y="46"/>
                  </a:lnTo>
                  <a:lnTo>
                    <a:pt x="16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1"/>
            <p:cNvSpPr/>
            <p:nvPr/>
          </p:nvSpPr>
          <p:spPr>
            <a:xfrm>
              <a:off x="1308024" y="4169439"/>
              <a:ext cx="394841" cy="439139"/>
            </a:xfrm>
            <a:custGeom>
              <a:rect b="b" l="l" r="r" t="t"/>
              <a:pathLst>
                <a:path extrusionOk="0" h="19093" w="17167">
                  <a:moveTo>
                    <a:pt x="15514" y="4360"/>
                  </a:moveTo>
                  <a:lnTo>
                    <a:pt x="15651" y="4406"/>
                  </a:lnTo>
                  <a:lnTo>
                    <a:pt x="15835" y="4544"/>
                  </a:lnTo>
                  <a:lnTo>
                    <a:pt x="16019" y="4773"/>
                  </a:lnTo>
                  <a:lnTo>
                    <a:pt x="16065" y="4865"/>
                  </a:lnTo>
                  <a:lnTo>
                    <a:pt x="16065" y="5003"/>
                  </a:lnTo>
                  <a:lnTo>
                    <a:pt x="16065" y="8812"/>
                  </a:lnTo>
                  <a:lnTo>
                    <a:pt x="16019" y="8904"/>
                  </a:lnTo>
                  <a:lnTo>
                    <a:pt x="15973" y="8950"/>
                  </a:lnTo>
                  <a:lnTo>
                    <a:pt x="15927" y="8996"/>
                  </a:lnTo>
                  <a:lnTo>
                    <a:pt x="15835" y="9042"/>
                  </a:lnTo>
                  <a:lnTo>
                    <a:pt x="12989" y="9042"/>
                  </a:lnTo>
                  <a:lnTo>
                    <a:pt x="12898" y="8996"/>
                  </a:lnTo>
                  <a:lnTo>
                    <a:pt x="12852" y="8950"/>
                  </a:lnTo>
                  <a:lnTo>
                    <a:pt x="12760" y="8904"/>
                  </a:lnTo>
                  <a:lnTo>
                    <a:pt x="12760" y="8812"/>
                  </a:lnTo>
                  <a:lnTo>
                    <a:pt x="12760" y="5003"/>
                  </a:lnTo>
                  <a:lnTo>
                    <a:pt x="12760" y="4865"/>
                  </a:lnTo>
                  <a:lnTo>
                    <a:pt x="12806" y="4773"/>
                  </a:lnTo>
                  <a:lnTo>
                    <a:pt x="12944" y="4544"/>
                  </a:lnTo>
                  <a:lnTo>
                    <a:pt x="13173" y="4406"/>
                  </a:lnTo>
                  <a:lnTo>
                    <a:pt x="13311" y="4360"/>
                  </a:lnTo>
                  <a:close/>
                  <a:moveTo>
                    <a:pt x="9180" y="3397"/>
                  </a:moveTo>
                  <a:lnTo>
                    <a:pt x="9272" y="3488"/>
                  </a:lnTo>
                  <a:lnTo>
                    <a:pt x="9318" y="3580"/>
                  </a:lnTo>
                  <a:lnTo>
                    <a:pt x="9364" y="3718"/>
                  </a:lnTo>
                  <a:lnTo>
                    <a:pt x="9364" y="12897"/>
                  </a:lnTo>
                  <a:lnTo>
                    <a:pt x="1102" y="12897"/>
                  </a:lnTo>
                  <a:lnTo>
                    <a:pt x="1102" y="3718"/>
                  </a:lnTo>
                  <a:lnTo>
                    <a:pt x="1148" y="3580"/>
                  </a:lnTo>
                  <a:lnTo>
                    <a:pt x="1194" y="3488"/>
                  </a:lnTo>
                  <a:lnTo>
                    <a:pt x="1332" y="3397"/>
                  </a:lnTo>
                  <a:close/>
                  <a:moveTo>
                    <a:pt x="15192" y="10143"/>
                  </a:moveTo>
                  <a:lnTo>
                    <a:pt x="15192" y="15375"/>
                  </a:lnTo>
                  <a:lnTo>
                    <a:pt x="15192" y="15559"/>
                  </a:lnTo>
                  <a:lnTo>
                    <a:pt x="15147" y="15743"/>
                  </a:lnTo>
                  <a:lnTo>
                    <a:pt x="15055" y="15880"/>
                  </a:lnTo>
                  <a:lnTo>
                    <a:pt x="14963" y="16018"/>
                  </a:lnTo>
                  <a:lnTo>
                    <a:pt x="14825" y="16110"/>
                  </a:lnTo>
                  <a:lnTo>
                    <a:pt x="14688" y="16202"/>
                  </a:lnTo>
                  <a:lnTo>
                    <a:pt x="14504" y="16247"/>
                  </a:lnTo>
                  <a:lnTo>
                    <a:pt x="14183" y="16247"/>
                  </a:lnTo>
                  <a:lnTo>
                    <a:pt x="13999" y="16202"/>
                  </a:lnTo>
                  <a:lnTo>
                    <a:pt x="13861" y="16110"/>
                  </a:lnTo>
                  <a:lnTo>
                    <a:pt x="13724" y="16018"/>
                  </a:lnTo>
                  <a:lnTo>
                    <a:pt x="13632" y="15880"/>
                  </a:lnTo>
                  <a:lnTo>
                    <a:pt x="13540" y="15743"/>
                  </a:lnTo>
                  <a:lnTo>
                    <a:pt x="13494" y="15559"/>
                  </a:lnTo>
                  <a:lnTo>
                    <a:pt x="13494" y="15375"/>
                  </a:lnTo>
                  <a:lnTo>
                    <a:pt x="13494" y="10143"/>
                  </a:lnTo>
                  <a:close/>
                  <a:moveTo>
                    <a:pt x="9364" y="13999"/>
                  </a:moveTo>
                  <a:lnTo>
                    <a:pt x="9364" y="17533"/>
                  </a:lnTo>
                  <a:lnTo>
                    <a:pt x="9318" y="17670"/>
                  </a:lnTo>
                  <a:lnTo>
                    <a:pt x="9272" y="17762"/>
                  </a:lnTo>
                  <a:lnTo>
                    <a:pt x="9180" y="17808"/>
                  </a:lnTo>
                  <a:lnTo>
                    <a:pt x="9042" y="17854"/>
                  </a:lnTo>
                  <a:lnTo>
                    <a:pt x="1424" y="17854"/>
                  </a:lnTo>
                  <a:lnTo>
                    <a:pt x="1332" y="17808"/>
                  </a:lnTo>
                  <a:lnTo>
                    <a:pt x="1194" y="17762"/>
                  </a:lnTo>
                  <a:lnTo>
                    <a:pt x="1148" y="17670"/>
                  </a:lnTo>
                  <a:lnTo>
                    <a:pt x="1102" y="17533"/>
                  </a:lnTo>
                  <a:lnTo>
                    <a:pt x="1102" y="13999"/>
                  </a:lnTo>
                  <a:close/>
                  <a:moveTo>
                    <a:pt x="6564" y="0"/>
                  </a:moveTo>
                  <a:lnTo>
                    <a:pt x="6197" y="46"/>
                  </a:lnTo>
                  <a:lnTo>
                    <a:pt x="5876" y="138"/>
                  </a:lnTo>
                  <a:lnTo>
                    <a:pt x="5600" y="322"/>
                  </a:lnTo>
                  <a:lnTo>
                    <a:pt x="5325" y="505"/>
                  </a:lnTo>
                  <a:lnTo>
                    <a:pt x="5141" y="780"/>
                  </a:lnTo>
                  <a:lnTo>
                    <a:pt x="4958" y="1056"/>
                  </a:lnTo>
                  <a:lnTo>
                    <a:pt x="4866" y="1377"/>
                  </a:lnTo>
                  <a:lnTo>
                    <a:pt x="4866" y="1744"/>
                  </a:lnTo>
                  <a:lnTo>
                    <a:pt x="4866" y="2249"/>
                  </a:lnTo>
                  <a:lnTo>
                    <a:pt x="1424" y="2249"/>
                  </a:lnTo>
                  <a:lnTo>
                    <a:pt x="1148" y="2295"/>
                  </a:lnTo>
                  <a:lnTo>
                    <a:pt x="873" y="2387"/>
                  </a:lnTo>
                  <a:lnTo>
                    <a:pt x="643" y="2525"/>
                  </a:lnTo>
                  <a:lnTo>
                    <a:pt x="414" y="2662"/>
                  </a:lnTo>
                  <a:lnTo>
                    <a:pt x="230" y="2892"/>
                  </a:lnTo>
                  <a:lnTo>
                    <a:pt x="93" y="3121"/>
                  </a:lnTo>
                  <a:lnTo>
                    <a:pt x="47" y="3397"/>
                  </a:lnTo>
                  <a:lnTo>
                    <a:pt x="1" y="3718"/>
                  </a:lnTo>
                  <a:lnTo>
                    <a:pt x="1" y="17533"/>
                  </a:lnTo>
                  <a:lnTo>
                    <a:pt x="47" y="17808"/>
                  </a:lnTo>
                  <a:lnTo>
                    <a:pt x="93" y="18083"/>
                  </a:lnTo>
                  <a:lnTo>
                    <a:pt x="230" y="18359"/>
                  </a:lnTo>
                  <a:lnTo>
                    <a:pt x="414" y="18542"/>
                  </a:lnTo>
                  <a:lnTo>
                    <a:pt x="643" y="18726"/>
                  </a:lnTo>
                  <a:lnTo>
                    <a:pt x="873" y="18864"/>
                  </a:lnTo>
                  <a:lnTo>
                    <a:pt x="1148" y="18955"/>
                  </a:lnTo>
                  <a:lnTo>
                    <a:pt x="1424" y="19001"/>
                  </a:lnTo>
                  <a:lnTo>
                    <a:pt x="9042" y="19001"/>
                  </a:lnTo>
                  <a:lnTo>
                    <a:pt x="9318" y="18955"/>
                  </a:lnTo>
                  <a:lnTo>
                    <a:pt x="9593" y="18864"/>
                  </a:lnTo>
                  <a:lnTo>
                    <a:pt x="9869" y="18726"/>
                  </a:lnTo>
                  <a:lnTo>
                    <a:pt x="10052" y="18542"/>
                  </a:lnTo>
                  <a:lnTo>
                    <a:pt x="10236" y="18359"/>
                  </a:lnTo>
                  <a:lnTo>
                    <a:pt x="10373" y="18083"/>
                  </a:lnTo>
                  <a:lnTo>
                    <a:pt x="10465" y="17808"/>
                  </a:lnTo>
                  <a:lnTo>
                    <a:pt x="10511" y="17533"/>
                  </a:lnTo>
                  <a:lnTo>
                    <a:pt x="10511" y="3718"/>
                  </a:lnTo>
                  <a:lnTo>
                    <a:pt x="10465" y="3397"/>
                  </a:lnTo>
                  <a:lnTo>
                    <a:pt x="10373" y="3121"/>
                  </a:lnTo>
                  <a:lnTo>
                    <a:pt x="10236" y="2892"/>
                  </a:lnTo>
                  <a:lnTo>
                    <a:pt x="10052" y="2662"/>
                  </a:lnTo>
                  <a:lnTo>
                    <a:pt x="9869" y="2525"/>
                  </a:lnTo>
                  <a:lnTo>
                    <a:pt x="9593" y="2387"/>
                  </a:lnTo>
                  <a:lnTo>
                    <a:pt x="9318" y="2295"/>
                  </a:lnTo>
                  <a:lnTo>
                    <a:pt x="9042" y="2249"/>
                  </a:lnTo>
                  <a:lnTo>
                    <a:pt x="5967" y="2249"/>
                  </a:lnTo>
                  <a:lnTo>
                    <a:pt x="5967" y="1744"/>
                  </a:lnTo>
                  <a:lnTo>
                    <a:pt x="6013" y="1515"/>
                  </a:lnTo>
                  <a:lnTo>
                    <a:pt x="6151" y="1331"/>
                  </a:lnTo>
                  <a:lnTo>
                    <a:pt x="6335" y="1194"/>
                  </a:lnTo>
                  <a:lnTo>
                    <a:pt x="6564" y="1148"/>
                  </a:lnTo>
                  <a:lnTo>
                    <a:pt x="13173" y="1148"/>
                  </a:lnTo>
                  <a:lnTo>
                    <a:pt x="13403" y="1194"/>
                  </a:lnTo>
                  <a:lnTo>
                    <a:pt x="13586" y="1331"/>
                  </a:lnTo>
                  <a:lnTo>
                    <a:pt x="13724" y="1515"/>
                  </a:lnTo>
                  <a:lnTo>
                    <a:pt x="13770" y="1744"/>
                  </a:lnTo>
                  <a:lnTo>
                    <a:pt x="13770" y="3213"/>
                  </a:lnTo>
                  <a:lnTo>
                    <a:pt x="13448" y="3213"/>
                  </a:lnTo>
                  <a:lnTo>
                    <a:pt x="13081" y="3259"/>
                  </a:lnTo>
                  <a:lnTo>
                    <a:pt x="12760" y="3351"/>
                  </a:lnTo>
                  <a:lnTo>
                    <a:pt x="12439" y="3534"/>
                  </a:lnTo>
                  <a:lnTo>
                    <a:pt x="12163" y="3764"/>
                  </a:lnTo>
                  <a:lnTo>
                    <a:pt x="11934" y="3993"/>
                  </a:lnTo>
                  <a:lnTo>
                    <a:pt x="11796" y="4314"/>
                  </a:lnTo>
                  <a:lnTo>
                    <a:pt x="11658" y="4636"/>
                  </a:lnTo>
                  <a:lnTo>
                    <a:pt x="11613" y="5003"/>
                  </a:lnTo>
                  <a:lnTo>
                    <a:pt x="11613" y="8812"/>
                  </a:lnTo>
                  <a:lnTo>
                    <a:pt x="11704" y="9179"/>
                  </a:lnTo>
                  <a:lnTo>
                    <a:pt x="11842" y="9501"/>
                  </a:lnTo>
                  <a:lnTo>
                    <a:pt x="12072" y="9776"/>
                  </a:lnTo>
                  <a:lnTo>
                    <a:pt x="12347" y="10006"/>
                  </a:lnTo>
                  <a:lnTo>
                    <a:pt x="12347" y="15375"/>
                  </a:lnTo>
                  <a:lnTo>
                    <a:pt x="12393" y="15697"/>
                  </a:lnTo>
                  <a:lnTo>
                    <a:pt x="12485" y="16018"/>
                  </a:lnTo>
                  <a:lnTo>
                    <a:pt x="12576" y="16339"/>
                  </a:lnTo>
                  <a:lnTo>
                    <a:pt x="12760" y="16569"/>
                  </a:lnTo>
                  <a:lnTo>
                    <a:pt x="12989" y="16844"/>
                  </a:lnTo>
                  <a:lnTo>
                    <a:pt x="13219" y="17028"/>
                  </a:lnTo>
                  <a:lnTo>
                    <a:pt x="13494" y="17165"/>
                  </a:lnTo>
                  <a:lnTo>
                    <a:pt x="13770" y="17303"/>
                  </a:lnTo>
                  <a:lnTo>
                    <a:pt x="13770" y="18542"/>
                  </a:lnTo>
                  <a:lnTo>
                    <a:pt x="13816" y="18772"/>
                  </a:lnTo>
                  <a:lnTo>
                    <a:pt x="13953" y="18909"/>
                  </a:lnTo>
                  <a:lnTo>
                    <a:pt x="14137" y="19047"/>
                  </a:lnTo>
                  <a:lnTo>
                    <a:pt x="14366" y="19093"/>
                  </a:lnTo>
                  <a:lnTo>
                    <a:pt x="14550" y="19047"/>
                  </a:lnTo>
                  <a:lnTo>
                    <a:pt x="14734" y="18909"/>
                  </a:lnTo>
                  <a:lnTo>
                    <a:pt x="14871" y="18772"/>
                  </a:lnTo>
                  <a:lnTo>
                    <a:pt x="14917" y="18542"/>
                  </a:lnTo>
                  <a:lnTo>
                    <a:pt x="14917" y="17303"/>
                  </a:lnTo>
                  <a:lnTo>
                    <a:pt x="15192" y="17165"/>
                  </a:lnTo>
                  <a:lnTo>
                    <a:pt x="15468" y="17028"/>
                  </a:lnTo>
                  <a:lnTo>
                    <a:pt x="15743" y="16844"/>
                  </a:lnTo>
                  <a:lnTo>
                    <a:pt x="15927" y="16569"/>
                  </a:lnTo>
                  <a:lnTo>
                    <a:pt x="16110" y="16339"/>
                  </a:lnTo>
                  <a:lnTo>
                    <a:pt x="16248" y="16018"/>
                  </a:lnTo>
                  <a:lnTo>
                    <a:pt x="16294" y="15697"/>
                  </a:lnTo>
                  <a:lnTo>
                    <a:pt x="16340" y="15375"/>
                  </a:lnTo>
                  <a:lnTo>
                    <a:pt x="16340" y="10051"/>
                  </a:lnTo>
                  <a:lnTo>
                    <a:pt x="16523" y="9960"/>
                  </a:lnTo>
                  <a:lnTo>
                    <a:pt x="16661" y="9868"/>
                  </a:lnTo>
                  <a:lnTo>
                    <a:pt x="16845" y="9730"/>
                  </a:lnTo>
                  <a:lnTo>
                    <a:pt x="16937" y="9547"/>
                  </a:lnTo>
                  <a:lnTo>
                    <a:pt x="17028" y="9409"/>
                  </a:lnTo>
                  <a:lnTo>
                    <a:pt x="17120" y="9225"/>
                  </a:lnTo>
                  <a:lnTo>
                    <a:pt x="17166" y="8996"/>
                  </a:lnTo>
                  <a:lnTo>
                    <a:pt x="17166" y="8812"/>
                  </a:lnTo>
                  <a:lnTo>
                    <a:pt x="17166" y="5003"/>
                  </a:lnTo>
                  <a:lnTo>
                    <a:pt x="17166" y="4636"/>
                  </a:lnTo>
                  <a:lnTo>
                    <a:pt x="17028" y="4314"/>
                  </a:lnTo>
                  <a:lnTo>
                    <a:pt x="16891" y="3993"/>
                  </a:lnTo>
                  <a:lnTo>
                    <a:pt x="16661" y="3764"/>
                  </a:lnTo>
                  <a:lnTo>
                    <a:pt x="16386" y="3534"/>
                  </a:lnTo>
                  <a:lnTo>
                    <a:pt x="16065" y="3351"/>
                  </a:lnTo>
                  <a:lnTo>
                    <a:pt x="15743" y="3259"/>
                  </a:lnTo>
                  <a:lnTo>
                    <a:pt x="15376" y="3213"/>
                  </a:lnTo>
                  <a:lnTo>
                    <a:pt x="14871" y="3213"/>
                  </a:lnTo>
                  <a:lnTo>
                    <a:pt x="14871" y="1744"/>
                  </a:lnTo>
                  <a:lnTo>
                    <a:pt x="14871" y="1377"/>
                  </a:lnTo>
                  <a:lnTo>
                    <a:pt x="14734" y="1056"/>
                  </a:lnTo>
                  <a:lnTo>
                    <a:pt x="14596" y="780"/>
                  </a:lnTo>
                  <a:lnTo>
                    <a:pt x="14366" y="505"/>
                  </a:lnTo>
                  <a:lnTo>
                    <a:pt x="14137" y="322"/>
                  </a:lnTo>
                  <a:lnTo>
                    <a:pt x="13861" y="138"/>
                  </a:lnTo>
                  <a:lnTo>
                    <a:pt x="13540" y="46"/>
                  </a:lnTo>
                  <a:lnTo>
                    <a:pt x="13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sp>
        <p:nvSpPr>
          <p:cNvPr id="1032" name="Google Shape;1032;p62"/>
          <p:cNvSpPr txBox="1"/>
          <p:nvPr>
            <p:ph idx="1" type="body"/>
          </p:nvPr>
        </p:nvSpPr>
        <p:spPr>
          <a:xfrm>
            <a:off x="720000" y="1215750"/>
            <a:ext cx="77040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sz="1800">
                <a:solidFill>
                  <a:schemeClr val="dk1"/>
                </a:solidFill>
                <a:latin typeface="Public Sans"/>
                <a:ea typeface="Public Sans"/>
                <a:cs typeface="Public Sans"/>
                <a:sym typeface="Public Sans"/>
              </a:rPr>
              <a:t>Vectors</a:t>
            </a:r>
            <a:endParaRPr sz="1800">
              <a:solidFill>
                <a:schemeClr val="dk1"/>
              </a:solidFill>
              <a:latin typeface="Public Sans"/>
              <a:ea typeface="Public Sans"/>
              <a:cs typeface="Public Sans"/>
              <a:sym typeface="Public Sans"/>
            </a:endParaRPr>
          </a:p>
          <a:p>
            <a:pPr indent="-279400" lvl="0" marL="457200" rtl="0" algn="l">
              <a:spcBef>
                <a:spcPts val="0"/>
              </a:spcBef>
              <a:spcAft>
                <a:spcPts val="0"/>
              </a:spcAft>
              <a:buSzPts val="800"/>
              <a:buChar char="●"/>
            </a:pPr>
            <a:r>
              <a:rPr lang="en" u="sng">
                <a:hlinkClick r:id="rId3"/>
              </a:rPr>
              <a:t>Abstract wavy background</a:t>
            </a:r>
            <a:endParaRPr/>
          </a:p>
        </p:txBody>
      </p:sp>
      <p:sp>
        <p:nvSpPr>
          <p:cNvPr id="1033" name="Google Shape;1033;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1034" name="Google Shape;1034;p62"/>
          <p:cNvPicPr preferRelativeResize="0"/>
          <p:nvPr/>
        </p:nvPicPr>
        <p:blipFill>
          <a:blip r:embed="rId4">
            <a:alphaModFix/>
          </a:blip>
          <a:stretch>
            <a:fillRect/>
          </a:stretch>
        </p:blipFill>
        <p:spPr>
          <a:xfrm flipH="1">
            <a:off x="5622819" y="3195413"/>
            <a:ext cx="2505430" cy="425375"/>
          </a:xfrm>
          <a:prstGeom prst="rect">
            <a:avLst/>
          </a:prstGeom>
          <a:noFill/>
          <a:ln>
            <a:noFill/>
          </a:ln>
        </p:spPr>
      </p:pic>
      <p:pic>
        <p:nvPicPr>
          <p:cNvPr id="1035" name="Google Shape;1035;p62"/>
          <p:cNvPicPr preferRelativeResize="0"/>
          <p:nvPr/>
        </p:nvPicPr>
        <p:blipFill>
          <a:blip r:embed="rId5">
            <a:alphaModFix/>
          </a:blip>
          <a:stretch>
            <a:fillRect/>
          </a:stretch>
        </p:blipFill>
        <p:spPr>
          <a:xfrm flipH="1">
            <a:off x="5536425" y="2416412"/>
            <a:ext cx="2591824" cy="630830"/>
          </a:xfrm>
          <a:prstGeom prst="rect">
            <a:avLst/>
          </a:prstGeom>
          <a:noFill/>
          <a:ln>
            <a:noFill/>
          </a:ln>
        </p:spPr>
      </p:pic>
      <p:pic>
        <p:nvPicPr>
          <p:cNvPr id="1036" name="Google Shape;1036;p62"/>
          <p:cNvPicPr preferRelativeResize="0"/>
          <p:nvPr/>
        </p:nvPicPr>
        <p:blipFill>
          <a:blip r:embed="rId6">
            <a:alphaModFix/>
          </a:blip>
          <a:stretch>
            <a:fillRect/>
          </a:stretch>
        </p:blipFill>
        <p:spPr>
          <a:xfrm flipH="1">
            <a:off x="5579612" y="3768938"/>
            <a:ext cx="2591824" cy="784402"/>
          </a:xfrm>
          <a:prstGeom prst="rect">
            <a:avLst/>
          </a:prstGeom>
          <a:noFill/>
          <a:ln>
            <a:noFill/>
          </a:ln>
        </p:spPr>
      </p:pic>
      <p:pic>
        <p:nvPicPr>
          <p:cNvPr id="1037" name="Google Shape;1037;p62"/>
          <p:cNvPicPr preferRelativeResize="0"/>
          <p:nvPr/>
        </p:nvPicPr>
        <p:blipFill>
          <a:blip r:embed="rId7">
            <a:alphaModFix/>
          </a:blip>
          <a:stretch>
            <a:fillRect/>
          </a:stretch>
        </p:blipFill>
        <p:spPr>
          <a:xfrm flipH="1">
            <a:off x="972575" y="3894179"/>
            <a:ext cx="2005113" cy="648881"/>
          </a:xfrm>
          <a:prstGeom prst="rect">
            <a:avLst/>
          </a:prstGeom>
          <a:noFill/>
          <a:ln>
            <a:noFill/>
          </a:ln>
        </p:spPr>
      </p:pic>
      <p:pic>
        <p:nvPicPr>
          <p:cNvPr id="1038" name="Google Shape;1038;p62"/>
          <p:cNvPicPr preferRelativeResize="0"/>
          <p:nvPr/>
        </p:nvPicPr>
        <p:blipFill>
          <a:blip r:embed="rId8">
            <a:alphaModFix/>
          </a:blip>
          <a:stretch>
            <a:fillRect/>
          </a:stretch>
        </p:blipFill>
        <p:spPr>
          <a:xfrm flipH="1">
            <a:off x="3254504" y="3883888"/>
            <a:ext cx="2005114" cy="669462"/>
          </a:xfrm>
          <a:prstGeom prst="rect">
            <a:avLst/>
          </a:prstGeom>
          <a:noFill/>
          <a:ln>
            <a:noFill/>
          </a:ln>
        </p:spPr>
      </p:pic>
      <p:pic>
        <p:nvPicPr>
          <p:cNvPr id="1039" name="Google Shape;1039;p62"/>
          <p:cNvPicPr preferRelativeResize="0"/>
          <p:nvPr/>
        </p:nvPicPr>
        <p:blipFill>
          <a:blip r:embed="rId9">
            <a:alphaModFix/>
          </a:blip>
          <a:stretch>
            <a:fillRect/>
          </a:stretch>
        </p:blipFill>
        <p:spPr>
          <a:xfrm flipH="1">
            <a:off x="3254504" y="3286353"/>
            <a:ext cx="2005114" cy="371381"/>
          </a:xfrm>
          <a:prstGeom prst="rect">
            <a:avLst/>
          </a:prstGeom>
          <a:noFill/>
          <a:ln>
            <a:noFill/>
          </a:ln>
        </p:spPr>
      </p:pic>
      <p:pic>
        <p:nvPicPr>
          <p:cNvPr id="1040" name="Google Shape;1040;p62"/>
          <p:cNvPicPr preferRelativeResize="0"/>
          <p:nvPr/>
        </p:nvPicPr>
        <p:blipFill>
          <a:blip r:embed="rId10">
            <a:alphaModFix/>
          </a:blip>
          <a:stretch>
            <a:fillRect/>
          </a:stretch>
        </p:blipFill>
        <p:spPr>
          <a:xfrm flipH="1">
            <a:off x="972575" y="3223458"/>
            <a:ext cx="2005113" cy="497170"/>
          </a:xfrm>
          <a:prstGeom prst="rect">
            <a:avLst/>
          </a:prstGeom>
          <a:noFill/>
          <a:ln>
            <a:noFill/>
          </a:ln>
        </p:spPr>
      </p:pic>
      <p:pic>
        <p:nvPicPr>
          <p:cNvPr id="1041" name="Google Shape;1041;p62"/>
          <p:cNvPicPr preferRelativeResize="0"/>
          <p:nvPr/>
        </p:nvPicPr>
        <p:blipFill>
          <a:blip r:embed="rId11">
            <a:alphaModFix/>
          </a:blip>
          <a:stretch>
            <a:fillRect/>
          </a:stretch>
        </p:blipFill>
        <p:spPr>
          <a:xfrm flipH="1">
            <a:off x="972575" y="2474171"/>
            <a:ext cx="2005113" cy="599529"/>
          </a:xfrm>
          <a:prstGeom prst="rect">
            <a:avLst/>
          </a:prstGeom>
          <a:noFill/>
          <a:ln>
            <a:noFill/>
          </a:ln>
        </p:spPr>
      </p:pic>
      <p:pic>
        <p:nvPicPr>
          <p:cNvPr id="1042" name="Google Shape;1042;p62"/>
          <p:cNvPicPr preferRelativeResize="0"/>
          <p:nvPr/>
        </p:nvPicPr>
        <p:blipFill>
          <a:blip r:embed="rId12">
            <a:alphaModFix/>
          </a:blip>
          <a:stretch>
            <a:fillRect/>
          </a:stretch>
        </p:blipFill>
        <p:spPr>
          <a:xfrm flipH="1">
            <a:off x="3254504" y="2416400"/>
            <a:ext cx="2005114" cy="715071"/>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6" name="Shape 1046"/>
        <p:cNvGrpSpPr/>
        <p:nvPr/>
      </p:nvGrpSpPr>
      <p:grpSpPr>
        <a:xfrm>
          <a:off x="0" y="0"/>
          <a:ext cx="0" cy="0"/>
          <a:chOff x="0" y="0"/>
          <a:chExt cx="0" cy="0"/>
        </a:xfrm>
      </p:grpSpPr>
      <p:sp>
        <p:nvSpPr>
          <p:cNvPr id="1047" name="Google Shape;1047;p63"/>
          <p:cNvSpPr txBox="1"/>
          <p:nvPr>
            <p:ph idx="1" type="body"/>
          </p:nvPr>
        </p:nvSpPr>
        <p:spPr>
          <a:xfrm>
            <a:off x="720000" y="1215750"/>
            <a:ext cx="7704000" cy="33927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sz="1800">
                <a:solidFill>
                  <a:schemeClr val="dk1"/>
                </a:solidFill>
                <a:latin typeface="Public Sans"/>
                <a:ea typeface="Public Sans"/>
                <a:cs typeface="Public Sans"/>
                <a:sym typeface="Public Sans"/>
              </a:rPr>
              <a:t>Vectors</a:t>
            </a:r>
            <a:endParaRPr sz="1800">
              <a:solidFill>
                <a:schemeClr val="dk1"/>
              </a:solidFill>
              <a:latin typeface="Public Sans"/>
              <a:ea typeface="Public Sans"/>
              <a:cs typeface="Public Sans"/>
              <a:sym typeface="Public Sans"/>
            </a:endParaRPr>
          </a:p>
          <a:p>
            <a:pPr indent="-279400" lvl="0" marL="457200" rtl="0" algn="l">
              <a:spcBef>
                <a:spcPts val="300"/>
              </a:spcBef>
              <a:spcAft>
                <a:spcPts val="0"/>
              </a:spcAft>
              <a:buSzPts val="800"/>
              <a:buChar char="●"/>
            </a:pPr>
            <a:r>
              <a:rPr lang="en" u="sng">
                <a:hlinkClick r:id="rId3"/>
              </a:rPr>
              <a:t>Corporate business landing page</a:t>
            </a:r>
            <a:endParaRPr/>
          </a:p>
          <a:p>
            <a:pPr indent="0" lvl="0" marL="0" rtl="0" algn="l">
              <a:spcBef>
                <a:spcPts val="1000"/>
              </a:spcBef>
              <a:spcAft>
                <a:spcPts val="0"/>
              </a:spcAft>
              <a:buNone/>
            </a:pPr>
            <a:r>
              <a:rPr lang="en" sz="1800">
                <a:solidFill>
                  <a:schemeClr val="dk1"/>
                </a:solidFill>
                <a:latin typeface="Public Sans"/>
                <a:ea typeface="Public Sans"/>
                <a:cs typeface="Public Sans"/>
                <a:sym typeface="Public Sans"/>
              </a:rPr>
              <a:t>Photos</a:t>
            </a:r>
            <a:endParaRPr sz="1800">
              <a:solidFill>
                <a:schemeClr val="dk1"/>
              </a:solidFill>
              <a:latin typeface="Public Sans"/>
              <a:ea typeface="Public Sans"/>
              <a:cs typeface="Public Sans"/>
              <a:sym typeface="Public Sans"/>
            </a:endParaRPr>
          </a:p>
          <a:p>
            <a:pPr indent="-279400" lvl="0" marL="457200" rtl="0" algn="l">
              <a:spcBef>
                <a:spcPts val="300"/>
              </a:spcBef>
              <a:spcAft>
                <a:spcPts val="0"/>
              </a:spcAft>
              <a:buSzPts val="800"/>
              <a:buChar char="●"/>
            </a:pPr>
            <a:r>
              <a:rPr lang="en" u="sng">
                <a:hlinkClick r:id="rId4"/>
              </a:rPr>
              <a:t>Pollution concept of factory emissions</a:t>
            </a:r>
            <a:endParaRPr/>
          </a:p>
          <a:p>
            <a:pPr indent="-279400" lvl="0" marL="457200" rtl="0" algn="l">
              <a:spcBef>
                <a:spcPts val="0"/>
              </a:spcBef>
              <a:spcAft>
                <a:spcPts val="0"/>
              </a:spcAft>
              <a:buSzPts val="800"/>
              <a:buChar char="●"/>
            </a:pPr>
            <a:r>
              <a:rPr lang="en" u="sng">
                <a:hlinkClick r:id="rId5"/>
              </a:rPr>
              <a:t>People wearing masks at protest</a:t>
            </a:r>
            <a:endParaRPr/>
          </a:p>
          <a:p>
            <a:pPr indent="0" lvl="0" marL="0" rtl="0" algn="l">
              <a:spcBef>
                <a:spcPts val="300"/>
              </a:spcBef>
              <a:spcAft>
                <a:spcPts val="0"/>
              </a:spcAft>
              <a:buNone/>
            </a:pPr>
            <a:r>
              <a:rPr lang="en" sz="1800">
                <a:solidFill>
                  <a:schemeClr val="dk1"/>
                </a:solidFill>
                <a:latin typeface="Public Sans"/>
                <a:ea typeface="Public Sans"/>
                <a:cs typeface="Public Sans"/>
                <a:sym typeface="Public Sans"/>
              </a:rPr>
              <a:t>Icons</a:t>
            </a:r>
            <a:endParaRPr sz="1800">
              <a:solidFill>
                <a:schemeClr val="dk1"/>
              </a:solidFill>
              <a:latin typeface="Public Sans"/>
              <a:ea typeface="Public Sans"/>
              <a:cs typeface="Public Sans"/>
              <a:sym typeface="Public Sans"/>
            </a:endParaRPr>
          </a:p>
          <a:p>
            <a:pPr indent="-279400" lvl="0" marL="457200" rtl="0" algn="l">
              <a:spcBef>
                <a:spcPts val="300"/>
              </a:spcBef>
              <a:spcAft>
                <a:spcPts val="0"/>
              </a:spcAft>
              <a:buSzPts val="800"/>
              <a:buChar char="●"/>
            </a:pPr>
            <a:r>
              <a:rPr lang="en" u="sng">
                <a:hlinkClick r:id="rId6"/>
              </a:rPr>
              <a:t>Icon Pack: Ecology | Lineal</a:t>
            </a:r>
            <a:endParaRPr/>
          </a:p>
        </p:txBody>
      </p:sp>
      <p:sp>
        <p:nvSpPr>
          <p:cNvPr id="1048" name="Google Shape;1048;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2" name="Shape 1052"/>
        <p:cNvGrpSpPr/>
        <p:nvPr/>
      </p:nvGrpSpPr>
      <p:grpSpPr>
        <a:xfrm>
          <a:off x="0" y="0"/>
          <a:ext cx="0" cy="0"/>
          <a:chOff x="0" y="0"/>
          <a:chExt cx="0" cy="0"/>
        </a:xfrm>
      </p:grpSpPr>
      <p:sp>
        <p:nvSpPr>
          <p:cNvPr id="1053" name="Google Shape;1053;p6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54" name="Google Shape;1054;p64"/>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8" name="Shape 1058"/>
        <p:cNvGrpSpPr/>
        <p:nvPr/>
      </p:nvGrpSpPr>
      <p:grpSpPr>
        <a:xfrm>
          <a:off x="0" y="0"/>
          <a:ext cx="0" cy="0"/>
          <a:chOff x="0" y="0"/>
          <a:chExt cx="0" cy="0"/>
        </a:xfrm>
      </p:grpSpPr>
      <p:sp>
        <p:nvSpPr>
          <p:cNvPr id="1059" name="Google Shape;1059;p65"/>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60" name="Google Shape;1060;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4" name="Shape 1064"/>
        <p:cNvGrpSpPr/>
        <p:nvPr/>
      </p:nvGrpSpPr>
      <p:grpSpPr>
        <a:xfrm>
          <a:off x="0" y="0"/>
          <a:ext cx="0" cy="0"/>
          <a:chOff x="0" y="0"/>
          <a:chExt cx="0" cy="0"/>
        </a:xfrm>
      </p:grpSpPr>
      <p:sp>
        <p:nvSpPr>
          <p:cNvPr id="1065" name="Google Shape;1065;p66"/>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Public Sans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https://fonts.google.com/specimen/Public+Sans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Commissioner</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https://fonts.google.com/specimen/Commissioner</a:t>
            </a:r>
            <a:r>
              <a:rPr lang="en">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1066" name="Google Shape;1066;p66"/>
          <p:cNvSpPr/>
          <p:nvPr/>
        </p:nvSpPr>
        <p:spPr>
          <a:xfrm>
            <a:off x="1521738" y="2988225"/>
            <a:ext cx="791400" cy="754200"/>
          </a:xfrm>
          <a:prstGeom prst="roundRect">
            <a:avLst>
              <a:gd fmla="val 16667" name="adj"/>
            </a:avLst>
          </a:prstGeom>
          <a:solidFill>
            <a:srgbClr val="134E2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6"/>
          <p:cNvSpPr/>
          <p:nvPr/>
        </p:nvSpPr>
        <p:spPr>
          <a:xfrm>
            <a:off x="2583557" y="2988225"/>
            <a:ext cx="791400" cy="754200"/>
          </a:xfrm>
          <a:prstGeom prst="roundRect">
            <a:avLst>
              <a:gd fmla="val 16667" name="adj"/>
            </a:avLst>
          </a:prstGeom>
          <a:solidFill>
            <a:srgbClr val="2E2E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6"/>
          <p:cNvSpPr/>
          <p:nvPr/>
        </p:nvSpPr>
        <p:spPr>
          <a:xfrm>
            <a:off x="3645377" y="29882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6"/>
          <p:cNvSpPr txBox="1"/>
          <p:nvPr/>
        </p:nvSpPr>
        <p:spPr>
          <a:xfrm>
            <a:off x="15217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#134e2d</a:t>
            </a:r>
            <a:endParaRPr sz="1000">
              <a:solidFill>
                <a:srgbClr val="FFFFFF"/>
              </a:solidFill>
            </a:endParaRPr>
          </a:p>
        </p:txBody>
      </p:sp>
      <p:sp>
        <p:nvSpPr>
          <p:cNvPr id="1070" name="Google Shape;1070;p66"/>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#2e2e2e</a:t>
            </a:r>
            <a:endParaRPr sz="1000">
              <a:solidFill>
                <a:srgbClr val="FFFFFF"/>
              </a:solidFill>
            </a:endParaRPr>
          </a:p>
        </p:txBody>
      </p:sp>
      <p:sp>
        <p:nvSpPr>
          <p:cNvPr id="1071" name="Google Shape;1071;p66"/>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072" name="Google Shape;1072;p66"/>
          <p:cNvSpPr/>
          <p:nvPr/>
        </p:nvSpPr>
        <p:spPr>
          <a:xfrm>
            <a:off x="4707213" y="2988225"/>
            <a:ext cx="791400" cy="754200"/>
          </a:xfrm>
          <a:prstGeom prst="roundRect">
            <a:avLst>
              <a:gd fmla="val 16667" name="adj"/>
            </a:avLst>
          </a:prstGeom>
          <a:solidFill>
            <a:srgbClr val="07902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6"/>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#07902a</a:t>
            </a:r>
            <a:endParaRPr sz="1000">
              <a:solidFill>
                <a:srgbClr val="FFFFFF"/>
              </a:solidFill>
            </a:endParaRPr>
          </a:p>
        </p:txBody>
      </p:sp>
      <p:sp>
        <p:nvSpPr>
          <p:cNvPr id="1074" name="Google Shape;1074;p66"/>
          <p:cNvSpPr/>
          <p:nvPr/>
        </p:nvSpPr>
        <p:spPr>
          <a:xfrm>
            <a:off x="6830863" y="2988225"/>
            <a:ext cx="791400" cy="754200"/>
          </a:xfrm>
          <a:prstGeom prst="roundRect">
            <a:avLst>
              <a:gd fmla="val 16667" name="adj"/>
            </a:avLst>
          </a:prstGeom>
          <a:solidFill>
            <a:srgbClr val="23B7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6"/>
          <p:cNvSpPr txBox="1"/>
          <p:nvPr/>
        </p:nvSpPr>
        <p:spPr>
          <a:xfrm>
            <a:off x="68308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#23b759</a:t>
            </a:r>
            <a:endParaRPr sz="1000">
              <a:solidFill>
                <a:srgbClr val="FFFFFF"/>
              </a:solidFill>
            </a:endParaRPr>
          </a:p>
        </p:txBody>
      </p:sp>
      <p:sp>
        <p:nvSpPr>
          <p:cNvPr id="1076" name="Google Shape;1076;p66"/>
          <p:cNvSpPr/>
          <p:nvPr/>
        </p:nvSpPr>
        <p:spPr>
          <a:xfrm>
            <a:off x="5769038" y="2988225"/>
            <a:ext cx="791400" cy="754200"/>
          </a:xfrm>
          <a:prstGeom prst="roundRect">
            <a:avLst>
              <a:gd fmla="val 16667" name="adj"/>
            </a:avLst>
          </a:prstGeom>
          <a:solidFill>
            <a:srgbClr val="7EB7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6"/>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#7eb730</a:t>
            </a:r>
            <a:endParaRPr sz="1000">
              <a:solidFill>
                <a:srgbClr val="FFFFFF"/>
              </a:solidFill>
            </a:endParaRPr>
          </a:p>
        </p:txBody>
      </p:sp>
      <p:sp>
        <p:nvSpPr>
          <p:cNvPr id="1078" name="Google Shape;1078;p6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2" name="Shape 1082"/>
        <p:cNvGrpSpPr/>
        <p:nvPr/>
      </p:nvGrpSpPr>
      <p:grpSpPr>
        <a:xfrm>
          <a:off x="0" y="0"/>
          <a:ext cx="0" cy="0"/>
          <a:chOff x="0" y="0"/>
          <a:chExt cx="0" cy="0"/>
        </a:xfrm>
      </p:grpSpPr>
      <p:sp>
        <p:nvSpPr>
          <p:cNvPr id="1083" name="Google Shape;1083;p67"/>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84" name="Google Shape;1084;p6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85" name="Google Shape;1085;p67"/>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086" name="Google Shape;1086;p6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87" name="Google Shape;1087;p6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88" name="Google Shape;1088;p6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89" name="Google Shape;1089;p6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90" name="Google Shape;1090;p6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91" name="Google Shape;1091;p67"/>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092" name="Google Shape;1092;p67"/>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093" name="Google Shape;1093;p6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94" name="Google Shape;1094;p6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8" name="Shape 1098"/>
        <p:cNvGrpSpPr/>
        <p:nvPr/>
      </p:nvGrpSpPr>
      <p:grpSpPr>
        <a:xfrm>
          <a:off x="0" y="0"/>
          <a:ext cx="0" cy="0"/>
          <a:chOff x="0" y="0"/>
          <a:chExt cx="0" cy="0"/>
        </a:xfrm>
      </p:grpSpPr>
      <p:sp>
        <p:nvSpPr>
          <p:cNvPr id="1099" name="Google Shape;1099;p68"/>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100" name="Google Shape;1100;p68"/>
          <p:cNvGrpSpPr/>
          <p:nvPr/>
        </p:nvGrpSpPr>
        <p:grpSpPr>
          <a:xfrm>
            <a:off x="5117640" y="3085736"/>
            <a:ext cx="474294" cy="551291"/>
            <a:chOff x="4727025" y="1332775"/>
            <a:chExt cx="59900" cy="69625"/>
          </a:xfrm>
        </p:grpSpPr>
        <p:sp>
          <p:nvSpPr>
            <p:cNvPr id="1101" name="Google Shape;1101;p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68"/>
          <p:cNvGrpSpPr/>
          <p:nvPr/>
        </p:nvGrpSpPr>
        <p:grpSpPr>
          <a:xfrm>
            <a:off x="5731296" y="2314340"/>
            <a:ext cx="555653" cy="557031"/>
            <a:chOff x="4820425" y="1329900"/>
            <a:chExt cx="70175" cy="70350"/>
          </a:xfrm>
        </p:grpSpPr>
        <p:sp>
          <p:nvSpPr>
            <p:cNvPr id="1104" name="Google Shape;1104;p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68"/>
          <p:cNvGrpSpPr/>
          <p:nvPr/>
        </p:nvGrpSpPr>
        <p:grpSpPr>
          <a:xfrm>
            <a:off x="6357664" y="2318845"/>
            <a:ext cx="582574" cy="533871"/>
            <a:chOff x="4903200" y="1331525"/>
            <a:chExt cx="73575" cy="67425"/>
          </a:xfrm>
        </p:grpSpPr>
        <p:sp>
          <p:nvSpPr>
            <p:cNvPr id="1109" name="Google Shape;1109;p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68"/>
          <p:cNvGrpSpPr/>
          <p:nvPr/>
        </p:nvGrpSpPr>
        <p:grpSpPr>
          <a:xfrm>
            <a:off x="5717142" y="3078709"/>
            <a:ext cx="583960" cy="565345"/>
            <a:chOff x="4815575" y="1416800"/>
            <a:chExt cx="73750" cy="71400"/>
          </a:xfrm>
        </p:grpSpPr>
        <p:sp>
          <p:nvSpPr>
            <p:cNvPr id="1112" name="Google Shape;1112;p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68"/>
          <p:cNvGrpSpPr/>
          <p:nvPr/>
        </p:nvGrpSpPr>
        <p:grpSpPr>
          <a:xfrm>
            <a:off x="6351924" y="3108896"/>
            <a:ext cx="589898" cy="504970"/>
            <a:chOff x="4902475" y="1418875"/>
            <a:chExt cx="74500" cy="63775"/>
          </a:xfrm>
        </p:grpSpPr>
        <p:sp>
          <p:nvSpPr>
            <p:cNvPr id="1116" name="Google Shape;1116;p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68"/>
          <p:cNvGrpSpPr/>
          <p:nvPr/>
        </p:nvGrpSpPr>
        <p:grpSpPr>
          <a:xfrm>
            <a:off x="5727139" y="3826000"/>
            <a:ext cx="563967" cy="567127"/>
            <a:chOff x="4818100" y="1507675"/>
            <a:chExt cx="71225" cy="71625"/>
          </a:xfrm>
        </p:grpSpPr>
        <p:sp>
          <p:nvSpPr>
            <p:cNvPr id="1119" name="Google Shape;1119;p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68"/>
          <p:cNvGrpSpPr/>
          <p:nvPr/>
        </p:nvGrpSpPr>
        <p:grpSpPr>
          <a:xfrm>
            <a:off x="5040636" y="3829461"/>
            <a:ext cx="628301" cy="588505"/>
            <a:chOff x="4721450" y="1509475"/>
            <a:chExt cx="79350" cy="74325"/>
          </a:xfrm>
        </p:grpSpPr>
        <p:sp>
          <p:nvSpPr>
            <p:cNvPr id="1124" name="Google Shape;1124;p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68"/>
          <p:cNvGrpSpPr/>
          <p:nvPr/>
        </p:nvGrpSpPr>
        <p:grpSpPr>
          <a:xfrm>
            <a:off x="6386170" y="3814027"/>
            <a:ext cx="557038" cy="562772"/>
            <a:chOff x="4906800" y="1507500"/>
            <a:chExt cx="70350" cy="71075"/>
          </a:xfrm>
        </p:grpSpPr>
        <p:sp>
          <p:nvSpPr>
            <p:cNvPr id="1129" name="Google Shape;1129;p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68"/>
          <p:cNvGrpSpPr/>
          <p:nvPr/>
        </p:nvGrpSpPr>
        <p:grpSpPr>
          <a:xfrm>
            <a:off x="4423778" y="2340963"/>
            <a:ext cx="517934" cy="517934"/>
            <a:chOff x="3736598" y="2170606"/>
            <a:chExt cx="404889" cy="404889"/>
          </a:xfrm>
        </p:grpSpPr>
        <p:sp>
          <p:nvSpPr>
            <p:cNvPr id="1135" name="Google Shape;1135;p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68"/>
          <p:cNvGrpSpPr/>
          <p:nvPr/>
        </p:nvGrpSpPr>
        <p:grpSpPr>
          <a:xfrm>
            <a:off x="3690839" y="2341061"/>
            <a:ext cx="586986" cy="517740"/>
            <a:chOff x="3161917" y="2170682"/>
            <a:chExt cx="458870" cy="404737"/>
          </a:xfrm>
        </p:grpSpPr>
        <p:sp>
          <p:nvSpPr>
            <p:cNvPr id="1140" name="Google Shape;1140;p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68"/>
          <p:cNvGrpSpPr/>
          <p:nvPr/>
        </p:nvGrpSpPr>
        <p:grpSpPr>
          <a:xfrm>
            <a:off x="3713860" y="3102400"/>
            <a:ext cx="540943" cy="517963"/>
            <a:chOff x="3179914" y="2889488"/>
            <a:chExt cx="422876" cy="404911"/>
          </a:xfrm>
        </p:grpSpPr>
        <p:sp>
          <p:nvSpPr>
            <p:cNvPr id="1144" name="Google Shape;1144;p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68"/>
          <p:cNvGrpSpPr/>
          <p:nvPr/>
        </p:nvGrpSpPr>
        <p:grpSpPr>
          <a:xfrm>
            <a:off x="4414654" y="3102358"/>
            <a:ext cx="536180" cy="518047"/>
            <a:chOff x="3729467" y="2889422"/>
            <a:chExt cx="419153" cy="404977"/>
          </a:xfrm>
        </p:grpSpPr>
        <p:sp>
          <p:nvSpPr>
            <p:cNvPr id="1151" name="Google Shape;1151;p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68"/>
          <p:cNvGrpSpPr/>
          <p:nvPr/>
        </p:nvGrpSpPr>
        <p:grpSpPr>
          <a:xfrm>
            <a:off x="1951688" y="3445787"/>
            <a:ext cx="965351" cy="134611"/>
            <a:chOff x="4411970" y="2962952"/>
            <a:chExt cx="706544" cy="104212"/>
          </a:xfrm>
        </p:grpSpPr>
        <p:sp>
          <p:nvSpPr>
            <p:cNvPr id="1159" name="Google Shape;1159;p6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68"/>
          <p:cNvGrpSpPr/>
          <p:nvPr/>
        </p:nvGrpSpPr>
        <p:grpSpPr>
          <a:xfrm>
            <a:off x="1951688" y="3041077"/>
            <a:ext cx="960158" cy="289172"/>
            <a:chOff x="4411970" y="2726085"/>
            <a:chExt cx="643107" cy="193659"/>
          </a:xfrm>
        </p:grpSpPr>
        <p:sp>
          <p:nvSpPr>
            <p:cNvPr id="1164" name="Google Shape;1164;p6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68"/>
          <p:cNvGrpSpPr/>
          <p:nvPr/>
        </p:nvGrpSpPr>
        <p:grpSpPr>
          <a:xfrm>
            <a:off x="960185" y="3295400"/>
            <a:ext cx="811503" cy="252584"/>
            <a:chOff x="4411970" y="4340222"/>
            <a:chExt cx="779467" cy="242683"/>
          </a:xfrm>
        </p:grpSpPr>
        <p:sp>
          <p:nvSpPr>
            <p:cNvPr id="1168" name="Google Shape;1168;p6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68"/>
          <p:cNvGrpSpPr/>
          <p:nvPr/>
        </p:nvGrpSpPr>
        <p:grpSpPr>
          <a:xfrm>
            <a:off x="1951688" y="2709308"/>
            <a:ext cx="965160" cy="216230"/>
            <a:chOff x="4411970" y="2468674"/>
            <a:chExt cx="747317" cy="167425"/>
          </a:xfrm>
        </p:grpSpPr>
        <p:sp>
          <p:nvSpPr>
            <p:cNvPr id="1172" name="Google Shape;1172;p6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 name="Google Shape;1174;p68"/>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 name="Google Shape;1175;p68"/>
          <p:cNvGrpSpPr/>
          <p:nvPr/>
        </p:nvGrpSpPr>
        <p:grpSpPr>
          <a:xfrm>
            <a:off x="959254" y="2334687"/>
            <a:ext cx="1959041" cy="208784"/>
            <a:chOff x="6336019" y="3733725"/>
            <a:chExt cx="2566206" cy="351310"/>
          </a:xfrm>
        </p:grpSpPr>
        <p:sp>
          <p:nvSpPr>
            <p:cNvPr id="1176" name="Google Shape;1176;p6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68"/>
          <p:cNvGrpSpPr/>
          <p:nvPr/>
        </p:nvGrpSpPr>
        <p:grpSpPr>
          <a:xfrm>
            <a:off x="1951688" y="3950602"/>
            <a:ext cx="946551" cy="153200"/>
            <a:chOff x="4404545" y="3301592"/>
            <a:chExt cx="782403" cy="129272"/>
          </a:xfrm>
        </p:grpSpPr>
        <p:sp>
          <p:nvSpPr>
            <p:cNvPr id="1181" name="Google Shape;1181;p6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68"/>
          <p:cNvGrpSpPr/>
          <p:nvPr/>
        </p:nvGrpSpPr>
        <p:grpSpPr>
          <a:xfrm>
            <a:off x="1951688" y="3695937"/>
            <a:ext cx="962257" cy="139127"/>
            <a:chOff x="4411970" y="3131459"/>
            <a:chExt cx="710520" cy="117397"/>
          </a:xfrm>
        </p:grpSpPr>
        <p:sp>
          <p:nvSpPr>
            <p:cNvPr id="1184" name="Google Shape;1184;p6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86" name="Google Shape;1186;p68"/>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 name="Google Shape;1187;p68"/>
          <p:cNvGrpSpPr/>
          <p:nvPr/>
        </p:nvGrpSpPr>
        <p:grpSpPr>
          <a:xfrm>
            <a:off x="951833" y="3621603"/>
            <a:ext cx="823838" cy="458988"/>
            <a:chOff x="4411970" y="1801825"/>
            <a:chExt cx="734586" cy="409262"/>
          </a:xfrm>
        </p:grpSpPr>
        <p:sp>
          <p:nvSpPr>
            <p:cNvPr id="1188" name="Google Shape;1188;p6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68"/>
          <p:cNvGrpSpPr/>
          <p:nvPr/>
        </p:nvGrpSpPr>
        <p:grpSpPr>
          <a:xfrm>
            <a:off x="3056804" y="2339173"/>
            <a:ext cx="521514" cy="521514"/>
            <a:chOff x="5681300" y="2527788"/>
            <a:chExt cx="805800" cy="805800"/>
          </a:xfrm>
        </p:grpSpPr>
        <p:sp>
          <p:nvSpPr>
            <p:cNvPr id="1191" name="Google Shape;1191;p6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68"/>
          <p:cNvGrpSpPr/>
          <p:nvPr/>
        </p:nvGrpSpPr>
        <p:grpSpPr>
          <a:xfrm>
            <a:off x="3051044" y="3094865"/>
            <a:ext cx="533033" cy="533033"/>
            <a:chOff x="4049800" y="640400"/>
            <a:chExt cx="858900" cy="858900"/>
          </a:xfrm>
        </p:grpSpPr>
        <p:sp>
          <p:nvSpPr>
            <p:cNvPr id="1194" name="Google Shape;1194;p6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68"/>
          <p:cNvGrpSpPr/>
          <p:nvPr/>
        </p:nvGrpSpPr>
        <p:grpSpPr>
          <a:xfrm>
            <a:off x="2976527" y="3772543"/>
            <a:ext cx="682068" cy="682068"/>
            <a:chOff x="5080188" y="927900"/>
            <a:chExt cx="961200" cy="961200"/>
          </a:xfrm>
        </p:grpSpPr>
        <p:sp>
          <p:nvSpPr>
            <p:cNvPr id="1197" name="Google Shape;1197;p6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68"/>
          <p:cNvGrpSpPr/>
          <p:nvPr/>
        </p:nvGrpSpPr>
        <p:grpSpPr>
          <a:xfrm>
            <a:off x="4440026" y="3869234"/>
            <a:ext cx="505650" cy="504006"/>
            <a:chOff x="6039282" y="1042577"/>
            <a:chExt cx="734315" cy="731929"/>
          </a:xfrm>
        </p:grpSpPr>
        <p:sp>
          <p:nvSpPr>
            <p:cNvPr id="1206" name="Google Shape;1206;p6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68"/>
          <p:cNvGrpSpPr/>
          <p:nvPr/>
        </p:nvGrpSpPr>
        <p:grpSpPr>
          <a:xfrm>
            <a:off x="5052628" y="2298862"/>
            <a:ext cx="567744" cy="602136"/>
            <a:chOff x="1825800" y="1651625"/>
            <a:chExt cx="539989" cy="571775"/>
          </a:xfrm>
        </p:grpSpPr>
        <p:sp>
          <p:nvSpPr>
            <p:cNvPr id="1228" name="Google Shape;1228;p6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68"/>
          <p:cNvGrpSpPr/>
          <p:nvPr/>
        </p:nvGrpSpPr>
        <p:grpSpPr>
          <a:xfrm>
            <a:off x="3727557" y="3855579"/>
            <a:ext cx="508123" cy="507955"/>
            <a:chOff x="1897577" y="2802432"/>
            <a:chExt cx="492176" cy="492014"/>
          </a:xfrm>
        </p:grpSpPr>
        <p:sp>
          <p:nvSpPr>
            <p:cNvPr id="1233" name="Google Shape;1233;p6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68"/>
          <p:cNvGrpSpPr/>
          <p:nvPr/>
        </p:nvGrpSpPr>
        <p:grpSpPr>
          <a:xfrm>
            <a:off x="959087" y="4169123"/>
            <a:ext cx="809227" cy="200842"/>
            <a:chOff x="2013045" y="4813233"/>
            <a:chExt cx="921986" cy="228854"/>
          </a:xfrm>
        </p:grpSpPr>
        <p:sp>
          <p:nvSpPr>
            <p:cNvPr id="1246" name="Google Shape;1246;p6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68"/>
          <p:cNvGrpSpPr/>
          <p:nvPr/>
        </p:nvGrpSpPr>
        <p:grpSpPr>
          <a:xfrm>
            <a:off x="967547" y="2656004"/>
            <a:ext cx="792421" cy="269941"/>
            <a:chOff x="1046767" y="4756633"/>
            <a:chExt cx="859646" cy="292841"/>
          </a:xfrm>
        </p:grpSpPr>
        <p:sp>
          <p:nvSpPr>
            <p:cNvPr id="1249" name="Google Shape;1249;p6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 name="Google Shape;1252;p68"/>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8"/>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8"/>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8"/>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 name="Google Shape;1256;p68"/>
          <p:cNvGrpSpPr/>
          <p:nvPr/>
        </p:nvGrpSpPr>
        <p:grpSpPr>
          <a:xfrm>
            <a:off x="7103403" y="2550562"/>
            <a:ext cx="166473" cy="141497"/>
            <a:chOff x="4660325" y="1866850"/>
            <a:chExt cx="68350" cy="58100"/>
          </a:xfrm>
        </p:grpSpPr>
        <p:sp>
          <p:nvSpPr>
            <p:cNvPr id="1257" name="Google Shape;1257;p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68"/>
          <p:cNvGrpSpPr/>
          <p:nvPr/>
        </p:nvGrpSpPr>
        <p:grpSpPr>
          <a:xfrm>
            <a:off x="7412747" y="2576286"/>
            <a:ext cx="162515" cy="90049"/>
            <a:chOff x="4791775" y="1877500"/>
            <a:chExt cx="66725" cy="36975"/>
          </a:xfrm>
        </p:grpSpPr>
        <p:sp>
          <p:nvSpPr>
            <p:cNvPr id="1260" name="Google Shape;1260;p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68"/>
          <p:cNvGrpSpPr/>
          <p:nvPr/>
        </p:nvGrpSpPr>
        <p:grpSpPr>
          <a:xfrm>
            <a:off x="7734460" y="2576286"/>
            <a:ext cx="144979" cy="90049"/>
            <a:chOff x="4923925" y="1877500"/>
            <a:chExt cx="59525" cy="36975"/>
          </a:xfrm>
        </p:grpSpPr>
        <p:sp>
          <p:nvSpPr>
            <p:cNvPr id="1263" name="Google Shape;1263;p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68"/>
          <p:cNvGrpSpPr/>
          <p:nvPr/>
        </p:nvGrpSpPr>
        <p:grpSpPr>
          <a:xfrm>
            <a:off x="8028952" y="2558477"/>
            <a:ext cx="141447" cy="125667"/>
            <a:chOff x="5058450" y="1870100"/>
            <a:chExt cx="58075" cy="51600"/>
          </a:xfrm>
        </p:grpSpPr>
        <p:sp>
          <p:nvSpPr>
            <p:cNvPr id="1266" name="Google Shape;1266;p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68"/>
          <p:cNvGrpSpPr/>
          <p:nvPr/>
        </p:nvGrpSpPr>
        <p:grpSpPr>
          <a:xfrm>
            <a:off x="7443466" y="2980885"/>
            <a:ext cx="101077" cy="107645"/>
            <a:chOff x="4811425" y="2065025"/>
            <a:chExt cx="41500" cy="44200"/>
          </a:xfrm>
        </p:grpSpPr>
        <p:sp>
          <p:nvSpPr>
            <p:cNvPr id="1269" name="Google Shape;1269;p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68"/>
          <p:cNvGrpSpPr/>
          <p:nvPr/>
        </p:nvGrpSpPr>
        <p:grpSpPr>
          <a:xfrm>
            <a:off x="7735904" y="2981098"/>
            <a:ext cx="120867" cy="107218"/>
            <a:chOff x="4929875" y="2065025"/>
            <a:chExt cx="49625" cy="44025"/>
          </a:xfrm>
        </p:grpSpPr>
        <p:sp>
          <p:nvSpPr>
            <p:cNvPr id="1272" name="Google Shape;1272;p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68"/>
          <p:cNvGrpSpPr/>
          <p:nvPr/>
        </p:nvGrpSpPr>
        <p:grpSpPr>
          <a:xfrm>
            <a:off x="8064572" y="2984112"/>
            <a:ext cx="70206" cy="101191"/>
            <a:chOff x="5083925" y="2066350"/>
            <a:chExt cx="28825" cy="41550"/>
          </a:xfrm>
        </p:grpSpPr>
        <p:sp>
          <p:nvSpPr>
            <p:cNvPr id="1275" name="Google Shape;1275;p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68"/>
          <p:cNvGrpSpPr/>
          <p:nvPr/>
        </p:nvGrpSpPr>
        <p:grpSpPr>
          <a:xfrm>
            <a:off x="7096126" y="2999759"/>
            <a:ext cx="181026" cy="69896"/>
            <a:chOff x="4659775" y="2072775"/>
            <a:chExt cx="74325" cy="28700"/>
          </a:xfrm>
        </p:grpSpPr>
        <p:sp>
          <p:nvSpPr>
            <p:cNvPr id="1278" name="Google Shape;1278;p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68"/>
          <p:cNvGrpSpPr/>
          <p:nvPr/>
        </p:nvGrpSpPr>
        <p:grpSpPr>
          <a:xfrm>
            <a:off x="8015982" y="2790324"/>
            <a:ext cx="167387" cy="89197"/>
            <a:chOff x="4662475" y="1976500"/>
            <a:chExt cx="68725" cy="36625"/>
          </a:xfrm>
        </p:grpSpPr>
        <p:sp>
          <p:nvSpPr>
            <p:cNvPr id="1282" name="Google Shape;1282;p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68"/>
          <p:cNvGrpSpPr/>
          <p:nvPr/>
        </p:nvGrpSpPr>
        <p:grpSpPr>
          <a:xfrm>
            <a:off x="7712887" y="2793764"/>
            <a:ext cx="166899" cy="82317"/>
            <a:chOff x="4920150" y="1977875"/>
            <a:chExt cx="68525" cy="33800"/>
          </a:xfrm>
        </p:grpSpPr>
        <p:sp>
          <p:nvSpPr>
            <p:cNvPr id="1286" name="Google Shape;1286;p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68"/>
          <p:cNvGrpSpPr/>
          <p:nvPr/>
        </p:nvGrpSpPr>
        <p:grpSpPr>
          <a:xfrm>
            <a:off x="7124044" y="3197682"/>
            <a:ext cx="125190" cy="127859"/>
            <a:chOff x="4676550" y="2160575"/>
            <a:chExt cx="51400" cy="52500"/>
          </a:xfrm>
        </p:grpSpPr>
        <p:sp>
          <p:nvSpPr>
            <p:cNvPr id="1290" name="Google Shape;1290;p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8"/>
          <p:cNvGrpSpPr/>
          <p:nvPr/>
        </p:nvGrpSpPr>
        <p:grpSpPr>
          <a:xfrm>
            <a:off x="7421302" y="3204714"/>
            <a:ext cx="145405" cy="113794"/>
            <a:chOff x="4768325" y="2163475"/>
            <a:chExt cx="59700" cy="46725"/>
          </a:xfrm>
        </p:grpSpPr>
        <p:sp>
          <p:nvSpPr>
            <p:cNvPr id="1294" name="Google Shape;1294;p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 name="Google Shape;1296;p68"/>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8"/>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8"/>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8"/>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8"/>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8"/>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 name="Google Shape;1302;p68"/>
          <p:cNvGrpSpPr/>
          <p:nvPr/>
        </p:nvGrpSpPr>
        <p:grpSpPr>
          <a:xfrm>
            <a:off x="7437621" y="3459808"/>
            <a:ext cx="112768" cy="106853"/>
            <a:chOff x="4768575" y="2253950"/>
            <a:chExt cx="46300" cy="43875"/>
          </a:xfrm>
        </p:grpSpPr>
        <p:sp>
          <p:nvSpPr>
            <p:cNvPr id="1303" name="Google Shape;1303;p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68"/>
          <p:cNvGrpSpPr/>
          <p:nvPr/>
        </p:nvGrpSpPr>
        <p:grpSpPr>
          <a:xfrm>
            <a:off x="7737243" y="3948834"/>
            <a:ext cx="118187" cy="146246"/>
            <a:chOff x="4960900" y="2433225"/>
            <a:chExt cx="48525" cy="60050"/>
          </a:xfrm>
        </p:grpSpPr>
        <p:sp>
          <p:nvSpPr>
            <p:cNvPr id="1306" name="Google Shape;1306;p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68"/>
          <p:cNvGrpSpPr/>
          <p:nvPr/>
        </p:nvGrpSpPr>
        <p:grpSpPr>
          <a:xfrm>
            <a:off x="7425808" y="4212895"/>
            <a:ext cx="136394" cy="143810"/>
            <a:chOff x="4854075" y="2527625"/>
            <a:chExt cx="56000" cy="59050"/>
          </a:xfrm>
        </p:grpSpPr>
        <p:sp>
          <p:nvSpPr>
            <p:cNvPr id="1309" name="Google Shape;1309;p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 name="Google Shape;1311;p68"/>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8"/>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8"/>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 name="Google Shape;1314;p68"/>
          <p:cNvGrpSpPr/>
          <p:nvPr/>
        </p:nvGrpSpPr>
        <p:grpSpPr>
          <a:xfrm>
            <a:off x="8050020" y="3676639"/>
            <a:ext cx="99312" cy="160797"/>
            <a:chOff x="5059700" y="2334775"/>
            <a:chExt cx="40775" cy="66025"/>
          </a:xfrm>
        </p:grpSpPr>
        <p:sp>
          <p:nvSpPr>
            <p:cNvPr id="1315" name="Google Shape;1315;p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68"/>
          <p:cNvGrpSpPr/>
          <p:nvPr/>
        </p:nvGrpSpPr>
        <p:grpSpPr>
          <a:xfrm>
            <a:off x="8007184" y="3941771"/>
            <a:ext cx="184984" cy="160371"/>
            <a:chOff x="5037700" y="2430325"/>
            <a:chExt cx="75950" cy="65850"/>
          </a:xfrm>
        </p:grpSpPr>
        <p:sp>
          <p:nvSpPr>
            <p:cNvPr id="1325" name="Google Shape;1325;p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68"/>
          <p:cNvGrpSpPr/>
          <p:nvPr/>
        </p:nvGrpSpPr>
        <p:grpSpPr>
          <a:xfrm>
            <a:off x="7426689" y="3708223"/>
            <a:ext cx="173014" cy="97629"/>
            <a:chOff x="4756975" y="2341800"/>
            <a:chExt cx="91975" cy="51925"/>
          </a:xfrm>
        </p:grpSpPr>
        <p:sp>
          <p:nvSpPr>
            <p:cNvPr id="1328" name="Google Shape;1328;p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68"/>
          <p:cNvGrpSpPr/>
          <p:nvPr/>
        </p:nvGrpSpPr>
        <p:grpSpPr>
          <a:xfrm>
            <a:off x="7693626" y="4196920"/>
            <a:ext cx="212497" cy="175761"/>
            <a:chOff x="4943575" y="2516350"/>
            <a:chExt cx="98675" cy="81700"/>
          </a:xfrm>
        </p:grpSpPr>
        <p:sp>
          <p:nvSpPr>
            <p:cNvPr id="1349" name="Google Shape;1349;p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 name="Google Shape;1427;p68"/>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8"/>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8"/>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8"/>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5" name="Shape 1435"/>
        <p:cNvGrpSpPr/>
        <p:nvPr/>
      </p:nvGrpSpPr>
      <p:grpSpPr>
        <a:xfrm>
          <a:off x="0" y="0"/>
          <a:ext cx="0" cy="0"/>
          <a:chOff x="0" y="0"/>
          <a:chExt cx="0" cy="0"/>
        </a:xfrm>
      </p:grpSpPr>
      <p:grpSp>
        <p:nvGrpSpPr>
          <p:cNvPr id="1436" name="Google Shape;1436;p69"/>
          <p:cNvGrpSpPr/>
          <p:nvPr/>
        </p:nvGrpSpPr>
        <p:grpSpPr>
          <a:xfrm>
            <a:off x="752796" y="2869970"/>
            <a:ext cx="2622876" cy="1333540"/>
            <a:chOff x="238125" y="1038125"/>
            <a:chExt cx="7146800" cy="3633625"/>
          </a:xfrm>
        </p:grpSpPr>
        <p:sp>
          <p:nvSpPr>
            <p:cNvPr id="1437" name="Google Shape;1437;p6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9" name="Google Shape;3009;p69"/>
          <p:cNvGrpSpPr/>
          <p:nvPr/>
        </p:nvGrpSpPr>
        <p:grpSpPr>
          <a:xfrm>
            <a:off x="6681268" y="3584496"/>
            <a:ext cx="560636" cy="516497"/>
            <a:chOff x="6652051" y="3714143"/>
            <a:chExt cx="560636" cy="516497"/>
          </a:xfrm>
        </p:grpSpPr>
        <p:grpSp>
          <p:nvGrpSpPr>
            <p:cNvPr id="3010" name="Google Shape;3010;p69"/>
            <p:cNvGrpSpPr/>
            <p:nvPr/>
          </p:nvGrpSpPr>
          <p:grpSpPr>
            <a:xfrm>
              <a:off x="6669657" y="3716715"/>
              <a:ext cx="466768" cy="464314"/>
              <a:chOff x="3139766" y="765669"/>
              <a:chExt cx="886380" cy="881888"/>
            </a:xfrm>
          </p:grpSpPr>
          <p:grpSp>
            <p:nvGrpSpPr>
              <p:cNvPr id="3011" name="Google Shape;3011;p69"/>
              <p:cNvGrpSpPr/>
              <p:nvPr/>
            </p:nvGrpSpPr>
            <p:grpSpPr>
              <a:xfrm>
                <a:off x="3139766" y="765669"/>
                <a:ext cx="886380" cy="881888"/>
                <a:chOff x="3139766" y="765669"/>
                <a:chExt cx="886380" cy="881888"/>
              </a:xfrm>
            </p:grpSpPr>
            <p:sp>
              <p:nvSpPr>
                <p:cNvPr id="3012" name="Google Shape;3012;p6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1" name="Google Shape;3021;p6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5" name="Google Shape;3025;p6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69"/>
          <p:cNvGrpSpPr/>
          <p:nvPr/>
        </p:nvGrpSpPr>
        <p:grpSpPr>
          <a:xfrm>
            <a:off x="7679978" y="3065079"/>
            <a:ext cx="104231" cy="320340"/>
            <a:chOff x="7564426" y="3224343"/>
            <a:chExt cx="119985" cy="368801"/>
          </a:xfrm>
        </p:grpSpPr>
        <p:sp>
          <p:nvSpPr>
            <p:cNvPr id="3027" name="Google Shape;3027;p6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69"/>
          <p:cNvGrpSpPr/>
          <p:nvPr/>
        </p:nvGrpSpPr>
        <p:grpSpPr>
          <a:xfrm>
            <a:off x="7379466" y="3059180"/>
            <a:ext cx="189489" cy="332132"/>
            <a:chOff x="8370831" y="3202002"/>
            <a:chExt cx="218129" cy="382376"/>
          </a:xfrm>
        </p:grpSpPr>
        <p:sp>
          <p:nvSpPr>
            <p:cNvPr id="3030" name="Google Shape;3030;p6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2" name="Google Shape;3032;p69"/>
          <p:cNvGrpSpPr/>
          <p:nvPr/>
        </p:nvGrpSpPr>
        <p:grpSpPr>
          <a:xfrm>
            <a:off x="8102855" y="3470312"/>
            <a:ext cx="309429" cy="267000"/>
            <a:chOff x="6742064" y="3750480"/>
            <a:chExt cx="399315" cy="344560"/>
          </a:xfrm>
        </p:grpSpPr>
        <p:sp>
          <p:nvSpPr>
            <p:cNvPr id="3033" name="Google Shape;3033;p6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5" name="Google Shape;3035;p69"/>
          <p:cNvGrpSpPr/>
          <p:nvPr/>
        </p:nvGrpSpPr>
        <p:grpSpPr>
          <a:xfrm>
            <a:off x="7641874" y="3821360"/>
            <a:ext cx="180437" cy="281608"/>
            <a:chOff x="7248525" y="3739696"/>
            <a:chExt cx="230531" cy="359790"/>
          </a:xfrm>
        </p:grpSpPr>
        <p:sp>
          <p:nvSpPr>
            <p:cNvPr id="3036" name="Google Shape;3036;p6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69"/>
          <p:cNvGrpSpPr/>
          <p:nvPr/>
        </p:nvGrpSpPr>
        <p:grpSpPr>
          <a:xfrm>
            <a:off x="7887794" y="3464584"/>
            <a:ext cx="162896" cy="278710"/>
            <a:chOff x="7601242" y="3729267"/>
            <a:chExt cx="222566" cy="380803"/>
          </a:xfrm>
        </p:grpSpPr>
        <p:sp>
          <p:nvSpPr>
            <p:cNvPr id="3039" name="Google Shape;3039;p6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1" name="Google Shape;3041;p69"/>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2" name="Google Shape;3042;p69"/>
          <p:cNvGrpSpPr/>
          <p:nvPr/>
        </p:nvGrpSpPr>
        <p:grpSpPr>
          <a:xfrm>
            <a:off x="7377439" y="3465724"/>
            <a:ext cx="193543" cy="275990"/>
            <a:chOff x="8304647" y="3738687"/>
            <a:chExt cx="225076" cy="320956"/>
          </a:xfrm>
        </p:grpSpPr>
        <p:sp>
          <p:nvSpPr>
            <p:cNvPr id="3043" name="Google Shape;3043;p6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69"/>
          <p:cNvGrpSpPr/>
          <p:nvPr/>
        </p:nvGrpSpPr>
        <p:grpSpPr>
          <a:xfrm>
            <a:off x="7649932" y="3465724"/>
            <a:ext cx="178492" cy="275990"/>
            <a:chOff x="8615101" y="3738687"/>
            <a:chExt cx="207573" cy="320956"/>
          </a:xfrm>
        </p:grpSpPr>
        <p:sp>
          <p:nvSpPr>
            <p:cNvPr id="3047" name="Google Shape;3047;p6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0" name="Google Shape;3050;p69"/>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1" name="Google Shape;3051;p69"/>
          <p:cNvGrpSpPr/>
          <p:nvPr/>
        </p:nvGrpSpPr>
        <p:grpSpPr>
          <a:xfrm>
            <a:off x="7875463" y="3868385"/>
            <a:ext cx="187557" cy="187557"/>
            <a:chOff x="8565775" y="671075"/>
            <a:chExt cx="441000" cy="441000"/>
          </a:xfrm>
        </p:grpSpPr>
        <p:sp>
          <p:nvSpPr>
            <p:cNvPr id="3052" name="Google Shape;3052;p6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4" name="Google Shape;3054;p69"/>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9"/>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6" name="Google Shape;3056;p69"/>
          <p:cNvGrpSpPr/>
          <p:nvPr/>
        </p:nvGrpSpPr>
        <p:grpSpPr>
          <a:xfrm>
            <a:off x="6029935" y="2940910"/>
            <a:ext cx="587865" cy="517731"/>
            <a:chOff x="6000718" y="3070557"/>
            <a:chExt cx="587865" cy="517731"/>
          </a:xfrm>
        </p:grpSpPr>
        <p:sp>
          <p:nvSpPr>
            <p:cNvPr id="3057" name="Google Shape;3057;p6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7" name="Google Shape;3067;p69"/>
          <p:cNvGrpSpPr/>
          <p:nvPr/>
        </p:nvGrpSpPr>
        <p:grpSpPr>
          <a:xfrm>
            <a:off x="6044740" y="3584570"/>
            <a:ext cx="557665" cy="516387"/>
            <a:chOff x="6015523" y="3714217"/>
            <a:chExt cx="557665" cy="516387"/>
          </a:xfrm>
        </p:grpSpPr>
        <p:grpSp>
          <p:nvGrpSpPr>
            <p:cNvPr id="3068" name="Google Shape;3068;p69"/>
            <p:cNvGrpSpPr/>
            <p:nvPr/>
          </p:nvGrpSpPr>
          <p:grpSpPr>
            <a:xfrm>
              <a:off x="6036094" y="3716980"/>
              <a:ext cx="529822" cy="510480"/>
              <a:chOff x="3148311" y="-545634"/>
              <a:chExt cx="1006118" cy="969572"/>
            </a:xfrm>
          </p:grpSpPr>
          <p:sp>
            <p:nvSpPr>
              <p:cNvPr id="3069" name="Google Shape;3069;p6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9" name="Google Shape;3079;p6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 name="Google Shape;3080;p69"/>
          <p:cNvGrpSpPr/>
          <p:nvPr/>
        </p:nvGrpSpPr>
        <p:grpSpPr>
          <a:xfrm>
            <a:off x="6673522" y="2943981"/>
            <a:ext cx="576302" cy="511871"/>
            <a:chOff x="6644304" y="3073628"/>
            <a:chExt cx="576302" cy="511871"/>
          </a:xfrm>
        </p:grpSpPr>
        <p:grpSp>
          <p:nvGrpSpPr>
            <p:cNvPr id="3081" name="Google Shape;3081;p69"/>
            <p:cNvGrpSpPr/>
            <p:nvPr/>
          </p:nvGrpSpPr>
          <p:grpSpPr>
            <a:xfrm>
              <a:off x="6712169" y="3073651"/>
              <a:ext cx="481611" cy="506713"/>
              <a:chOff x="1833536" y="-546641"/>
              <a:chExt cx="914567" cy="962419"/>
            </a:xfrm>
          </p:grpSpPr>
          <p:grpSp>
            <p:nvGrpSpPr>
              <p:cNvPr id="3082" name="Google Shape;3082;p69"/>
              <p:cNvGrpSpPr/>
              <p:nvPr/>
            </p:nvGrpSpPr>
            <p:grpSpPr>
              <a:xfrm>
                <a:off x="1833536" y="-524249"/>
                <a:ext cx="914567" cy="940027"/>
                <a:chOff x="1833536" y="-524249"/>
                <a:chExt cx="914567" cy="940027"/>
              </a:xfrm>
            </p:grpSpPr>
            <p:sp>
              <p:nvSpPr>
                <p:cNvPr id="3083" name="Google Shape;3083;p6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8" name="Google Shape;3088;p6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2" name="Google Shape;3092;p6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69"/>
          <p:cNvGrpSpPr/>
          <p:nvPr/>
        </p:nvGrpSpPr>
        <p:grpSpPr>
          <a:xfrm>
            <a:off x="5938558" y="1033351"/>
            <a:ext cx="2435960" cy="1297725"/>
            <a:chOff x="233350" y="949250"/>
            <a:chExt cx="7137300" cy="3802300"/>
          </a:xfrm>
        </p:grpSpPr>
        <p:sp>
          <p:nvSpPr>
            <p:cNvPr id="3094" name="Google Shape;3094;p6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69"/>
          <p:cNvGrpSpPr/>
          <p:nvPr/>
        </p:nvGrpSpPr>
        <p:grpSpPr>
          <a:xfrm>
            <a:off x="731715" y="995041"/>
            <a:ext cx="2665073" cy="1317140"/>
            <a:chOff x="793334" y="1192826"/>
            <a:chExt cx="2665073" cy="1317140"/>
          </a:xfrm>
        </p:grpSpPr>
        <p:sp>
          <p:nvSpPr>
            <p:cNvPr id="3146" name="Google Shape;3146;p69"/>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9"/>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9"/>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9"/>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9"/>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9"/>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9"/>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9"/>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9"/>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9"/>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9"/>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9"/>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9"/>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9"/>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9"/>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9"/>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9"/>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9"/>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9"/>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9"/>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9"/>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9"/>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9"/>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9"/>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9"/>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9"/>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9"/>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9"/>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9"/>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9"/>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9"/>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9"/>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9"/>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9"/>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9"/>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9"/>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9"/>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9"/>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9"/>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9"/>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9"/>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9"/>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9"/>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9"/>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9"/>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9"/>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9"/>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9"/>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9"/>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9"/>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9"/>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9"/>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9"/>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9"/>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9"/>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9"/>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9"/>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9"/>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9"/>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9"/>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9"/>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9"/>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9"/>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9"/>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9"/>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9"/>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9"/>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9"/>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9"/>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9"/>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9"/>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9"/>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9"/>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9"/>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9"/>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9"/>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9"/>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9"/>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9"/>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9"/>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9"/>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9"/>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9"/>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9"/>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9"/>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9"/>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9"/>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9"/>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9"/>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9"/>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9"/>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9"/>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9"/>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9"/>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9"/>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9"/>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9"/>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9"/>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9"/>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9"/>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9"/>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9"/>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9"/>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9"/>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9"/>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9"/>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9"/>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9"/>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9"/>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9"/>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9"/>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9"/>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9"/>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9"/>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9"/>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9"/>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9"/>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9"/>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9"/>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9"/>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9"/>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9"/>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9"/>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9"/>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9"/>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9"/>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9"/>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9"/>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9"/>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9"/>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9"/>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9"/>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9"/>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9"/>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9"/>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9"/>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9"/>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9"/>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9"/>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9"/>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9"/>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9"/>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9"/>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9"/>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9"/>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9"/>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9"/>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9"/>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9"/>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9"/>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9"/>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9"/>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9"/>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9"/>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9"/>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9"/>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9"/>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9"/>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9"/>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9"/>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9"/>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9"/>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9"/>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9"/>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9"/>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9"/>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9"/>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9"/>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9"/>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9"/>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9"/>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9"/>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9"/>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9"/>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9"/>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9"/>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9"/>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9"/>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9"/>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9"/>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9"/>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9"/>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9"/>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9"/>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9"/>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9"/>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9"/>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9"/>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9"/>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9"/>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9"/>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9"/>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9"/>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9"/>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9"/>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9"/>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9"/>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9"/>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9"/>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9"/>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9"/>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9"/>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9"/>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9"/>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9"/>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9"/>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9"/>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9"/>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9"/>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9"/>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9"/>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9"/>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9"/>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9"/>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9"/>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9"/>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9"/>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9"/>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9"/>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9"/>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9"/>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9"/>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9"/>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9"/>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9"/>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9"/>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9"/>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9"/>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9"/>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9"/>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9"/>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9"/>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9"/>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9"/>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9"/>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9"/>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9"/>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9"/>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9"/>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9"/>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9"/>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9"/>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9"/>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9"/>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9"/>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9"/>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9"/>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9"/>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9"/>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9"/>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9"/>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9"/>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9"/>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9"/>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9"/>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9"/>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9"/>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9"/>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9"/>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9"/>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9"/>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9"/>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9"/>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9"/>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9"/>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9"/>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9"/>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9"/>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9"/>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9"/>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9"/>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9"/>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9"/>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9"/>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9"/>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9"/>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9"/>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9"/>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9"/>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9"/>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9"/>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9"/>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9"/>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9"/>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9"/>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9"/>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9"/>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9"/>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9"/>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9"/>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9"/>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9"/>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9"/>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9"/>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9"/>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9"/>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9"/>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9"/>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9"/>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9"/>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9"/>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9"/>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9"/>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9"/>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9"/>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9"/>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9"/>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9"/>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9"/>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9"/>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9"/>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9"/>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9"/>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9"/>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9"/>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9"/>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9"/>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9"/>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9"/>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9"/>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9"/>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9"/>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9"/>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9"/>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9"/>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9"/>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9"/>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9"/>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9"/>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9"/>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9"/>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9"/>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9"/>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9"/>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9"/>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9"/>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9"/>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9"/>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9"/>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9"/>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9"/>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9"/>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9"/>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9"/>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9"/>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9"/>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9"/>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9"/>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9"/>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9"/>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9"/>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9"/>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9"/>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9"/>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9"/>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9"/>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9"/>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9"/>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9"/>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9"/>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9"/>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9"/>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9"/>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9"/>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9"/>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9"/>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9"/>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9"/>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9"/>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9"/>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9"/>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9"/>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9"/>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9"/>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9"/>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9"/>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9"/>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9"/>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9"/>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9"/>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9"/>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9"/>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9"/>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9"/>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9"/>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9"/>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9"/>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9"/>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9"/>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9"/>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9"/>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9"/>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9"/>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9"/>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9"/>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9"/>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9"/>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9"/>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9"/>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9"/>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9"/>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9"/>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9"/>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9"/>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9"/>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9"/>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9"/>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9"/>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9"/>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9"/>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9"/>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9"/>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9"/>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9"/>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9"/>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9"/>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9"/>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9"/>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9"/>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9"/>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9"/>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9"/>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9"/>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9"/>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9"/>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9"/>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9"/>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9"/>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9"/>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9"/>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9"/>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9"/>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9"/>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9"/>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9"/>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9"/>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9"/>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9"/>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9"/>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9"/>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9"/>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9"/>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9"/>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9"/>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9"/>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9"/>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9"/>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9"/>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9"/>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9"/>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9"/>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9"/>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9"/>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9"/>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9"/>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9"/>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9"/>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9"/>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9"/>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9"/>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9"/>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9"/>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9"/>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9"/>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9"/>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9"/>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9"/>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9"/>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9"/>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9"/>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9"/>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9"/>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9"/>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9"/>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9"/>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9"/>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9"/>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9"/>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9"/>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9"/>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9"/>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9"/>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9"/>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9"/>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9"/>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9"/>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9"/>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9"/>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9"/>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9"/>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9"/>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9"/>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9"/>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9"/>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9"/>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9"/>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9"/>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9"/>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9"/>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9"/>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9"/>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9"/>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9"/>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9"/>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9"/>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9"/>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9"/>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9"/>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9"/>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9"/>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9"/>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9"/>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9"/>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9"/>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9"/>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9"/>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9"/>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9"/>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9"/>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9"/>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9"/>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9"/>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9"/>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9"/>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9"/>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9"/>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9"/>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9"/>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9"/>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9"/>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9"/>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9"/>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9"/>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9"/>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9"/>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9"/>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9"/>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9"/>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9"/>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9"/>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9"/>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9"/>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9"/>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9"/>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9"/>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9"/>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9"/>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9"/>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9"/>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9"/>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9"/>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9"/>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9"/>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9"/>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9"/>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9"/>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9"/>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9"/>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9"/>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9"/>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9"/>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9"/>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9"/>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9"/>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9"/>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9"/>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9"/>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9"/>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9"/>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9"/>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9"/>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9"/>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9"/>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9"/>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9"/>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9"/>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9"/>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9"/>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9"/>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9"/>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9"/>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9"/>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9"/>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9"/>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9"/>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9"/>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9"/>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9"/>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9"/>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9"/>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9"/>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9"/>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9"/>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9"/>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9"/>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9"/>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9"/>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9"/>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9"/>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9"/>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9"/>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9"/>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9"/>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9"/>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9"/>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9"/>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9"/>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9"/>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9"/>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9"/>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9"/>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9"/>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9"/>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9"/>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9"/>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9"/>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9"/>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9"/>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9"/>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9"/>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9"/>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9"/>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9"/>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9"/>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9"/>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9"/>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9"/>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9"/>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9"/>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9"/>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9"/>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9"/>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9"/>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9"/>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9"/>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9"/>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9"/>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9"/>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9"/>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9"/>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9"/>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9"/>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9"/>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9"/>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9"/>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9"/>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9"/>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9"/>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9"/>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9"/>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9"/>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9"/>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9"/>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9"/>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9"/>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9"/>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9"/>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9"/>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9"/>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9"/>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9"/>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9"/>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9"/>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9"/>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9"/>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9"/>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9"/>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9"/>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9"/>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9"/>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9"/>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9"/>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9"/>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9"/>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9"/>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9"/>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9"/>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9"/>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9"/>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9"/>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9"/>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9"/>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9"/>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9"/>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9"/>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9"/>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9"/>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9"/>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9"/>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9"/>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9"/>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9"/>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9"/>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9"/>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9"/>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9"/>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9"/>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9"/>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9"/>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9"/>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9"/>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9"/>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9"/>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9"/>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9"/>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9"/>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9"/>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9"/>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9"/>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9"/>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9"/>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9"/>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9"/>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9"/>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9"/>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9"/>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9"/>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9"/>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9"/>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9"/>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9"/>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9"/>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9"/>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9"/>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9"/>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9"/>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9"/>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9"/>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9"/>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9"/>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9"/>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9"/>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9"/>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9"/>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9"/>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9"/>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9"/>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9"/>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9"/>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9"/>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9"/>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9"/>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9"/>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9"/>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9"/>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9"/>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9"/>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9"/>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9"/>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9"/>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9"/>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9"/>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9"/>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9"/>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9"/>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9"/>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9"/>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9"/>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9"/>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9"/>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9"/>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9"/>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9"/>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9"/>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9"/>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9"/>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9"/>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9"/>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9"/>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9"/>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9"/>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9"/>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9"/>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9"/>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9"/>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9"/>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9"/>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9"/>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9"/>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9"/>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9"/>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9"/>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9"/>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9"/>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9"/>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9"/>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9"/>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9"/>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9"/>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9"/>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9"/>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9"/>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9"/>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9"/>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9"/>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9"/>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9"/>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9"/>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9"/>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9"/>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9"/>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9"/>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9"/>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9"/>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9"/>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9"/>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9"/>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9"/>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9"/>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9"/>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9"/>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9"/>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9"/>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9"/>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9"/>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9"/>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9"/>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9"/>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9"/>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9"/>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9"/>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9"/>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9"/>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9"/>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9"/>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9"/>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9"/>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9"/>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9"/>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9"/>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9"/>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9"/>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9"/>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9"/>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9"/>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9"/>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9"/>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9"/>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9"/>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9"/>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9"/>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9"/>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9"/>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9"/>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9"/>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9"/>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9"/>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9"/>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9"/>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9"/>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9"/>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9"/>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9"/>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9"/>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9"/>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9"/>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9"/>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9"/>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9"/>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9"/>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9"/>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9"/>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9"/>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9"/>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9"/>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9"/>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9"/>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9"/>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9"/>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9"/>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9"/>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9"/>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9"/>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9"/>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9"/>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9"/>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9"/>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9"/>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9"/>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9"/>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9"/>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9"/>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9"/>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9"/>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9"/>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9"/>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9"/>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9"/>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9"/>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9"/>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9"/>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9"/>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9"/>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9"/>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9"/>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9"/>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9"/>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9"/>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9"/>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9"/>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9"/>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9"/>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9"/>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9"/>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9"/>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9"/>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9"/>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9"/>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9"/>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9"/>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9"/>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9"/>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9"/>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9"/>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9"/>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9"/>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9"/>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9"/>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9"/>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9"/>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9"/>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9"/>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9"/>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9"/>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9"/>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9"/>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9"/>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9"/>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9"/>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9"/>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9"/>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9"/>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9"/>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9"/>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9"/>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9"/>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9"/>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9"/>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9"/>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9"/>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9"/>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9"/>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9"/>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9"/>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9"/>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9"/>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9"/>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9"/>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9"/>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9"/>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9"/>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9"/>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9"/>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9"/>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9"/>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9"/>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9"/>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9"/>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9"/>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9"/>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9"/>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9"/>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9"/>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9"/>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9"/>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9"/>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9"/>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9"/>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9"/>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9"/>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9"/>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9"/>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9"/>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9"/>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9"/>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9"/>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9"/>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9"/>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9"/>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9"/>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9"/>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9"/>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9"/>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9"/>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9"/>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9"/>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9"/>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9"/>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9"/>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9"/>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9"/>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9"/>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9"/>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9"/>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9"/>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9"/>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9"/>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9"/>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9"/>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9"/>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9"/>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9"/>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9"/>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9"/>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9"/>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9"/>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9"/>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9"/>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9"/>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9"/>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9"/>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9"/>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9"/>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9"/>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9"/>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9"/>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9"/>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9"/>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9"/>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9"/>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9"/>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9"/>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9"/>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9"/>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9"/>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9"/>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9"/>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9"/>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9"/>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9"/>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9"/>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9"/>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9"/>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9"/>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9"/>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9"/>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9"/>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9"/>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9"/>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9"/>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9"/>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9"/>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9"/>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9"/>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9"/>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9"/>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9"/>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9"/>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9"/>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9"/>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9"/>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9"/>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9"/>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9"/>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9"/>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9"/>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9"/>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9"/>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9"/>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9"/>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9"/>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9"/>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9"/>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9"/>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9"/>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9"/>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9"/>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9"/>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9"/>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9"/>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9"/>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9"/>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9"/>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9"/>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9"/>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9"/>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9"/>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9"/>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9"/>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9"/>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9"/>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9"/>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9"/>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9"/>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9"/>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9"/>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9"/>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9"/>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9"/>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9"/>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9"/>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9"/>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9"/>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9"/>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9"/>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9"/>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9"/>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9"/>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9"/>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9"/>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9"/>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9"/>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9"/>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9"/>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9"/>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9"/>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9"/>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9"/>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9"/>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9"/>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9"/>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9"/>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9"/>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9"/>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9"/>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9"/>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9"/>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9"/>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9"/>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9"/>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9"/>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9"/>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9"/>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9"/>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9"/>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9"/>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9"/>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9"/>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9"/>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9"/>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9"/>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9"/>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9"/>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9"/>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9"/>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9"/>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9"/>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9"/>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9"/>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9"/>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9"/>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9"/>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9"/>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9"/>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9"/>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9"/>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9"/>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9"/>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9"/>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9"/>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9"/>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9"/>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9"/>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9"/>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9"/>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9"/>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9"/>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9"/>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9"/>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9"/>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9"/>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9"/>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9"/>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9"/>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9"/>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9"/>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9"/>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9"/>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9"/>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9"/>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9"/>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9"/>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9"/>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9"/>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9"/>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9"/>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9"/>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9"/>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9"/>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9"/>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9"/>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9"/>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9"/>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9"/>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9"/>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9"/>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9"/>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9"/>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9"/>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9"/>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9"/>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9"/>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9"/>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9"/>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9"/>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9"/>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9"/>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9"/>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9"/>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9"/>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9"/>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9"/>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9"/>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9"/>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9"/>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9"/>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9"/>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9"/>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9"/>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9"/>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9"/>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9"/>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9"/>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9"/>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9"/>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9"/>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9"/>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9"/>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9"/>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9"/>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9"/>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9"/>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9"/>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9"/>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9"/>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9"/>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9"/>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9"/>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9"/>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9"/>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9"/>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9"/>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9"/>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9"/>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9"/>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9"/>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9"/>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9"/>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9"/>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9"/>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9"/>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9"/>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9"/>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9"/>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9"/>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9"/>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9"/>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9"/>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9"/>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9"/>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9"/>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9"/>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9"/>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9"/>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9"/>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9"/>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9"/>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9"/>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9"/>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9"/>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9"/>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9"/>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9"/>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9"/>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9"/>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9"/>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9"/>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9"/>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9"/>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9"/>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9"/>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9"/>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9"/>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9"/>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9"/>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9"/>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9"/>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9"/>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9"/>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9"/>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9"/>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9"/>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9"/>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9"/>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9"/>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9"/>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9"/>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9"/>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9"/>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9"/>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9"/>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9"/>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9"/>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9"/>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9"/>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9"/>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9"/>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9"/>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9"/>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9"/>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9"/>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9"/>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9"/>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9"/>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9"/>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9"/>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9"/>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9"/>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9"/>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9"/>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9"/>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9"/>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9"/>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9"/>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9"/>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9"/>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9"/>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9"/>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9"/>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9"/>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9"/>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9"/>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9"/>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9"/>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9"/>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9"/>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9"/>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9"/>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9"/>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9"/>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9"/>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9"/>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9"/>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9"/>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9"/>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9"/>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9"/>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9"/>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9"/>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9"/>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9"/>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9"/>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9"/>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9"/>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9"/>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9"/>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9"/>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9"/>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9"/>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9"/>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9"/>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9"/>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9"/>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9"/>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9"/>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9"/>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9"/>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9"/>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9"/>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9"/>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9"/>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9"/>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9"/>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9"/>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9"/>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9"/>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9"/>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9"/>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9"/>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9"/>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9"/>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9"/>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9"/>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9"/>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9"/>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9"/>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9"/>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9"/>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9"/>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9"/>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9"/>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9"/>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9"/>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9"/>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9"/>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9"/>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9"/>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9"/>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9"/>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9"/>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9"/>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9"/>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9"/>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9"/>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9"/>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9"/>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9"/>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9"/>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9"/>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9"/>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9"/>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9"/>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9"/>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9"/>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9"/>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9"/>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9"/>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9"/>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9"/>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9"/>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9"/>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9"/>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9"/>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9"/>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9"/>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9"/>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9"/>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9"/>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9"/>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9"/>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9"/>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9"/>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9"/>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9"/>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9"/>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9"/>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9"/>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9"/>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9"/>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9"/>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9"/>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9"/>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9"/>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9"/>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9"/>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9"/>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9"/>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9"/>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9"/>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9"/>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9"/>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9"/>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9"/>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9"/>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9"/>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9"/>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9"/>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9"/>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9"/>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9"/>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9"/>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9"/>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9"/>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9"/>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9"/>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9"/>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9"/>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9"/>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9"/>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9"/>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9"/>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9"/>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9"/>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9"/>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9"/>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9"/>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9"/>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9"/>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9"/>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9"/>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9"/>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9"/>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9"/>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9"/>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9"/>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9"/>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9"/>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9"/>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9"/>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9"/>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9"/>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9"/>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9"/>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9"/>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9"/>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9"/>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9"/>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9"/>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9"/>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9"/>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9"/>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9"/>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9"/>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9"/>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9"/>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9"/>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9"/>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9"/>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9"/>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9"/>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9"/>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9"/>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9"/>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9"/>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9"/>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9"/>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9"/>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9"/>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9"/>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9"/>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9"/>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9"/>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9"/>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9"/>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9"/>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9"/>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9"/>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9"/>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9"/>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9"/>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9"/>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9"/>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9"/>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9"/>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9"/>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9"/>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9"/>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9"/>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9"/>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9"/>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9"/>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9"/>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9"/>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9"/>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9"/>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9"/>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9"/>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9"/>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9"/>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9"/>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9"/>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9"/>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9"/>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9"/>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9"/>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9"/>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9"/>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9"/>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9"/>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9"/>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9"/>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9"/>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9"/>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9"/>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9"/>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9"/>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9"/>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9"/>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9"/>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9"/>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9"/>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9"/>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9"/>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9"/>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9"/>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9"/>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9"/>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9"/>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9"/>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9"/>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9"/>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9"/>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9"/>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9"/>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9"/>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9"/>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9"/>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9"/>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9"/>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9"/>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9"/>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9"/>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9"/>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9"/>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9"/>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9"/>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9"/>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9"/>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9"/>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9"/>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9"/>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9"/>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9"/>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9"/>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9"/>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9"/>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9"/>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9"/>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9"/>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9"/>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9"/>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9"/>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9"/>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9"/>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9"/>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9"/>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9"/>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9"/>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9"/>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9"/>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9"/>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9"/>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9"/>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9"/>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9"/>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9"/>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9"/>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9"/>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9"/>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9"/>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9"/>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9"/>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9"/>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9"/>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9"/>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9"/>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9"/>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9"/>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9"/>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9"/>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9"/>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9"/>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9"/>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9"/>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9"/>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9"/>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9"/>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9"/>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9"/>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9"/>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9"/>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9"/>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9"/>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9"/>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9"/>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9"/>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9"/>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9"/>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9"/>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9"/>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9"/>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9"/>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9"/>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9"/>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9"/>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9"/>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9"/>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9"/>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9"/>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9"/>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9"/>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9"/>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9"/>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9"/>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9"/>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9"/>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9"/>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9"/>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9"/>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9"/>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9"/>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9"/>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9"/>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9"/>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9"/>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9"/>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9"/>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9"/>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9"/>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9"/>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9"/>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9"/>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9"/>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9"/>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9"/>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9"/>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9"/>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9"/>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9"/>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9"/>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9"/>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9"/>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9"/>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9"/>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9"/>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9"/>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9"/>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9"/>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9"/>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9"/>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9"/>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9"/>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9"/>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9"/>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9"/>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9"/>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9"/>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9"/>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9"/>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9"/>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9"/>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9"/>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9"/>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9"/>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9"/>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9"/>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9"/>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9"/>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9"/>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9"/>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9"/>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9"/>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9"/>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9"/>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9"/>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9"/>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9"/>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9"/>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9"/>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9"/>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9"/>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9"/>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9"/>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9"/>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9"/>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9"/>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9"/>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9"/>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9"/>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9"/>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9"/>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9"/>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9"/>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9"/>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9"/>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9"/>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9"/>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9"/>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9"/>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9"/>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9"/>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9"/>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9"/>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9"/>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9"/>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9"/>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9"/>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9"/>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9"/>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9"/>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9"/>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9"/>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9"/>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9"/>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9"/>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9"/>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9"/>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9"/>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9"/>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9"/>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9"/>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9"/>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9"/>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9"/>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9"/>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9"/>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9"/>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9"/>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9"/>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9"/>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9"/>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9"/>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9"/>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9"/>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9"/>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9"/>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9"/>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9"/>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9"/>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9"/>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9"/>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9"/>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9"/>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9"/>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9"/>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9"/>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9"/>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9"/>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9"/>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9"/>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9"/>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9"/>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9"/>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9"/>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9"/>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9"/>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9"/>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9"/>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9"/>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9"/>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9"/>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9"/>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9"/>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9"/>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9"/>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9"/>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9"/>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9"/>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9"/>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9"/>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9"/>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9"/>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9"/>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9"/>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9"/>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9"/>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9"/>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9"/>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9"/>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9"/>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9"/>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9"/>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9"/>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9"/>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9"/>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9"/>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9"/>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9"/>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9"/>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9"/>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9"/>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9"/>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9"/>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9"/>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9"/>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9"/>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9"/>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9"/>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9"/>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9"/>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9"/>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9"/>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9"/>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9"/>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9"/>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9"/>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9"/>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9"/>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9"/>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9"/>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9"/>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9"/>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9"/>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9"/>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9"/>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9"/>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9"/>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9"/>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9"/>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9"/>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9"/>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9"/>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9"/>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9"/>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9"/>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9"/>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9"/>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9"/>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9"/>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9"/>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9"/>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9"/>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9"/>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9"/>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9"/>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9"/>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9"/>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9"/>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9"/>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9"/>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9"/>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9"/>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9"/>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9"/>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9"/>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9"/>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9"/>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9"/>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9"/>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9"/>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9"/>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9"/>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9"/>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9"/>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9"/>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9"/>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9"/>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9"/>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9"/>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9"/>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9"/>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9"/>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9"/>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9"/>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9"/>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9"/>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9"/>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9"/>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9"/>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9"/>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9"/>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9"/>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9"/>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9"/>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9"/>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9"/>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9"/>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9"/>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9"/>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9"/>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9"/>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9"/>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9"/>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9"/>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9"/>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9"/>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9"/>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9"/>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9"/>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9"/>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9"/>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9"/>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9"/>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9"/>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9"/>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9"/>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9"/>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9"/>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9"/>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9"/>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9"/>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9"/>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9"/>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9"/>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9"/>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9"/>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9"/>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9"/>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9"/>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9"/>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9"/>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9"/>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9"/>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9"/>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9"/>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9"/>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9"/>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9"/>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9"/>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9"/>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9"/>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9"/>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9"/>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9"/>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9"/>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9"/>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9"/>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9"/>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9"/>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9"/>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9"/>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9"/>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9"/>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9"/>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9"/>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9"/>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9"/>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9"/>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9"/>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9"/>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9"/>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9"/>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9"/>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9"/>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9"/>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9"/>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9"/>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9"/>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9"/>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9"/>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9"/>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9"/>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9"/>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9"/>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9"/>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9"/>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9"/>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9"/>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9"/>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9"/>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9"/>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9"/>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9"/>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9"/>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9"/>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9"/>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9"/>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9"/>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9"/>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9"/>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9"/>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9"/>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9"/>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9"/>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9"/>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9"/>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9"/>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9"/>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9"/>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9"/>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9"/>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9"/>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9"/>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9"/>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9"/>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9"/>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9"/>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9"/>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9"/>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9"/>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9"/>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9"/>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9"/>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9"/>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9"/>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9"/>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9"/>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9"/>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9"/>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9"/>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9"/>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9"/>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9"/>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9"/>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9"/>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9"/>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9"/>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9"/>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9"/>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9"/>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9"/>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9"/>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9"/>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9"/>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9"/>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9"/>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9"/>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9"/>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9"/>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9"/>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9"/>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9"/>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9"/>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9"/>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9"/>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9"/>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9"/>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9"/>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9"/>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9"/>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9"/>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9"/>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9"/>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9"/>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9"/>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9"/>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9"/>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9"/>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9"/>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9"/>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9"/>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9"/>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9"/>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9"/>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9"/>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9"/>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9"/>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9"/>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9"/>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9"/>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9"/>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9"/>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9"/>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9"/>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9"/>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9"/>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9"/>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9"/>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9"/>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9"/>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9"/>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9"/>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9"/>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9"/>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9"/>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9"/>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9"/>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9"/>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9"/>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9"/>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9"/>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9"/>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9"/>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9"/>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9"/>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9"/>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9"/>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9"/>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9"/>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9"/>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9"/>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9"/>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9"/>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9"/>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9"/>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9"/>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9"/>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9"/>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9"/>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9"/>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9"/>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9"/>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9"/>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9"/>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9"/>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9"/>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9"/>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9"/>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9"/>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9"/>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9"/>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9"/>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9"/>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9"/>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9"/>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9"/>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9"/>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9"/>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9"/>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9"/>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9"/>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9"/>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9"/>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9"/>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9"/>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9"/>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9"/>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9"/>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9"/>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9"/>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9"/>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9"/>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9"/>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9"/>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9"/>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9"/>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9"/>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9"/>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9"/>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9"/>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9"/>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9"/>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9"/>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9"/>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9"/>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9"/>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9"/>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9"/>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9"/>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9"/>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9"/>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9"/>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9"/>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9"/>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9"/>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9"/>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9"/>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9"/>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9"/>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9"/>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9"/>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9"/>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9"/>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9"/>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9"/>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9"/>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9"/>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9"/>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9"/>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9"/>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9"/>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9"/>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9"/>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9"/>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9"/>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9"/>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9"/>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9"/>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9"/>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9"/>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9"/>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9"/>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9"/>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9"/>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9"/>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9"/>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9"/>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9"/>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9"/>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9"/>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9"/>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9"/>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9"/>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9"/>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9"/>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9"/>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9"/>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9"/>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9"/>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9"/>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9"/>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9"/>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9"/>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9"/>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9"/>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9"/>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9"/>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9"/>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9"/>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9"/>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9"/>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9"/>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9"/>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9"/>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9"/>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9"/>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9"/>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9"/>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9"/>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9"/>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9"/>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9"/>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9"/>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9"/>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9"/>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9"/>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9"/>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9"/>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9"/>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9"/>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9"/>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9"/>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9"/>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9"/>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9"/>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9"/>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9"/>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9"/>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9"/>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9"/>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9"/>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9"/>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9"/>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9"/>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9"/>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9"/>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9"/>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9"/>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9"/>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9"/>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9"/>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9"/>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9"/>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9"/>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9"/>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9"/>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9"/>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9"/>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9"/>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9"/>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9"/>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9"/>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9"/>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9"/>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9"/>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9"/>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9"/>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9"/>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9"/>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9"/>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9"/>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9"/>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9"/>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9"/>
          <p:cNvGrpSpPr/>
          <p:nvPr/>
        </p:nvGrpSpPr>
        <p:grpSpPr>
          <a:xfrm>
            <a:off x="3450485" y="919691"/>
            <a:ext cx="2310381" cy="1488888"/>
            <a:chOff x="229225" y="549050"/>
            <a:chExt cx="7161750" cy="4615275"/>
          </a:xfrm>
        </p:grpSpPr>
        <p:sp>
          <p:nvSpPr>
            <p:cNvPr id="7114" name="Google Shape;7114;p6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9"/>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69"/>
          <p:cNvGrpSpPr/>
          <p:nvPr/>
        </p:nvGrpSpPr>
        <p:grpSpPr>
          <a:xfrm>
            <a:off x="3548403" y="2849588"/>
            <a:ext cx="2310282" cy="1374222"/>
            <a:chOff x="238125" y="732525"/>
            <a:chExt cx="7130500" cy="4241425"/>
          </a:xfrm>
        </p:grpSpPr>
        <p:sp>
          <p:nvSpPr>
            <p:cNvPr id="7232" name="Google Shape;7232;p6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9" name="Shape 7349"/>
        <p:cNvGrpSpPr/>
        <p:nvPr/>
      </p:nvGrpSpPr>
      <p:grpSpPr>
        <a:xfrm>
          <a:off x="0" y="0"/>
          <a:ext cx="0" cy="0"/>
          <a:chOff x="0" y="0"/>
          <a:chExt cx="0" cy="0"/>
        </a:xfrm>
      </p:grpSpPr>
      <p:grpSp>
        <p:nvGrpSpPr>
          <p:cNvPr id="7350" name="Google Shape;7350;p70"/>
          <p:cNvGrpSpPr/>
          <p:nvPr/>
        </p:nvGrpSpPr>
        <p:grpSpPr>
          <a:xfrm>
            <a:off x="2100560" y="3398663"/>
            <a:ext cx="1102891" cy="760337"/>
            <a:chOff x="4967783" y="2151471"/>
            <a:chExt cx="3920692" cy="2702940"/>
          </a:xfrm>
        </p:grpSpPr>
        <p:grpSp>
          <p:nvGrpSpPr>
            <p:cNvPr id="7351" name="Google Shape;7351;p70"/>
            <p:cNvGrpSpPr/>
            <p:nvPr/>
          </p:nvGrpSpPr>
          <p:grpSpPr>
            <a:xfrm>
              <a:off x="5045709" y="2252109"/>
              <a:ext cx="3761071" cy="2501708"/>
              <a:chOff x="2691784" y="1805334"/>
              <a:chExt cx="3761071" cy="2501708"/>
            </a:xfrm>
          </p:grpSpPr>
          <p:sp>
            <p:nvSpPr>
              <p:cNvPr id="7352" name="Google Shape;7352;p7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70"/>
            <p:cNvGrpSpPr/>
            <p:nvPr/>
          </p:nvGrpSpPr>
          <p:grpSpPr>
            <a:xfrm>
              <a:off x="4967783" y="2151471"/>
              <a:ext cx="3920692" cy="2702940"/>
              <a:chOff x="2613858" y="1704696"/>
              <a:chExt cx="3920692" cy="2702940"/>
            </a:xfrm>
          </p:grpSpPr>
          <p:sp>
            <p:nvSpPr>
              <p:cNvPr id="7360" name="Google Shape;7360;p7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5" name="Google Shape;7365;p70"/>
          <p:cNvGrpSpPr/>
          <p:nvPr/>
        </p:nvGrpSpPr>
        <p:grpSpPr>
          <a:xfrm>
            <a:off x="3504468" y="1286940"/>
            <a:ext cx="1561911" cy="708580"/>
            <a:chOff x="3530532" y="1496185"/>
            <a:chExt cx="1561911" cy="708580"/>
          </a:xfrm>
        </p:grpSpPr>
        <p:grpSp>
          <p:nvGrpSpPr>
            <p:cNvPr id="7366" name="Google Shape;7366;p70"/>
            <p:cNvGrpSpPr/>
            <p:nvPr/>
          </p:nvGrpSpPr>
          <p:grpSpPr>
            <a:xfrm>
              <a:off x="3720318" y="1857562"/>
              <a:ext cx="1372125" cy="54"/>
              <a:chOff x="3720318" y="1857562"/>
              <a:chExt cx="1372125" cy="54"/>
            </a:xfrm>
          </p:grpSpPr>
          <p:cxnSp>
            <p:nvCxnSpPr>
              <p:cNvPr id="7367" name="Google Shape;7367;p70"/>
              <p:cNvCxnSpPr>
                <a:endCxn id="736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69" name="Google Shape;7369;p7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70" name="Google Shape;7370;p7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71" name="Google Shape;7371;p70"/>
              <p:cNvCxnSpPr>
                <a:stCxn id="736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72" name="Google Shape;7372;p70"/>
            <p:cNvGrpSpPr/>
            <p:nvPr/>
          </p:nvGrpSpPr>
          <p:grpSpPr>
            <a:xfrm>
              <a:off x="3567462" y="1496185"/>
              <a:ext cx="286500" cy="272914"/>
              <a:chOff x="3567462" y="1496185"/>
              <a:chExt cx="286500" cy="272914"/>
            </a:xfrm>
          </p:grpSpPr>
          <p:cxnSp>
            <p:nvCxnSpPr>
              <p:cNvPr id="7373" name="Google Shape;7373;p7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74" name="Google Shape;7374;p7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5" name="Google Shape;7375;p7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7" name="Google Shape;7377;p70"/>
            <p:cNvGrpSpPr/>
            <p:nvPr/>
          </p:nvGrpSpPr>
          <p:grpSpPr>
            <a:xfrm>
              <a:off x="3929014" y="1960574"/>
              <a:ext cx="286500" cy="242342"/>
              <a:chOff x="3929014" y="1960574"/>
              <a:chExt cx="286500" cy="242342"/>
            </a:xfrm>
          </p:grpSpPr>
          <p:cxnSp>
            <p:nvCxnSpPr>
              <p:cNvPr id="7378" name="Google Shape;7378;p7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79" name="Google Shape;7379;p7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70"/>
            <p:cNvGrpSpPr/>
            <p:nvPr/>
          </p:nvGrpSpPr>
          <p:grpSpPr>
            <a:xfrm>
              <a:off x="4290828" y="1496185"/>
              <a:ext cx="286500" cy="272914"/>
              <a:chOff x="4290828" y="1496185"/>
              <a:chExt cx="286500" cy="272914"/>
            </a:xfrm>
          </p:grpSpPr>
          <p:cxnSp>
            <p:nvCxnSpPr>
              <p:cNvPr id="7381" name="Google Shape;7381;p7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82" name="Google Shape;7382;p7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3" name="Google Shape;7383;p7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4" name="Google Shape;7384;p70"/>
            <p:cNvGrpSpPr/>
            <p:nvPr/>
          </p:nvGrpSpPr>
          <p:grpSpPr>
            <a:xfrm>
              <a:off x="4657726" y="1959674"/>
              <a:ext cx="286500" cy="245092"/>
              <a:chOff x="4657726" y="1959674"/>
              <a:chExt cx="286500" cy="245092"/>
            </a:xfrm>
          </p:grpSpPr>
          <p:cxnSp>
            <p:nvCxnSpPr>
              <p:cNvPr id="7385" name="Google Shape;7385;p7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86" name="Google Shape;7386;p7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7" name="Google Shape;7387;p70"/>
          <p:cNvGrpSpPr/>
          <p:nvPr/>
        </p:nvGrpSpPr>
        <p:grpSpPr>
          <a:xfrm>
            <a:off x="3486488" y="2149036"/>
            <a:ext cx="1597032" cy="378649"/>
            <a:chOff x="3512551" y="2358282"/>
            <a:chExt cx="1597032" cy="378649"/>
          </a:xfrm>
        </p:grpSpPr>
        <p:grpSp>
          <p:nvGrpSpPr>
            <p:cNvPr id="7388" name="Google Shape;7388;p70"/>
            <p:cNvGrpSpPr/>
            <p:nvPr/>
          </p:nvGrpSpPr>
          <p:grpSpPr>
            <a:xfrm>
              <a:off x="3738198" y="2553002"/>
              <a:ext cx="1145834" cy="117"/>
              <a:chOff x="3738198" y="2553002"/>
              <a:chExt cx="1145834" cy="117"/>
            </a:xfrm>
          </p:grpSpPr>
          <p:cxnSp>
            <p:nvCxnSpPr>
              <p:cNvPr id="7389" name="Google Shape;7389;p7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90" name="Google Shape;7390;p7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91" name="Google Shape;7391;p70"/>
              <p:cNvCxnSpPr>
                <a:stCxn id="7392" idx="6"/>
                <a:endCxn id="739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94" name="Google Shape;7394;p70"/>
            <p:cNvGrpSpPr/>
            <p:nvPr/>
          </p:nvGrpSpPr>
          <p:grpSpPr>
            <a:xfrm>
              <a:off x="3969644" y="2440153"/>
              <a:ext cx="225900" cy="296779"/>
              <a:chOff x="3969644" y="2440153"/>
              <a:chExt cx="225900" cy="296779"/>
            </a:xfrm>
          </p:grpSpPr>
          <p:cxnSp>
            <p:nvCxnSpPr>
              <p:cNvPr id="7395" name="Google Shape;7395;p7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93" name="Google Shape;7393;p7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70"/>
            <p:cNvGrpSpPr/>
            <p:nvPr/>
          </p:nvGrpSpPr>
          <p:grpSpPr>
            <a:xfrm>
              <a:off x="4426818" y="2358282"/>
              <a:ext cx="225600" cy="307471"/>
              <a:chOff x="4426818" y="2358282"/>
              <a:chExt cx="225600" cy="307471"/>
            </a:xfrm>
          </p:grpSpPr>
          <p:cxnSp>
            <p:nvCxnSpPr>
              <p:cNvPr id="7398" name="Google Shape;7398;p70"/>
              <p:cNvCxnSpPr>
                <a:stCxn id="739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400" name="Google Shape;7400;p7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70"/>
            <p:cNvGrpSpPr/>
            <p:nvPr/>
          </p:nvGrpSpPr>
          <p:grpSpPr>
            <a:xfrm>
              <a:off x="4883984" y="2440153"/>
              <a:ext cx="225600" cy="296479"/>
              <a:chOff x="4883984" y="2440153"/>
              <a:chExt cx="225600" cy="296479"/>
            </a:xfrm>
          </p:grpSpPr>
          <p:cxnSp>
            <p:nvCxnSpPr>
              <p:cNvPr id="7402" name="Google Shape;7402;p7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403" name="Google Shape;7403;p7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70"/>
            <p:cNvGrpSpPr/>
            <p:nvPr/>
          </p:nvGrpSpPr>
          <p:grpSpPr>
            <a:xfrm>
              <a:off x="3512551" y="2358356"/>
              <a:ext cx="225647" cy="307629"/>
              <a:chOff x="2182679" y="2005014"/>
              <a:chExt cx="792300" cy="1080158"/>
            </a:xfrm>
          </p:grpSpPr>
          <p:cxnSp>
            <p:nvCxnSpPr>
              <p:cNvPr id="7406" name="Google Shape;7406;p70"/>
              <p:cNvCxnSpPr>
                <a:stCxn id="740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92" name="Google Shape;7392;p7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8" name="Google Shape;7408;p70"/>
          <p:cNvGrpSpPr/>
          <p:nvPr/>
        </p:nvGrpSpPr>
        <p:grpSpPr>
          <a:xfrm>
            <a:off x="6846570" y="972834"/>
            <a:ext cx="1559809" cy="722610"/>
            <a:chOff x="634175" y="2986275"/>
            <a:chExt cx="3147949" cy="1458344"/>
          </a:xfrm>
        </p:grpSpPr>
        <p:cxnSp>
          <p:nvCxnSpPr>
            <p:cNvPr id="7409" name="Google Shape;7409;p70"/>
            <p:cNvCxnSpPr>
              <a:stCxn id="7410" idx="4"/>
              <a:endCxn id="741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412" name="Google Shape;7412;p70"/>
            <p:cNvCxnSpPr>
              <a:stCxn id="7411" idx="0"/>
              <a:endCxn id="741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14" name="Google Shape;7414;p70"/>
            <p:cNvCxnSpPr>
              <a:stCxn id="7413" idx="4"/>
              <a:endCxn id="741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16" name="Google Shape;7416;p70"/>
            <p:cNvCxnSpPr>
              <a:stCxn id="7415" idx="0"/>
              <a:endCxn id="741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417" name="Google Shape;7417;p7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3" name="Google Shape;7413;p7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0" name="Google Shape;7410;p7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5" name="Google Shape;7415;p7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1" name="Google Shape;7411;p7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18" name="Google Shape;7418;p70"/>
          <p:cNvGrpSpPr/>
          <p:nvPr/>
        </p:nvGrpSpPr>
        <p:grpSpPr>
          <a:xfrm>
            <a:off x="3500360" y="2682741"/>
            <a:ext cx="1570719" cy="294123"/>
            <a:chOff x="998425" y="1182125"/>
            <a:chExt cx="1065400" cy="199500"/>
          </a:xfrm>
        </p:grpSpPr>
        <p:sp>
          <p:nvSpPr>
            <p:cNvPr id="7419" name="Google Shape;7419;p7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70"/>
          <p:cNvGrpSpPr/>
          <p:nvPr/>
        </p:nvGrpSpPr>
        <p:grpSpPr>
          <a:xfrm>
            <a:off x="6843616" y="1800228"/>
            <a:ext cx="1565716" cy="366729"/>
            <a:chOff x="1247650" y="2075423"/>
            <a:chExt cx="6648477" cy="1557238"/>
          </a:xfrm>
        </p:grpSpPr>
        <p:sp>
          <p:nvSpPr>
            <p:cNvPr id="7425" name="Google Shape;7425;p7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70"/>
          <p:cNvGrpSpPr/>
          <p:nvPr/>
        </p:nvGrpSpPr>
        <p:grpSpPr>
          <a:xfrm>
            <a:off x="6827928" y="2949043"/>
            <a:ext cx="1597061" cy="663440"/>
            <a:chOff x="6796238" y="3158297"/>
            <a:chExt cx="1630319" cy="677257"/>
          </a:xfrm>
        </p:grpSpPr>
        <p:cxnSp>
          <p:nvCxnSpPr>
            <p:cNvPr id="7432" name="Google Shape;7432;p7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33" name="Google Shape;7433;p7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34" name="Google Shape;7434;p7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35" name="Google Shape;7435;p7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36" name="Google Shape;7436;p70"/>
            <p:cNvGrpSpPr/>
            <p:nvPr/>
          </p:nvGrpSpPr>
          <p:grpSpPr>
            <a:xfrm>
              <a:off x="6796238" y="3311904"/>
              <a:ext cx="1630319" cy="377697"/>
              <a:chOff x="6796238" y="3311904"/>
              <a:chExt cx="1630319" cy="377697"/>
            </a:xfrm>
          </p:grpSpPr>
          <p:sp>
            <p:nvSpPr>
              <p:cNvPr id="7437" name="Google Shape;7437;p7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0" name="Google Shape;7440;p70"/>
          <p:cNvGrpSpPr/>
          <p:nvPr/>
        </p:nvGrpSpPr>
        <p:grpSpPr>
          <a:xfrm>
            <a:off x="5349066" y="970435"/>
            <a:ext cx="1368606" cy="1593805"/>
            <a:chOff x="1839112" y="2209163"/>
            <a:chExt cx="1918159" cy="2233784"/>
          </a:xfrm>
        </p:grpSpPr>
        <p:sp>
          <p:nvSpPr>
            <p:cNvPr id="7441" name="Google Shape;7441;p7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44" name="Google Shape;7444;p70"/>
            <p:cNvCxnSpPr>
              <a:stCxn id="7441" idx="6"/>
              <a:endCxn id="744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45" name="Google Shape;7445;p70"/>
            <p:cNvCxnSpPr>
              <a:stCxn id="7442" idx="4"/>
              <a:endCxn id="744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47" name="Google Shape;7447;p70"/>
            <p:cNvCxnSpPr>
              <a:stCxn id="7446" idx="6"/>
              <a:endCxn id="744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48" name="Google Shape;7448;p70"/>
            <p:cNvCxnSpPr>
              <a:stCxn id="7443" idx="4"/>
              <a:endCxn id="744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46" name="Google Shape;7446;p7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1" name="Google Shape;7451;p70"/>
            <p:cNvCxnSpPr>
              <a:endCxn id="745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52" name="Google Shape;7452;p70"/>
          <p:cNvGrpSpPr/>
          <p:nvPr/>
        </p:nvGrpSpPr>
        <p:grpSpPr>
          <a:xfrm>
            <a:off x="3481439" y="976671"/>
            <a:ext cx="1637968" cy="154942"/>
            <a:chOff x="238125" y="2506075"/>
            <a:chExt cx="7115411" cy="673075"/>
          </a:xfrm>
        </p:grpSpPr>
        <p:sp>
          <p:nvSpPr>
            <p:cNvPr id="7453" name="Google Shape;7453;p7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70"/>
          <p:cNvGrpSpPr/>
          <p:nvPr/>
        </p:nvGrpSpPr>
        <p:grpSpPr>
          <a:xfrm>
            <a:off x="720124" y="1298269"/>
            <a:ext cx="2476762" cy="91743"/>
            <a:chOff x="1464850" y="436376"/>
            <a:chExt cx="6001362" cy="222300"/>
          </a:xfrm>
        </p:grpSpPr>
        <p:sp>
          <p:nvSpPr>
            <p:cNvPr id="7459" name="Google Shape;7459;p7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4" name="Google Shape;7464;p7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5" name="Google Shape;7465;p7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6" name="Google Shape;7466;p7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7" name="Google Shape;7467;p7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68" name="Google Shape;7468;p70"/>
          <p:cNvGrpSpPr/>
          <p:nvPr/>
        </p:nvGrpSpPr>
        <p:grpSpPr>
          <a:xfrm>
            <a:off x="706391" y="2533734"/>
            <a:ext cx="1452710" cy="651923"/>
            <a:chOff x="803162" y="2667727"/>
            <a:chExt cx="1411906" cy="633611"/>
          </a:xfrm>
        </p:grpSpPr>
        <p:cxnSp>
          <p:nvCxnSpPr>
            <p:cNvPr id="7469" name="Google Shape;7469;p70"/>
            <p:cNvCxnSpPr>
              <a:stCxn id="7470" idx="2"/>
              <a:endCxn id="747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2" name="Google Shape;7472;p70"/>
            <p:cNvCxnSpPr>
              <a:stCxn id="7473" idx="0"/>
              <a:endCxn id="747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4" name="Google Shape;7474;p70"/>
            <p:cNvCxnSpPr>
              <a:stCxn id="7473" idx="2"/>
              <a:endCxn id="747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6" name="Google Shape;7476;p70"/>
            <p:cNvCxnSpPr>
              <a:stCxn id="7477" idx="0"/>
              <a:endCxn id="747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8" name="Google Shape;7478;p70"/>
            <p:cNvCxnSpPr>
              <a:stCxn id="7471" idx="2"/>
              <a:endCxn id="747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80" name="Google Shape;7480;p70"/>
            <p:cNvCxnSpPr>
              <a:stCxn id="7481" idx="0"/>
              <a:endCxn id="747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77" name="Google Shape;7477;p7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5" name="Google Shape;7475;p7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81" name="Google Shape;7481;p7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9" name="Google Shape;7479;p7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1" name="Google Shape;7471;p7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3" name="Google Shape;7473;p7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0" name="Google Shape;7470;p7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82" name="Google Shape;7482;p70"/>
          <p:cNvGrpSpPr/>
          <p:nvPr/>
        </p:nvGrpSpPr>
        <p:grpSpPr>
          <a:xfrm>
            <a:off x="706393" y="969273"/>
            <a:ext cx="2518541" cy="209309"/>
            <a:chOff x="803163" y="1111966"/>
            <a:chExt cx="2447800" cy="203430"/>
          </a:xfrm>
        </p:grpSpPr>
        <p:grpSp>
          <p:nvGrpSpPr>
            <p:cNvPr id="7483" name="Google Shape;7483;p70"/>
            <p:cNvGrpSpPr/>
            <p:nvPr/>
          </p:nvGrpSpPr>
          <p:grpSpPr>
            <a:xfrm>
              <a:off x="1958180" y="1111966"/>
              <a:ext cx="588019" cy="121396"/>
              <a:chOff x="4808316" y="2800065"/>
              <a:chExt cx="1999386" cy="412910"/>
            </a:xfrm>
          </p:grpSpPr>
          <p:sp>
            <p:nvSpPr>
              <p:cNvPr id="7484" name="Google Shape;7484;p7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70"/>
              <p:cNvGrpSpPr/>
              <p:nvPr/>
            </p:nvGrpSpPr>
            <p:grpSpPr>
              <a:xfrm>
                <a:off x="4808316" y="2800065"/>
                <a:ext cx="92400" cy="411825"/>
                <a:chOff x="845575" y="2563700"/>
                <a:chExt cx="92400" cy="411825"/>
              </a:xfrm>
            </p:grpSpPr>
            <p:cxnSp>
              <p:nvCxnSpPr>
                <p:cNvPr id="7486" name="Google Shape;7486;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7" name="Google Shape;7487;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88" name="Google Shape;7488;p7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89" name="Google Shape;7489;p7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0" name="Google Shape;7490;p70"/>
            <p:cNvGrpSpPr/>
            <p:nvPr/>
          </p:nvGrpSpPr>
          <p:grpSpPr>
            <a:xfrm>
              <a:off x="803163" y="1111974"/>
              <a:ext cx="591158" cy="121545"/>
              <a:chOff x="803163" y="1111974"/>
              <a:chExt cx="591158" cy="121545"/>
            </a:xfrm>
          </p:grpSpPr>
          <p:grpSp>
            <p:nvGrpSpPr>
              <p:cNvPr id="7491" name="Google Shape;7491;p70"/>
              <p:cNvGrpSpPr/>
              <p:nvPr/>
            </p:nvGrpSpPr>
            <p:grpSpPr>
              <a:xfrm>
                <a:off x="803163" y="1111974"/>
                <a:ext cx="27175" cy="121077"/>
                <a:chOff x="845575" y="2563700"/>
                <a:chExt cx="92400" cy="411825"/>
              </a:xfrm>
            </p:grpSpPr>
            <p:cxnSp>
              <p:nvCxnSpPr>
                <p:cNvPr id="7492" name="Google Shape;7492;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3" name="Google Shape;7493;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4" name="Google Shape;7494;p7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70"/>
            <p:cNvGrpSpPr/>
            <p:nvPr/>
          </p:nvGrpSpPr>
          <p:grpSpPr>
            <a:xfrm>
              <a:off x="1381910" y="1194219"/>
              <a:ext cx="588341" cy="121177"/>
              <a:chOff x="1381910" y="1194219"/>
              <a:chExt cx="588341" cy="121177"/>
            </a:xfrm>
          </p:grpSpPr>
          <p:grpSp>
            <p:nvGrpSpPr>
              <p:cNvPr id="7496" name="Google Shape;7496;p70"/>
              <p:cNvGrpSpPr/>
              <p:nvPr/>
            </p:nvGrpSpPr>
            <p:grpSpPr>
              <a:xfrm rot="10800000">
                <a:off x="1381910" y="1194319"/>
                <a:ext cx="27175" cy="121077"/>
                <a:chOff x="2070100" y="2563700"/>
                <a:chExt cx="92400" cy="411825"/>
              </a:xfrm>
            </p:grpSpPr>
            <p:cxnSp>
              <p:nvCxnSpPr>
                <p:cNvPr id="7497" name="Google Shape;7497;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8" name="Google Shape;7498;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9" name="Google Shape;7499;p7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70"/>
            <p:cNvGrpSpPr/>
            <p:nvPr/>
          </p:nvGrpSpPr>
          <p:grpSpPr>
            <a:xfrm>
              <a:off x="2532079" y="1194219"/>
              <a:ext cx="704927" cy="121177"/>
              <a:chOff x="2532079" y="1194219"/>
              <a:chExt cx="704927" cy="121177"/>
            </a:xfrm>
          </p:grpSpPr>
          <p:grpSp>
            <p:nvGrpSpPr>
              <p:cNvPr id="7501" name="Google Shape;7501;p70"/>
              <p:cNvGrpSpPr/>
              <p:nvPr/>
            </p:nvGrpSpPr>
            <p:grpSpPr>
              <a:xfrm rot="10800000">
                <a:off x="2532079" y="1194319"/>
                <a:ext cx="27175" cy="121077"/>
                <a:chOff x="2070100" y="2563700"/>
                <a:chExt cx="92400" cy="411825"/>
              </a:xfrm>
            </p:grpSpPr>
            <p:cxnSp>
              <p:nvCxnSpPr>
                <p:cNvPr id="7502" name="Google Shape;7502;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03" name="Google Shape;7503;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4" name="Google Shape;7504;p7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5" name="Google Shape;7505;p70"/>
          <p:cNvGrpSpPr/>
          <p:nvPr/>
        </p:nvGrpSpPr>
        <p:grpSpPr>
          <a:xfrm>
            <a:off x="3499403" y="3665904"/>
            <a:ext cx="1567778" cy="491677"/>
            <a:chOff x="5194708" y="3484366"/>
            <a:chExt cx="3148148" cy="987304"/>
          </a:xfrm>
        </p:grpSpPr>
        <p:grpSp>
          <p:nvGrpSpPr>
            <p:cNvPr id="7506" name="Google Shape;7506;p70"/>
            <p:cNvGrpSpPr/>
            <p:nvPr/>
          </p:nvGrpSpPr>
          <p:grpSpPr>
            <a:xfrm>
              <a:off x="7531521" y="3484366"/>
              <a:ext cx="811335" cy="987304"/>
              <a:chOff x="3379425" y="1617275"/>
              <a:chExt cx="1090650" cy="1327200"/>
            </a:xfrm>
          </p:grpSpPr>
          <p:sp>
            <p:nvSpPr>
              <p:cNvPr id="7507" name="Google Shape;7507;p7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70"/>
            <p:cNvGrpSpPr/>
            <p:nvPr/>
          </p:nvGrpSpPr>
          <p:grpSpPr>
            <a:xfrm>
              <a:off x="6752546" y="3484366"/>
              <a:ext cx="811428" cy="987304"/>
              <a:chOff x="2332275" y="1617275"/>
              <a:chExt cx="1090775" cy="1327200"/>
            </a:xfrm>
          </p:grpSpPr>
          <p:sp>
            <p:nvSpPr>
              <p:cNvPr id="7511" name="Google Shape;7511;p7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0"/>
            <p:cNvGrpSpPr/>
            <p:nvPr/>
          </p:nvGrpSpPr>
          <p:grpSpPr>
            <a:xfrm>
              <a:off x="5973664" y="3484366"/>
              <a:ext cx="811335" cy="987304"/>
              <a:chOff x="1285250" y="1617275"/>
              <a:chExt cx="1090650" cy="1327200"/>
            </a:xfrm>
          </p:grpSpPr>
          <p:sp>
            <p:nvSpPr>
              <p:cNvPr id="7515" name="Google Shape;7515;p7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0"/>
            <p:cNvGrpSpPr/>
            <p:nvPr/>
          </p:nvGrpSpPr>
          <p:grpSpPr>
            <a:xfrm>
              <a:off x="5194708" y="3484366"/>
              <a:ext cx="811409" cy="987304"/>
              <a:chOff x="238125" y="1617275"/>
              <a:chExt cx="1090750" cy="1327200"/>
            </a:xfrm>
          </p:grpSpPr>
          <p:sp>
            <p:nvSpPr>
              <p:cNvPr id="7519" name="Google Shape;7519;p7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2" name="Google Shape;7522;p70"/>
          <p:cNvGrpSpPr/>
          <p:nvPr/>
        </p:nvGrpSpPr>
        <p:grpSpPr>
          <a:xfrm>
            <a:off x="3460012" y="3146315"/>
            <a:ext cx="1616964" cy="346256"/>
            <a:chOff x="1808063" y="4294338"/>
            <a:chExt cx="3370782" cy="721817"/>
          </a:xfrm>
        </p:grpSpPr>
        <p:sp>
          <p:nvSpPr>
            <p:cNvPr id="7523" name="Google Shape;7523;p7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70"/>
          <p:cNvGrpSpPr/>
          <p:nvPr/>
        </p:nvGrpSpPr>
        <p:grpSpPr>
          <a:xfrm>
            <a:off x="738224" y="3432344"/>
            <a:ext cx="1295882" cy="646587"/>
            <a:chOff x="834100" y="3642869"/>
            <a:chExt cx="1259483" cy="628426"/>
          </a:xfrm>
        </p:grpSpPr>
        <p:sp>
          <p:nvSpPr>
            <p:cNvPr id="7534" name="Google Shape;7534;p7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9" name="Google Shape;7559;p70"/>
            <p:cNvGrpSpPr/>
            <p:nvPr/>
          </p:nvGrpSpPr>
          <p:grpSpPr>
            <a:xfrm>
              <a:off x="1360364" y="3847835"/>
              <a:ext cx="208119" cy="224359"/>
              <a:chOff x="1360769" y="3847100"/>
              <a:chExt cx="208119" cy="224359"/>
            </a:xfrm>
          </p:grpSpPr>
          <p:sp>
            <p:nvSpPr>
              <p:cNvPr id="7560" name="Google Shape;7560;p7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0" name="Google Shape;7580;p7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70"/>
          <p:cNvGrpSpPr/>
          <p:nvPr/>
        </p:nvGrpSpPr>
        <p:grpSpPr>
          <a:xfrm rot="5400000">
            <a:off x="5951337" y="3228841"/>
            <a:ext cx="164064" cy="1414916"/>
            <a:chOff x="4428249" y="1369375"/>
            <a:chExt cx="36905" cy="429569"/>
          </a:xfrm>
        </p:grpSpPr>
        <p:sp>
          <p:nvSpPr>
            <p:cNvPr id="7595" name="Google Shape;7595;p7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0"/>
          <p:cNvGrpSpPr/>
          <p:nvPr/>
        </p:nvGrpSpPr>
        <p:grpSpPr>
          <a:xfrm flipH="1" rot="10800000">
            <a:off x="5323766" y="2817385"/>
            <a:ext cx="1419207" cy="24808"/>
            <a:chOff x="219558" y="4738465"/>
            <a:chExt cx="5852400" cy="102300"/>
          </a:xfrm>
        </p:grpSpPr>
        <p:cxnSp>
          <p:nvCxnSpPr>
            <p:cNvPr id="7628" name="Google Shape;7628;p7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629" name="Google Shape;7629;p7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70"/>
          <p:cNvGrpSpPr/>
          <p:nvPr/>
        </p:nvGrpSpPr>
        <p:grpSpPr>
          <a:xfrm>
            <a:off x="5335084" y="3190448"/>
            <a:ext cx="1396570" cy="385016"/>
            <a:chOff x="5286284" y="2966544"/>
            <a:chExt cx="1396570" cy="385016"/>
          </a:xfrm>
        </p:grpSpPr>
        <p:cxnSp>
          <p:nvCxnSpPr>
            <p:cNvPr id="7635" name="Google Shape;7635;p7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36" name="Google Shape;7636;p7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37" name="Google Shape;7637;p70"/>
            <p:cNvGrpSpPr/>
            <p:nvPr/>
          </p:nvGrpSpPr>
          <p:grpSpPr>
            <a:xfrm>
              <a:off x="5287688" y="3173364"/>
              <a:ext cx="1395166" cy="74100"/>
              <a:chOff x="5287688" y="3173364"/>
              <a:chExt cx="1395166" cy="74100"/>
            </a:xfrm>
          </p:grpSpPr>
          <p:cxnSp>
            <p:nvCxnSpPr>
              <p:cNvPr id="7638" name="Google Shape;7638;p7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39" name="Google Shape;7639;p7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40" name="Google Shape;7640;p7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1" name="Google Shape;7641;p7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2" name="Google Shape;7642;p7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3" name="Google Shape;7643;p7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4" name="Google Shape;7644;p7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5" name="Google Shape;7645;p7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46" name="Google Shape;7646;p7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47" name="Google Shape;7647;p70"/>
          <p:cNvGrpSpPr/>
          <p:nvPr/>
        </p:nvGrpSpPr>
        <p:grpSpPr>
          <a:xfrm>
            <a:off x="2021150" y="1609224"/>
            <a:ext cx="1182276" cy="662027"/>
            <a:chOff x="2029517" y="1732295"/>
            <a:chExt cx="1149068" cy="643432"/>
          </a:xfrm>
        </p:grpSpPr>
        <p:grpSp>
          <p:nvGrpSpPr>
            <p:cNvPr id="7648" name="Google Shape;7648;p70"/>
            <p:cNvGrpSpPr/>
            <p:nvPr/>
          </p:nvGrpSpPr>
          <p:grpSpPr>
            <a:xfrm>
              <a:off x="2708660" y="1746937"/>
              <a:ext cx="455427" cy="244429"/>
              <a:chOff x="2700693" y="1746937"/>
              <a:chExt cx="455427" cy="244429"/>
            </a:xfrm>
          </p:grpSpPr>
          <p:grpSp>
            <p:nvGrpSpPr>
              <p:cNvPr id="7649" name="Google Shape;7649;p70"/>
              <p:cNvGrpSpPr/>
              <p:nvPr/>
            </p:nvGrpSpPr>
            <p:grpSpPr>
              <a:xfrm>
                <a:off x="2905682" y="1782817"/>
                <a:ext cx="250438" cy="208549"/>
                <a:chOff x="2905682" y="1782817"/>
                <a:chExt cx="250438" cy="208549"/>
              </a:xfrm>
            </p:grpSpPr>
            <p:cxnSp>
              <p:nvCxnSpPr>
                <p:cNvPr id="7650" name="Google Shape;7650;p7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1" name="Google Shape;7651;p7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70"/>
              <p:cNvGrpSpPr/>
              <p:nvPr/>
            </p:nvGrpSpPr>
            <p:grpSpPr>
              <a:xfrm>
                <a:off x="2700693" y="1746937"/>
                <a:ext cx="449967" cy="72374"/>
                <a:chOff x="2700693" y="1746937"/>
                <a:chExt cx="449967" cy="72374"/>
              </a:xfrm>
            </p:grpSpPr>
            <p:cxnSp>
              <p:nvCxnSpPr>
                <p:cNvPr id="7653" name="Google Shape;7653;p7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4" name="Google Shape;7654;p7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5" name="Google Shape;7655;p70"/>
            <p:cNvGrpSpPr/>
            <p:nvPr/>
          </p:nvGrpSpPr>
          <p:grpSpPr>
            <a:xfrm>
              <a:off x="2029517" y="1732295"/>
              <a:ext cx="1149068" cy="643432"/>
              <a:chOff x="2029517" y="1732295"/>
              <a:chExt cx="1149068" cy="643432"/>
            </a:xfrm>
          </p:grpSpPr>
          <p:grpSp>
            <p:nvGrpSpPr>
              <p:cNvPr id="7656" name="Google Shape;7656;p70"/>
              <p:cNvGrpSpPr/>
              <p:nvPr/>
            </p:nvGrpSpPr>
            <p:grpSpPr>
              <a:xfrm>
                <a:off x="2703618" y="2103152"/>
                <a:ext cx="474966" cy="260017"/>
                <a:chOff x="2703618" y="2103152"/>
                <a:chExt cx="474966" cy="260017"/>
              </a:xfrm>
            </p:grpSpPr>
            <p:grpSp>
              <p:nvGrpSpPr>
                <p:cNvPr id="7657" name="Google Shape;7657;p70"/>
                <p:cNvGrpSpPr/>
                <p:nvPr/>
              </p:nvGrpSpPr>
              <p:grpSpPr>
                <a:xfrm>
                  <a:off x="2703618" y="2290640"/>
                  <a:ext cx="450291" cy="72529"/>
                  <a:chOff x="2703618" y="2290640"/>
                  <a:chExt cx="450291" cy="72529"/>
                </a:xfrm>
              </p:grpSpPr>
              <p:cxnSp>
                <p:nvCxnSpPr>
                  <p:cNvPr id="7658" name="Google Shape;7658;p7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9" name="Google Shape;7659;p7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70"/>
                <p:cNvGrpSpPr/>
                <p:nvPr/>
              </p:nvGrpSpPr>
              <p:grpSpPr>
                <a:xfrm>
                  <a:off x="2908607" y="2103152"/>
                  <a:ext cx="269977" cy="223538"/>
                  <a:chOff x="2908607" y="2103152"/>
                  <a:chExt cx="269977" cy="223538"/>
                </a:xfrm>
              </p:grpSpPr>
              <p:cxnSp>
                <p:nvCxnSpPr>
                  <p:cNvPr id="7661" name="Google Shape;7661;p7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62" name="Google Shape;7662;p7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3" name="Google Shape;7663;p70"/>
              <p:cNvGrpSpPr/>
              <p:nvPr/>
            </p:nvGrpSpPr>
            <p:grpSpPr>
              <a:xfrm>
                <a:off x="2029517" y="1732295"/>
                <a:ext cx="685827" cy="643432"/>
                <a:chOff x="2029517" y="1732295"/>
                <a:chExt cx="685827" cy="643432"/>
              </a:xfrm>
            </p:grpSpPr>
            <p:sp>
              <p:nvSpPr>
                <p:cNvPr id="7664" name="Google Shape;7664;p7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5" name="Google Shape;7665;p70"/>
                <p:cNvGrpSpPr/>
                <p:nvPr/>
              </p:nvGrpSpPr>
              <p:grpSpPr>
                <a:xfrm>
                  <a:off x="2158948" y="1732295"/>
                  <a:ext cx="556396" cy="333108"/>
                  <a:chOff x="2158948" y="1732295"/>
                  <a:chExt cx="556396" cy="333108"/>
                </a:xfrm>
              </p:grpSpPr>
              <p:cxnSp>
                <p:nvCxnSpPr>
                  <p:cNvPr id="7666" name="Google Shape;7666;p7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67" name="Google Shape;7667;p7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70"/>
                <p:cNvGrpSpPr/>
                <p:nvPr/>
              </p:nvGrpSpPr>
              <p:grpSpPr>
                <a:xfrm>
                  <a:off x="2159908" y="2065057"/>
                  <a:ext cx="550884" cy="310670"/>
                  <a:chOff x="2159908" y="2065057"/>
                  <a:chExt cx="550884" cy="310670"/>
                </a:xfrm>
              </p:grpSpPr>
              <p:cxnSp>
                <p:nvCxnSpPr>
                  <p:cNvPr id="7669" name="Google Shape;7669;p7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70" name="Google Shape;7670;p7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71" name="Google Shape;7671;p70"/>
          <p:cNvGrpSpPr/>
          <p:nvPr/>
        </p:nvGrpSpPr>
        <p:grpSpPr>
          <a:xfrm>
            <a:off x="706399" y="1556837"/>
            <a:ext cx="962651" cy="810058"/>
            <a:chOff x="732462" y="1766083"/>
            <a:chExt cx="962651" cy="810058"/>
          </a:xfrm>
        </p:grpSpPr>
        <p:grpSp>
          <p:nvGrpSpPr>
            <p:cNvPr id="7672" name="Google Shape;7672;p70"/>
            <p:cNvGrpSpPr/>
            <p:nvPr/>
          </p:nvGrpSpPr>
          <p:grpSpPr>
            <a:xfrm>
              <a:off x="732462" y="1908333"/>
              <a:ext cx="339369" cy="524756"/>
              <a:chOff x="844912" y="1819635"/>
              <a:chExt cx="329836" cy="510016"/>
            </a:xfrm>
          </p:grpSpPr>
          <p:sp>
            <p:nvSpPr>
              <p:cNvPr id="7673" name="Google Shape;7673;p7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0"/>
            <p:cNvGrpSpPr/>
            <p:nvPr/>
          </p:nvGrpSpPr>
          <p:grpSpPr>
            <a:xfrm>
              <a:off x="1184858" y="2256650"/>
              <a:ext cx="510255" cy="319491"/>
              <a:chOff x="1284601" y="2158168"/>
              <a:chExt cx="495923" cy="310517"/>
            </a:xfrm>
          </p:grpSpPr>
          <p:sp>
            <p:nvSpPr>
              <p:cNvPr id="7680" name="Google Shape;7680;p7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1" name="Google Shape;7681;p70"/>
              <p:cNvGrpSpPr/>
              <p:nvPr/>
            </p:nvGrpSpPr>
            <p:grpSpPr>
              <a:xfrm>
                <a:off x="1507666" y="2158168"/>
                <a:ext cx="272858" cy="310517"/>
                <a:chOff x="1507666" y="2158168"/>
                <a:chExt cx="272858" cy="310517"/>
              </a:xfrm>
            </p:grpSpPr>
            <p:grpSp>
              <p:nvGrpSpPr>
                <p:cNvPr id="7682" name="Google Shape;7682;p70"/>
                <p:cNvGrpSpPr/>
                <p:nvPr/>
              </p:nvGrpSpPr>
              <p:grpSpPr>
                <a:xfrm>
                  <a:off x="1507666" y="2176104"/>
                  <a:ext cx="166395" cy="273149"/>
                  <a:chOff x="1507666" y="2176104"/>
                  <a:chExt cx="166395" cy="273149"/>
                </a:xfrm>
              </p:grpSpPr>
              <p:sp>
                <p:nvSpPr>
                  <p:cNvPr id="7683" name="Google Shape;7683;p7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0" name="Google Shape;7690;p7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2" name="Google Shape;7692;p70"/>
            <p:cNvGrpSpPr/>
            <p:nvPr/>
          </p:nvGrpSpPr>
          <p:grpSpPr>
            <a:xfrm>
              <a:off x="1184858" y="1766083"/>
              <a:ext cx="510255" cy="319491"/>
              <a:chOff x="1284601" y="1681380"/>
              <a:chExt cx="495923" cy="310517"/>
            </a:xfrm>
          </p:grpSpPr>
          <p:sp>
            <p:nvSpPr>
              <p:cNvPr id="7693" name="Google Shape;7693;p7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4" name="Google Shape;7694;p70"/>
              <p:cNvGrpSpPr/>
              <p:nvPr/>
            </p:nvGrpSpPr>
            <p:grpSpPr>
              <a:xfrm>
                <a:off x="1507666" y="1681380"/>
                <a:ext cx="272858" cy="310517"/>
                <a:chOff x="1507666" y="1681380"/>
                <a:chExt cx="272858" cy="310517"/>
              </a:xfrm>
            </p:grpSpPr>
            <p:grpSp>
              <p:nvGrpSpPr>
                <p:cNvPr id="7695" name="Google Shape;7695;p70"/>
                <p:cNvGrpSpPr/>
                <p:nvPr/>
              </p:nvGrpSpPr>
              <p:grpSpPr>
                <a:xfrm>
                  <a:off x="1507666" y="1700120"/>
                  <a:ext cx="166395" cy="272984"/>
                  <a:chOff x="1507666" y="1700120"/>
                  <a:chExt cx="166395" cy="272984"/>
                </a:xfrm>
              </p:grpSpPr>
              <p:sp>
                <p:nvSpPr>
                  <p:cNvPr id="7696" name="Google Shape;7696;p7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3" name="Google Shape;7703;p7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05" name="Google Shape;7705;p70"/>
          <p:cNvGrpSpPr/>
          <p:nvPr/>
        </p:nvGrpSpPr>
        <p:grpSpPr>
          <a:xfrm>
            <a:off x="6815339" y="2324267"/>
            <a:ext cx="1622269" cy="552443"/>
            <a:chOff x="6894650" y="2574740"/>
            <a:chExt cx="1445100" cy="492111"/>
          </a:xfrm>
        </p:grpSpPr>
        <p:sp>
          <p:nvSpPr>
            <p:cNvPr id="7706" name="Google Shape;7706;p7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11" name="Google Shape;7711;p7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712" name="Google Shape;7712;p70"/>
          <p:cNvGrpSpPr/>
          <p:nvPr/>
        </p:nvGrpSpPr>
        <p:grpSpPr>
          <a:xfrm>
            <a:off x="6834882" y="3698522"/>
            <a:ext cx="1583206" cy="475705"/>
            <a:chOff x="6953919" y="3907920"/>
            <a:chExt cx="1377300" cy="475705"/>
          </a:xfrm>
        </p:grpSpPr>
        <p:cxnSp>
          <p:nvCxnSpPr>
            <p:cNvPr id="7713" name="Google Shape;7713;p7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14" name="Google Shape;7714;p7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715" name="Google Shape;7715;p7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16" name="Google Shape;7716;p7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717" name="Google Shape;7717;p7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718" name="Google Shape;7718;p70"/>
          <p:cNvGrpSpPr/>
          <p:nvPr/>
        </p:nvGrpSpPr>
        <p:grpSpPr>
          <a:xfrm>
            <a:off x="2338470" y="2459668"/>
            <a:ext cx="836286" cy="824529"/>
            <a:chOff x="2389399" y="2595741"/>
            <a:chExt cx="812796" cy="801369"/>
          </a:xfrm>
        </p:grpSpPr>
        <p:grpSp>
          <p:nvGrpSpPr>
            <p:cNvPr id="7719" name="Google Shape;7719;p70"/>
            <p:cNvGrpSpPr/>
            <p:nvPr/>
          </p:nvGrpSpPr>
          <p:grpSpPr>
            <a:xfrm>
              <a:off x="2492145" y="2881565"/>
              <a:ext cx="607300" cy="229751"/>
              <a:chOff x="2492145" y="2881565"/>
              <a:chExt cx="607300" cy="229751"/>
            </a:xfrm>
          </p:grpSpPr>
          <p:sp>
            <p:nvSpPr>
              <p:cNvPr id="7720" name="Google Shape;7720;p7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70"/>
            <p:cNvGrpSpPr/>
            <p:nvPr/>
          </p:nvGrpSpPr>
          <p:grpSpPr>
            <a:xfrm>
              <a:off x="2389399" y="2595741"/>
              <a:ext cx="812796" cy="296825"/>
              <a:chOff x="2389399" y="2595741"/>
              <a:chExt cx="812796" cy="296825"/>
            </a:xfrm>
          </p:grpSpPr>
          <p:grpSp>
            <p:nvGrpSpPr>
              <p:cNvPr id="7724" name="Google Shape;7724;p70"/>
              <p:cNvGrpSpPr/>
              <p:nvPr/>
            </p:nvGrpSpPr>
            <p:grpSpPr>
              <a:xfrm>
                <a:off x="2389399" y="2595741"/>
                <a:ext cx="363638" cy="296825"/>
                <a:chOff x="2389399" y="2595741"/>
                <a:chExt cx="363638" cy="296825"/>
              </a:xfrm>
            </p:grpSpPr>
            <p:grpSp>
              <p:nvGrpSpPr>
                <p:cNvPr id="7725" name="Google Shape;7725;p70"/>
                <p:cNvGrpSpPr/>
                <p:nvPr/>
              </p:nvGrpSpPr>
              <p:grpSpPr>
                <a:xfrm>
                  <a:off x="2493852" y="2794333"/>
                  <a:ext cx="259185" cy="98232"/>
                  <a:chOff x="2493852" y="2794333"/>
                  <a:chExt cx="259185" cy="98232"/>
                </a:xfrm>
              </p:grpSpPr>
              <p:sp>
                <p:nvSpPr>
                  <p:cNvPr id="7726" name="Google Shape;7726;p7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70"/>
                <p:cNvGrpSpPr/>
                <p:nvPr/>
              </p:nvGrpSpPr>
              <p:grpSpPr>
                <a:xfrm>
                  <a:off x="2389399" y="2595741"/>
                  <a:ext cx="224343" cy="182054"/>
                  <a:chOff x="2389399" y="2595741"/>
                  <a:chExt cx="224343" cy="182054"/>
                </a:xfrm>
              </p:grpSpPr>
              <p:sp>
                <p:nvSpPr>
                  <p:cNvPr id="7730" name="Google Shape;7730;p7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2" name="Google Shape;7732;p70"/>
              <p:cNvGrpSpPr/>
              <p:nvPr/>
            </p:nvGrpSpPr>
            <p:grpSpPr>
              <a:xfrm>
                <a:off x="2683630" y="2595741"/>
                <a:ext cx="224334" cy="296825"/>
                <a:chOff x="2683630" y="2595741"/>
                <a:chExt cx="224334" cy="296825"/>
              </a:xfrm>
            </p:grpSpPr>
            <p:grpSp>
              <p:nvGrpSpPr>
                <p:cNvPr id="7733" name="Google Shape;7733;p70"/>
                <p:cNvGrpSpPr/>
                <p:nvPr/>
              </p:nvGrpSpPr>
              <p:grpSpPr>
                <a:xfrm>
                  <a:off x="2788083" y="2794333"/>
                  <a:ext cx="15356" cy="98232"/>
                  <a:chOff x="2788083" y="2794333"/>
                  <a:chExt cx="15356" cy="98232"/>
                </a:xfrm>
              </p:grpSpPr>
              <p:sp>
                <p:nvSpPr>
                  <p:cNvPr id="7734" name="Google Shape;7734;p7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0"/>
                <p:cNvGrpSpPr/>
                <p:nvPr/>
              </p:nvGrpSpPr>
              <p:grpSpPr>
                <a:xfrm>
                  <a:off x="2683630" y="2595741"/>
                  <a:ext cx="224334" cy="182054"/>
                  <a:chOff x="2683630" y="2595741"/>
                  <a:chExt cx="224334" cy="182054"/>
                </a:xfrm>
              </p:grpSpPr>
              <p:sp>
                <p:nvSpPr>
                  <p:cNvPr id="7738" name="Google Shape;7738;p7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0" name="Google Shape;7740;p70"/>
              <p:cNvGrpSpPr/>
              <p:nvPr/>
            </p:nvGrpSpPr>
            <p:grpSpPr>
              <a:xfrm>
                <a:off x="2838475" y="2595741"/>
                <a:ext cx="363719" cy="296825"/>
                <a:chOff x="2838475" y="2595741"/>
                <a:chExt cx="363719" cy="296825"/>
              </a:xfrm>
            </p:grpSpPr>
            <p:grpSp>
              <p:nvGrpSpPr>
                <p:cNvPr id="7741" name="Google Shape;7741;p70"/>
                <p:cNvGrpSpPr/>
                <p:nvPr/>
              </p:nvGrpSpPr>
              <p:grpSpPr>
                <a:xfrm>
                  <a:off x="2838475" y="2794333"/>
                  <a:ext cx="259185" cy="98232"/>
                  <a:chOff x="2838475" y="2794333"/>
                  <a:chExt cx="259185" cy="98232"/>
                </a:xfrm>
              </p:grpSpPr>
              <p:sp>
                <p:nvSpPr>
                  <p:cNvPr id="7742" name="Google Shape;7742;p7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70"/>
                <p:cNvGrpSpPr/>
                <p:nvPr/>
              </p:nvGrpSpPr>
              <p:grpSpPr>
                <a:xfrm>
                  <a:off x="2977852" y="2595741"/>
                  <a:ext cx="224343" cy="182054"/>
                  <a:chOff x="2977852" y="2595741"/>
                  <a:chExt cx="224343" cy="182054"/>
                </a:xfrm>
              </p:grpSpPr>
              <p:sp>
                <p:nvSpPr>
                  <p:cNvPr id="7746" name="Google Shape;7746;p7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48" name="Google Shape;7748;p70"/>
            <p:cNvGrpSpPr/>
            <p:nvPr/>
          </p:nvGrpSpPr>
          <p:grpSpPr>
            <a:xfrm>
              <a:off x="2389399" y="3100241"/>
              <a:ext cx="812796" cy="296869"/>
              <a:chOff x="2389399" y="3100241"/>
              <a:chExt cx="812796" cy="296869"/>
            </a:xfrm>
          </p:grpSpPr>
          <p:grpSp>
            <p:nvGrpSpPr>
              <p:cNvPr id="7749" name="Google Shape;7749;p70"/>
              <p:cNvGrpSpPr/>
              <p:nvPr/>
            </p:nvGrpSpPr>
            <p:grpSpPr>
              <a:xfrm>
                <a:off x="2683630" y="3100241"/>
                <a:ext cx="224334" cy="296869"/>
                <a:chOff x="2683630" y="3100241"/>
                <a:chExt cx="224334" cy="296869"/>
              </a:xfrm>
            </p:grpSpPr>
            <p:grpSp>
              <p:nvGrpSpPr>
                <p:cNvPr id="7750" name="Google Shape;7750;p70"/>
                <p:cNvGrpSpPr/>
                <p:nvPr/>
              </p:nvGrpSpPr>
              <p:grpSpPr>
                <a:xfrm>
                  <a:off x="2788083" y="3100241"/>
                  <a:ext cx="15356" cy="98237"/>
                  <a:chOff x="2788083" y="3100241"/>
                  <a:chExt cx="15356" cy="98237"/>
                </a:xfrm>
              </p:grpSpPr>
              <p:sp>
                <p:nvSpPr>
                  <p:cNvPr id="7751" name="Google Shape;7751;p7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70"/>
                <p:cNvGrpSpPr/>
                <p:nvPr/>
              </p:nvGrpSpPr>
              <p:grpSpPr>
                <a:xfrm>
                  <a:off x="2683630" y="3215065"/>
                  <a:ext cx="224334" cy="182045"/>
                  <a:chOff x="2683630" y="3215065"/>
                  <a:chExt cx="224334" cy="182045"/>
                </a:xfrm>
              </p:grpSpPr>
              <p:sp>
                <p:nvSpPr>
                  <p:cNvPr id="7755" name="Google Shape;7755;p7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7" name="Google Shape;7757;p70"/>
              <p:cNvGrpSpPr/>
              <p:nvPr/>
            </p:nvGrpSpPr>
            <p:grpSpPr>
              <a:xfrm>
                <a:off x="2389399" y="3100241"/>
                <a:ext cx="363638" cy="296869"/>
                <a:chOff x="2389399" y="3100241"/>
                <a:chExt cx="363638" cy="296869"/>
              </a:xfrm>
            </p:grpSpPr>
            <p:grpSp>
              <p:nvGrpSpPr>
                <p:cNvPr id="7758" name="Google Shape;7758;p70"/>
                <p:cNvGrpSpPr/>
                <p:nvPr/>
              </p:nvGrpSpPr>
              <p:grpSpPr>
                <a:xfrm>
                  <a:off x="2493852" y="3100241"/>
                  <a:ext cx="259185" cy="98237"/>
                  <a:chOff x="2493852" y="3100241"/>
                  <a:chExt cx="259185" cy="98237"/>
                </a:xfrm>
              </p:grpSpPr>
              <p:sp>
                <p:nvSpPr>
                  <p:cNvPr id="7759" name="Google Shape;7759;p7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70"/>
                <p:cNvGrpSpPr/>
                <p:nvPr/>
              </p:nvGrpSpPr>
              <p:grpSpPr>
                <a:xfrm>
                  <a:off x="2389399" y="3215065"/>
                  <a:ext cx="224343" cy="182045"/>
                  <a:chOff x="2389399" y="3215065"/>
                  <a:chExt cx="224343" cy="182045"/>
                </a:xfrm>
              </p:grpSpPr>
              <p:sp>
                <p:nvSpPr>
                  <p:cNvPr id="7763" name="Google Shape;7763;p7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5" name="Google Shape;7765;p70"/>
              <p:cNvGrpSpPr/>
              <p:nvPr/>
            </p:nvGrpSpPr>
            <p:grpSpPr>
              <a:xfrm>
                <a:off x="2838475" y="3100241"/>
                <a:ext cx="363719" cy="296869"/>
                <a:chOff x="2838475" y="3100241"/>
                <a:chExt cx="363719" cy="296869"/>
              </a:xfrm>
            </p:grpSpPr>
            <p:grpSp>
              <p:nvGrpSpPr>
                <p:cNvPr id="7766" name="Google Shape;7766;p70"/>
                <p:cNvGrpSpPr/>
                <p:nvPr/>
              </p:nvGrpSpPr>
              <p:grpSpPr>
                <a:xfrm>
                  <a:off x="2838475" y="3100241"/>
                  <a:ext cx="259185" cy="98237"/>
                  <a:chOff x="2838475" y="3100241"/>
                  <a:chExt cx="259185" cy="98237"/>
                </a:xfrm>
              </p:grpSpPr>
              <p:sp>
                <p:nvSpPr>
                  <p:cNvPr id="7767" name="Google Shape;7767;p7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70"/>
                <p:cNvGrpSpPr/>
                <p:nvPr/>
              </p:nvGrpSpPr>
              <p:grpSpPr>
                <a:xfrm>
                  <a:off x="2977852" y="3215065"/>
                  <a:ext cx="224343" cy="182045"/>
                  <a:chOff x="2977852" y="3215065"/>
                  <a:chExt cx="224343" cy="182045"/>
                </a:xfrm>
              </p:grpSpPr>
              <p:sp>
                <p:nvSpPr>
                  <p:cNvPr id="7771" name="Google Shape;7771;p7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6" name="Shape 7776"/>
        <p:cNvGrpSpPr/>
        <p:nvPr/>
      </p:nvGrpSpPr>
      <p:grpSpPr>
        <a:xfrm>
          <a:off x="0" y="0"/>
          <a:ext cx="0" cy="0"/>
          <a:chOff x="0" y="0"/>
          <a:chExt cx="0" cy="0"/>
        </a:xfrm>
      </p:grpSpPr>
      <p:grpSp>
        <p:nvGrpSpPr>
          <p:cNvPr id="7777" name="Google Shape;7777;p71"/>
          <p:cNvGrpSpPr/>
          <p:nvPr/>
        </p:nvGrpSpPr>
        <p:grpSpPr>
          <a:xfrm>
            <a:off x="702088" y="3155922"/>
            <a:ext cx="2390414" cy="1024800"/>
            <a:chOff x="728925" y="3296613"/>
            <a:chExt cx="2390414" cy="1024800"/>
          </a:xfrm>
        </p:grpSpPr>
        <p:grpSp>
          <p:nvGrpSpPr>
            <p:cNvPr id="7778" name="Google Shape;7778;p71"/>
            <p:cNvGrpSpPr/>
            <p:nvPr/>
          </p:nvGrpSpPr>
          <p:grpSpPr>
            <a:xfrm>
              <a:off x="728925" y="3619800"/>
              <a:ext cx="2390414" cy="500893"/>
              <a:chOff x="728925" y="3619800"/>
              <a:chExt cx="2390414" cy="500893"/>
            </a:xfrm>
          </p:grpSpPr>
          <p:sp>
            <p:nvSpPr>
              <p:cNvPr id="7779" name="Google Shape;7779;p7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0" name="Google Shape;7780;p7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81" name="Google Shape;7781;p71"/>
            <p:cNvGrpSpPr/>
            <p:nvPr/>
          </p:nvGrpSpPr>
          <p:grpSpPr>
            <a:xfrm>
              <a:off x="1348050" y="3296613"/>
              <a:ext cx="1706152" cy="1024800"/>
              <a:chOff x="1348050" y="3296613"/>
              <a:chExt cx="1706152" cy="1024800"/>
            </a:xfrm>
          </p:grpSpPr>
          <p:sp>
            <p:nvSpPr>
              <p:cNvPr id="7782" name="Google Shape;7782;p7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3" name="Google Shape;7783;p7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4" name="Google Shape;7784;p7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5" name="Google Shape;7785;p7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6" name="Google Shape;7786;p7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87" name="Google Shape;7787;p71"/>
            <p:cNvGrpSpPr/>
            <p:nvPr/>
          </p:nvGrpSpPr>
          <p:grpSpPr>
            <a:xfrm>
              <a:off x="1455707" y="3654858"/>
              <a:ext cx="1491150" cy="417657"/>
              <a:chOff x="1455707" y="3654858"/>
              <a:chExt cx="1491150" cy="417657"/>
            </a:xfrm>
          </p:grpSpPr>
          <p:sp>
            <p:nvSpPr>
              <p:cNvPr id="7788" name="Google Shape;7788;p7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08" name="Google Shape;7808;p71"/>
          <p:cNvGraphicFramePr/>
          <p:nvPr/>
        </p:nvGraphicFramePr>
        <p:xfrm>
          <a:off x="5937787" y="2153834"/>
          <a:ext cx="3000000" cy="3000000"/>
        </p:xfrm>
        <a:graphic>
          <a:graphicData uri="http://schemas.openxmlformats.org/drawingml/2006/table">
            <a:tbl>
              <a:tblPr>
                <a:noFill/>
                <a:tableStyleId>{9EEC7CB3-EAE6-4A39-B62A-DE208ABE0CEE}</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7809" name="Google Shape;7809;p71"/>
          <p:cNvGrpSpPr/>
          <p:nvPr/>
        </p:nvGrpSpPr>
        <p:grpSpPr>
          <a:xfrm>
            <a:off x="710464" y="981599"/>
            <a:ext cx="2396505" cy="976502"/>
            <a:chOff x="749309" y="1112739"/>
            <a:chExt cx="2371603" cy="976502"/>
          </a:xfrm>
        </p:grpSpPr>
        <p:grpSp>
          <p:nvGrpSpPr>
            <p:cNvPr id="7810" name="Google Shape;7810;p71"/>
            <p:cNvGrpSpPr/>
            <p:nvPr/>
          </p:nvGrpSpPr>
          <p:grpSpPr>
            <a:xfrm>
              <a:off x="1092126" y="1112739"/>
              <a:ext cx="2028786" cy="975464"/>
              <a:chOff x="1092126" y="1112739"/>
              <a:chExt cx="2028786" cy="975464"/>
            </a:xfrm>
          </p:grpSpPr>
          <p:sp>
            <p:nvSpPr>
              <p:cNvPr id="7811" name="Google Shape;7811;p7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71"/>
            <p:cNvGrpSpPr/>
            <p:nvPr/>
          </p:nvGrpSpPr>
          <p:grpSpPr>
            <a:xfrm>
              <a:off x="749309" y="1112739"/>
              <a:ext cx="314700" cy="975464"/>
              <a:chOff x="749309" y="1112739"/>
              <a:chExt cx="314700" cy="975464"/>
            </a:xfrm>
          </p:grpSpPr>
          <p:sp>
            <p:nvSpPr>
              <p:cNvPr id="7836" name="Google Shape;7836;p7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0" name="Google Shape;7840;p7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44" name="Google Shape;7844;p71"/>
          <p:cNvGraphicFramePr/>
          <p:nvPr/>
        </p:nvGraphicFramePr>
        <p:xfrm>
          <a:off x="5937812" y="981584"/>
          <a:ext cx="3000000" cy="3000000"/>
        </p:xfrm>
        <a:graphic>
          <a:graphicData uri="http://schemas.openxmlformats.org/drawingml/2006/table">
            <a:tbl>
              <a:tblPr>
                <a:noFill/>
                <a:tableStyleId>{9EEC7CB3-EAE6-4A39-B62A-DE208ABE0CEE}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45" name="Google Shape;7845;p71"/>
          <p:cNvGraphicFramePr/>
          <p:nvPr/>
        </p:nvGraphicFramePr>
        <p:xfrm>
          <a:off x="3358675" y="2153834"/>
          <a:ext cx="3000000" cy="3000000"/>
        </p:xfrm>
        <a:graphic>
          <a:graphicData uri="http://schemas.openxmlformats.org/drawingml/2006/table">
            <a:tbl>
              <a:tblPr>
                <a:noFill/>
                <a:tableStyleId>{9EEC7CB3-EAE6-4A39-B62A-DE208ABE0CEE}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46" name="Google Shape;7846;p71"/>
          <p:cNvGrpSpPr/>
          <p:nvPr/>
        </p:nvGrpSpPr>
        <p:grpSpPr>
          <a:xfrm>
            <a:off x="3360661" y="3144795"/>
            <a:ext cx="2363377" cy="1047062"/>
            <a:chOff x="3358399" y="3285485"/>
            <a:chExt cx="2363377" cy="1047062"/>
          </a:xfrm>
        </p:grpSpPr>
        <p:grpSp>
          <p:nvGrpSpPr>
            <p:cNvPr id="7847" name="Google Shape;7847;p71"/>
            <p:cNvGrpSpPr/>
            <p:nvPr/>
          </p:nvGrpSpPr>
          <p:grpSpPr>
            <a:xfrm>
              <a:off x="3358412" y="3285485"/>
              <a:ext cx="2363244" cy="139500"/>
              <a:chOff x="3358412" y="3285485"/>
              <a:chExt cx="2363244" cy="139500"/>
            </a:xfrm>
          </p:grpSpPr>
          <p:sp>
            <p:nvSpPr>
              <p:cNvPr id="7848" name="Google Shape;7848;p7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1"/>
            <p:cNvGrpSpPr/>
            <p:nvPr/>
          </p:nvGrpSpPr>
          <p:grpSpPr>
            <a:xfrm>
              <a:off x="3358412" y="3466996"/>
              <a:ext cx="2363244" cy="139500"/>
              <a:chOff x="3358412" y="3466996"/>
              <a:chExt cx="2363244" cy="139500"/>
            </a:xfrm>
          </p:grpSpPr>
          <p:sp>
            <p:nvSpPr>
              <p:cNvPr id="7854" name="Google Shape;7854;p7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71"/>
            <p:cNvGrpSpPr/>
            <p:nvPr/>
          </p:nvGrpSpPr>
          <p:grpSpPr>
            <a:xfrm>
              <a:off x="3358412" y="3648507"/>
              <a:ext cx="2363244" cy="139500"/>
              <a:chOff x="3358412" y="3648507"/>
              <a:chExt cx="2363244" cy="139500"/>
            </a:xfrm>
          </p:grpSpPr>
          <p:sp>
            <p:nvSpPr>
              <p:cNvPr id="7860" name="Google Shape;7860;p7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71"/>
            <p:cNvGrpSpPr/>
            <p:nvPr/>
          </p:nvGrpSpPr>
          <p:grpSpPr>
            <a:xfrm>
              <a:off x="3358412" y="3830018"/>
              <a:ext cx="2363244" cy="139500"/>
              <a:chOff x="3358412" y="3830018"/>
              <a:chExt cx="2363244" cy="139500"/>
            </a:xfrm>
          </p:grpSpPr>
          <p:sp>
            <p:nvSpPr>
              <p:cNvPr id="7866" name="Google Shape;7866;p7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71"/>
            <p:cNvGrpSpPr/>
            <p:nvPr/>
          </p:nvGrpSpPr>
          <p:grpSpPr>
            <a:xfrm>
              <a:off x="3358399" y="4011514"/>
              <a:ext cx="2363377" cy="139537"/>
              <a:chOff x="3294800" y="4134603"/>
              <a:chExt cx="2638876" cy="152400"/>
            </a:xfrm>
          </p:grpSpPr>
          <p:sp>
            <p:nvSpPr>
              <p:cNvPr id="7872" name="Google Shape;7872;p7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71"/>
            <p:cNvGrpSpPr/>
            <p:nvPr/>
          </p:nvGrpSpPr>
          <p:grpSpPr>
            <a:xfrm>
              <a:off x="3358399" y="4193010"/>
              <a:ext cx="2363377" cy="139537"/>
              <a:chOff x="3294800" y="4134603"/>
              <a:chExt cx="2638876" cy="152400"/>
            </a:xfrm>
          </p:grpSpPr>
          <p:sp>
            <p:nvSpPr>
              <p:cNvPr id="7878" name="Google Shape;7878;p7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83" name="Google Shape;7883;p71"/>
          <p:cNvGraphicFramePr/>
          <p:nvPr/>
        </p:nvGraphicFramePr>
        <p:xfrm>
          <a:off x="711463" y="2153834"/>
          <a:ext cx="3000000" cy="3000000"/>
        </p:xfrm>
        <a:graphic>
          <a:graphicData uri="http://schemas.openxmlformats.org/drawingml/2006/table">
            <a:tbl>
              <a:tblPr>
                <a:noFill/>
                <a:tableStyleId>{9EEC7CB3-EAE6-4A39-B62A-DE208ABE0CEE}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84" name="Google Shape;7884;p71"/>
          <p:cNvGrpSpPr/>
          <p:nvPr/>
        </p:nvGrpSpPr>
        <p:grpSpPr>
          <a:xfrm>
            <a:off x="4161132" y="2557649"/>
            <a:ext cx="1302095" cy="60959"/>
            <a:chOff x="3558802" y="4011427"/>
            <a:chExt cx="1866000" cy="111300"/>
          </a:xfrm>
        </p:grpSpPr>
        <p:sp>
          <p:nvSpPr>
            <p:cNvPr id="7885" name="Google Shape;7885;p7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1"/>
          <p:cNvGrpSpPr/>
          <p:nvPr/>
        </p:nvGrpSpPr>
        <p:grpSpPr>
          <a:xfrm>
            <a:off x="4706620" y="2839808"/>
            <a:ext cx="914340" cy="60959"/>
            <a:chOff x="3558802" y="4011427"/>
            <a:chExt cx="1866000" cy="111300"/>
          </a:xfrm>
        </p:grpSpPr>
        <p:sp>
          <p:nvSpPr>
            <p:cNvPr id="7888" name="Google Shape;7888;p7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71"/>
          <p:cNvGrpSpPr/>
          <p:nvPr/>
        </p:nvGrpSpPr>
        <p:grpSpPr>
          <a:xfrm>
            <a:off x="5871419" y="3167606"/>
            <a:ext cx="2522867" cy="1001454"/>
            <a:chOff x="1904318" y="789980"/>
            <a:chExt cx="1489472" cy="606868"/>
          </a:xfrm>
        </p:grpSpPr>
        <p:cxnSp>
          <p:nvCxnSpPr>
            <p:cNvPr id="7891" name="Google Shape;7891;p7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92" name="Google Shape;7892;p7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93" name="Google Shape;7893;p7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94" name="Google Shape;7894;p7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95" name="Google Shape;7895;p7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96" name="Google Shape;7896;p7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97" name="Google Shape;7897;p7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98" name="Google Shape;7898;p7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1"/>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905" name="Google Shape;7905;p71"/>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906" name="Google Shape;7906;p71"/>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907" name="Google Shape;7907;p7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71"/>
          <p:cNvGrpSpPr/>
          <p:nvPr/>
        </p:nvGrpSpPr>
        <p:grpSpPr>
          <a:xfrm>
            <a:off x="3355824" y="951642"/>
            <a:ext cx="2363393" cy="1005865"/>
            <a:chOff x="3292400" y="1193188"/>
            <a:chExt cx="2615240" cy="1131075"/>
          </a:xfrm>
        </p:grpSpPr>
        <p:sp>
          <p:nvSpPr>
            <p:cNvPr id="7909" name="Google Shape;7909;p7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0" name="Google Shape;7910;p7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1" name="Google Shape;7911;p7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912" name="Google Shape;7912;p7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913" name="Google Shape;7913;p7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914" name="Google Shape;7914;p7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915" name="Google Shape;7915;p7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916" name="Google Shape;7916;p7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917" name="Google Shape;7917;p7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918" name="Google Shape;7918;p7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919" name="Google Shape;7919;p7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20" name="Google Shape;7920;p7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921" name="Google Shape;7921;p7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22" name="Google Shape;7922;p7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923" name="Google Shape;7923;p71"/>
            <p:cNvGrpSpPr/>
            <p:nvPr/>
          </p:nvGrpSpPr>
          <p:grpSpPr>
            <a:xfrm>
              <a:off x="3748438" y="1378608"/>
              <a:ext cx="2159202" cy="903971"/>
              <a:chOff x="1683525" y="2179850"/>
              <a:chExt cx="4519050" cy="2134525"/>
            </a:xfrm>
          </p:grpSpPr>
          <p:sp>
            <p:nvSpPr>
              <p:cNvPr id="7924" name="Google Shape;7924;p7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5" name="Google Shape;7925;p7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6" name="Google Shape;7926;p7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7" name="Google Shape;7927;p7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8" name="Google Shape;7928;p7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9" name="Google Shape;7929;p7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0" name="Google Shape;7930;p7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1" name="Google Shape;7931;p7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2" name="Google Shape;7932;p7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3" name="Google Shape;7933;p7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4" name="Google Shape;7934;p7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5" name="Google Shape;7935;p7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9" name="Shape 7939"/>
        <p:cNvGrpSpPr/>
        <p:nvPr/>
      </p:nvGrpSpPr>
      <p:grpSpPr>
        <a:xfrm>
          <a:off x="0" y="0"/>
          <a:ext cx="0" cy="0"/>
          <a:chOff x="0" y="0"/>
          <a:chExt cx="0" cy="0"/>
        </a:xfrm>
      </p:grpSpPr>
      <p:grpSp>
        <p:nvGrpSpPr>
          <p:cNvPr id="7940" name="Google Shape;7940;p72"/>
          <p:cNvGrpSpPr/>
          <p:nvPr/>
        </p:nvGrpSpPr>
        <p:grpSpPr>
          <a:xfrm>
            <a:off x="4796690" y="970938"/>
            <a:ext cx="745431" cy="718863"/>
            <a:chOff x="4249973" y="1201875"/>
            <a:chExt cx="1958568" cy="1888762"/>
          </a:xfrm>
        </p:grpSpPr>
        <p:sp>
          <p:nvSpPr>
            <p:cNvPr id="7941" name="Google Shape;7941;p7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2" name="Google Shape;7942;p72"/>
            <p:cNvGrpSpPr/>
            <p:nvPr/>
          </p:nvGrpSpPr>
          <p:grpSpPr>
            <a:xfrm>
              <a:off x="5853086" y="1789142"/>
              <a:ext cx="355454" cy="1048099"/>
              <a:chOff x="5576108" y="2016725"/>
              <a:chExt cx="565200" cy="1666560"/>
            </a:xfrm>
          </p:grpSpPr>
          <p:sp>
            <p:nvSpPr>
              <p:cNvPr id="7943" name="Google Shape;7943;p7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4" name="Google Shape;7944;p7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72"/>
            <p:cNvGrpSpPr/>
            <p:nvPr/>
          </p:nvGrpSpPr>
          <p:grpSpPr>
            <a:xfrm>
              <a:off x="4869455" y="2691676"/>
              <a:ext cx="1013897" cy="398961"/>
              <a:chOff x="4012057" y="3451825"/>
              <a:chExt cx="1612175" cy="634379"/>
            </a:xfrm>
          </p:grpSpPr>
          <p:sp>
            <p:nvSpPr>
              <p:cNvPr id="7946" name="Google Shape;7946;p7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7" name="Google Shape;7947;p7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72"/>
            <p:cNvGrpSpPr/>
            <p:nvPr/>
          </p:nvGrpSpPr>
          <p:grpSpPr>
            <a:xfrm>
              <a:off x="4276937" y="2155961"/>
              <a:ext cx="651965" cy="891358"/>
              <a:chOff x="3069908" y="2599997"/>
              <a:chExt cx="1036675" cy="1417328"/>
            </a:xfrm>
          </p:grpSpPr>
          <p:sp>
            <p:nvSpPr>
              <p:cNvPr id="7949" name="Google Shape;7949;p7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0" name="Google Shape;7950;p7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72"/>
            <p:cNvGrpSpPr/>
            <p:nvPr/>
          </p:nvGrpSpPr>
          <p:grpSpPr>
            <a:xfrm>
              <a:off x="5054918" y="1201875"/>
              <a:ext cx="999548" cy="602711"/>
              <a:chOff x="4306958" y="1082925"/>
              <a:chExt cx="1589359" cy="958358"/>
            </a:xfrm>
          </p:grpSpPr>
          <p:sp>
            <p:nvSpPr>
              <p:cNvPr id="7952" name="Google Shape;7952;p7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3" name="Google Shape;7953;p7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72"/>
            <p:cNvGrpSpPr/>
            <p:nvPr/>
          </p:nvGrpSpPr>
          <p:grpSpPr>
            <a:xfrm>
              <a:off x="4249973" y="1303451"/>
              <a:ext cx="799317" cy="841334"/>
              <a:chOff x="3027033" y="1244439"/>
              <a:chExt cx="1270977" cy="1337786"/>
            </a:xfrm>
          </p:grpSpPr>
          <p:sp>
            <p:nvSpPr>
              <p:cNvPr id="7955" name="Google Shape;7955;p7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6" name="Google Shape;7956;p7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7" name="Google Shape;7957;p72"/>
          <p:cNvGrpSpPr/>
          <p:nvPr/>
        </p:nvGrpSpPr>
        <p:grpSpPr>
          <a:xfrm>
            <a:off x="713063" y="1849388"/>
            <a:ext cx="761767" cy="729896"/>
            <a:chOff x="2657744" y="2337745"/>
            <a:chExt cx="832987" cy="798137"/>
          </a:xfrm>
        </p:grpSpPr>
        <p:sp>
          <p:nvSpPr>
            <p:cNvPr id="7958" name="Google Shape;7958;p7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2"/>
          <p:cNvGrpSpPr/>
          <p:nvPr/>
        </p:nvGrpSpPr>
        <p:grpSpPr>
          <a:xfrm>
            <a:off x="3224027" y="1852594"/>
            <a:ext cx="685569" cy="723586"/>
            <a:chOff x="3398134" y="2057755"/>
            <a:chExt cx="704087" cy="743130"/>
          </a:xfrm>
        </p:grpSpPr>
        <p:grpSp>
          <p:nvGrpSpPr>
            <p:cNvPr id="7965" name="Google Shape;7965;p72"/>
            <p:cNvGrpSpPr/>
            <p:nvPr/>
          </p:nvGrpSpPr>
          <p:grpSpPr>
            <a:xfrm>
              <a:off x="3398134" y="2290183"/>
              <a:ext cx="315300" cy="219900"/>
              <a:chOff x="3398134" y="2290183"/>
              <a:chExt cx="315300" cy="219900"/>
            </a:xfrm>
          </p:grpSpPr>
          <p:sp>
            <p:nvSpPr>
              <p:cNvPr id="7966" name="Google Shape;7966;p7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7" name="Google Shape;7967;p72"/>
              <p:cNvCxnSpPr>
                <a:stCxn id="796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68" name="Google Shape;7968;p72"/>
            <p:cNvGrpSpPr/>
            <p:nvPr/>
          </p:nvGrpSpPr>
          <p:grpSpPr>
            <a:xfrm>
              <a:off x="3547823" y="2467358"/>
              <a:ext cx="219900" cy="333527"/>
              <a:chOff x="3547823" y="2467358"/>
              <a:chExt cx="219900" cy="333527"/>
            </a:xfrm>
          </p:grpSpPr>
          <p:sp>
            <p:nvSpPr>
              <p:cNvPr id="7969" name="Google Shape;7969;p7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0" name="Google Shape;7970;p7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71" name="Google Shape;7971;p72"/>
            <p:cNvGrpSpPr/>
            <p:nvPr/>
          </p:nvGrpSpPr>
          <p:grpSpPr>
            <a:xfrm>
              <a:off x="3734138" y="2467358"/>
              <a:ext cx="219900" cy="333527"/>
              <a:chOff x="3734138" y="2467358"/>
              <a:chExt cx="219900" cy="333527"/>
            </a:xfrm>
          </p:grpSpPr>
          <p:sp>
            <p:nvSpPr>
              <p:cNvPr id="7972" name="Google Shape;7972;p7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3" name="Google Shape;7973;p7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74" name="Google Shape;7974;p72"/>
            <p:cNvGrpSpPr/>
            <p:nvPr/>
          </p:nvGrpSpPr>
          <p:grpSpPr>
            <a:xfrm>
              <a:off x="3787560" y="2288011"/>
              <a:ext cx="314661" cy="219900"/>
              <a:chOff x="3787560" y="2288011"/>
              <a:chExt cx="314661" cy="219900"/>
            </a:xfrm>
          </p:grpSpPr>
          <p:sp>
            <p:nvSpPr>
              <p:cNvPr id="7975" name="Google Shape;7975;p7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6" name="Google Shape;7976;p7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77" name="Google Shape;7977;p72"/>
            <p:cNvGrpSpPr/>
            <p:nvPr/>
          </p:nvGrpSpPr>
          <p:grpSpPr>
            <a:xfrm>
              <a:off x="3637290" y="2057755"/>
              <a:ext cx="219900" cy="335499"/>
              <a:chOff x="3637290" y="2057755"/>
              <a:chExt cx="219900" cy="335499"/>
            </a:xfrm>
          </p:grpSpPr>
          <p:sp>
            <p:nvSpPr>
              <p:cNvPr id="7978" name="Google Shape;7978;p7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79" name="Google Shape;7979;p7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80" name="Google Shape;7980;p72"/>
          <p:cNvGrpSpPr/>
          <p:nvPr/>
        </p:nvGrpSpPr>
        <p:grpSpPr>
          <a:xfrm>
            <a:off x="4899249" y="1859290"/>
            <a:ext cx="710153" cy="710153"/>
            <a:chOff x="5007123" y="2079403"/>
            <a:chExt cx="687600" cy="687600"/>
          </a:xfrm>
        </p:grpSpPr>
        <p:sp>
          <p:nvSpPr>
            <p:cNvPr id="7981" name="Google Shape;7981;p7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2"/>
          <p:cNvGrpSpPr/>
          <p:nvPr/>
        </p:nvGrpSpPr>
        <p:grpSpPr>
          <a:xfrm>
            <a:off x="5708687" y="1853796"/>
            <a:ext cx="720998" cy="721183"/>
            <a:chOff x="5797446" y="2063053"/>
            <a:chExt cx="698100" cy="698280"/>
          </a:xfrm>
        </p:grpSpPr>
        <p:sp>
          <p:nvSpPr>
            <p:cNvPr id="7986" name="Google Shape;7986;p7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72"/>
          <p:cNvGrpSpPr/>
          <p:nvPr/>
        </p:nvGrpSpPr>
        <p:grpSpPr>
          <a:xfrm>
            <a:off x="8153834" y="3499401"/>
            <a:ext cx="280585" cy="673164"/>
            <a:chOff x="8075075" y="3754290"/>
            <a:chExt cx="255612" cy="613194"/>
          </a:xfrm>
        </p:grpSpPr>
        <p:grpSp>
          <p:nvGrpSpPr>
            <p:cNvPr id="7991" name="Google Shape;7991;p72"/>
            <p:cNvGrpSpPr/>
            <p:nvPr/>
          </p:nvGrpSpPr>
          <p:grpSpPr>
            <a:xfrm>
              <a:off x="8075075" y="3754290"/>
              <a:ext cx="255612" cy="613194"/>
              <a:chOff x="8075075" y="3754290"/>
              <a:chExt cx="255612" cy="613194"/>
            </a:xfrm>
          </p:grpSpPr>
          <p:sp>
            <p:nvSpPr>
              <p:cNvPr id="7992" name="Google Shape;7992;p7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4" name="Google Shape;7994;p7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72"/>
          <p:cNvGrpSpPr/>
          <p:nvPr/>
        </p:nvGrpSpPr>
        <p:grpSpPr>
          <a:xfrm>
            <a:off x="5270892" y="3488198"/>
            <a:ext cx="470352" cy="683745"/>
            <a:chOff x="1697726" y="3244179"/>
            <a:chExt cx="788124" cy="1146069"/>
          </a:xfrm>
        </p:grpSpPr>
        <p:sp>
          <p:nvSpPr>
            <p:cNvPr id="7996" name="Google Shape;7996;p7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72"/>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9" name="Google Shape;7999;p72"/>
          <p:cNvGrpSpPr/>
          <p:nvPr/>
        </p:nvGrpSpPr>
        <p:grpSpPr>
          <a:xfrm>
            <a:off x="5892043" y="3499400"/>
            <a:ext cx="293891" cy="293845"/>
            <a:chOff x="6134814" y="3754290"/>
            <a:chExt cx="293891" cy="293845"/>
          </a:xfrm>
        </p:grpSpPr>
        <p:sp>
          <p:nvSpPr>
            <p:cNvPr id="8000" name="Google Shape;8000;p7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2"/>
          <p:cNvGrpSpPr/>
          <p:nvPr/>
        </p:nvGrpSpPr>
        <p:grpSpPr>
          <a:xfrm>
            <a:off x="5892043" y="3878071"/>
            <a:ext cx="293891" cy="293891"/>
            <a:chOff x="6134814" y="4086186"/>
            <a:chExt cx="293891" cy="293891"/>
          </a:xfrm>
        </p:grpSpPr>
        <p:sp>
          <p:nvSpPr>
            <p:cNvPr id="8003" name="Google Shape;8003;p7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5" name="Google Shape;8005;p72"/>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2"/>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7" name="Google Shape;8007;p72"/>
          <p:cNvGrpSpPr/>
          <p:nvPr/>
        </p:nvGrpSpPr>
        <p:grpSpPr>
          <a:xfrm>
            <a:off x="7817018" y="2706764"/>
            <a:ext cx="622883" cy="621944"/>
            <a:chOff x="1187048" y="238125"/>
            <a:chExt cx="5256397" cy="5248476"/>
          </a:xfrm>
        </p:grpSpPr>
        <p:sp>
          <p:nvSpPr>
            <p:cNvPr id="8008" name="Google Shape;8008;p7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72"/>
          <p:cNvGrpSpPr/>
          <p:nvPr/>
        </p:nvGrpSpPr>
        <p:grpSpPr>
          <a:xfrm>
            <a:off x="2274123" y="2716372"/>
            <a:ext cx="1310987" cy="612407"/>
            <a:chOff x="238125" y="1188750"/>
            <a:chExt cx="7140450" cy="3335550"/>
          </a:xfrm>
        </p:grpSpPr>
        <p:sp>
          <p:nvSpPr>
            <p:cNvPr id="8013" name="Google Shape;8013;p7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72"/>
          <p:cNvGrpSpPr/>
          <p:nvPr/>
        </p:nvGrpSpPr>
        <p:grpSpPr>
          <a:xfrm>
            <a:off x="6599995" y="2706927"/>
            <a:ext cx="1110299" cy="621702"/>
            <a:chOff x="238125" y="1335475"/>
            <a:chExt cx="5418735" cy="3034175"/>
          </a:xfrm>
        </p:grpSpPr>
        <p:sp>
          <p:nvSpPr>
            <p:cNvPr id="8019" name="Google Shape;8019;p7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2"/>
          <p:cNvGrpSpPr/>
          <p:nvPr/>
        </p:nvGrpSpPr>
        <p:grpSpPr>
          <a:xfrm>
            <a:off x="5417655" y="2703824"/>
            <a:ext cx="1074451" cy="627181"/>
            <a:chOff x="5359127" y="2910889"/>
            <a:chExt cx="1097723" cy="640831"/>
          </a:xfrm>
        </p:grpSpPr>
        <p:grpSp>
          <p:nvGrpSpPr>
            <p:cNvPr id="8023" name="Google Shape;8023;p72"/>
            <p:cNvGrpSpPr/>
            <p:nvPr/>
          </p:nvGrpSpPr>
          <p:grpSpPr>
            <a:xfrm>
              <a:off x="5929791" y="3263088"/>
              <a:ext cx="527060" cy="287097"/>
              <a:chOff x="5929791" y="3263088"/>
              <a:chExt cx="527060" cy="287097"/>
            </a:xfrm>
          </p:grpSpPr>
          <p:sp>
            <p:nvSpPr>
              <p:cNvPr id="8024" name="Google Shape;8024;p7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5" name="Google Shape;8025;p7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6" name="Google Shape;8026;p72"/>
            <p:cNvGrpSpPr/>
            <p:nvPr/>
          </p:nvGrpSpPr>
          <p:grpSpPr>
            <a:xfrm>
              <a:off x="5359127" y="3263089"/>
              <a:ext cx="526428" cy="288631"/>
              <a:chOff x="5359127" y="3263089"/>
              <a:chExt cx="526428" cy="288631"/>
            </a:xfrm>
          </p:grpSpPr>
          <p:sp>
            <p:nvSpPr>
              <p:cNvPr id="8027" name="Google Shape;8027;p7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8" name="Google Shape;8028;p7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9" name="Google Shape;8029;p72"/>
            <p:cNvGrpSpPr/>
            <p:nvPr/>
          </p:nvGrpSpPr>
          <p:grpSpPr>
            <a:xfrm>
              <a:off x="5551525" y="2910889"/>
              <a:ext cx="520901" cy="610283"/>
              <a:chOff x="5551525" y="2910889"/>
              <a:chExt cx="520901" cy="610283"/>
            </a:xfrm>
          </p:grpSpPr>
          <p:sp>
            <p:nvSpPr>
              <p:cNvPr id="8030" name="Google Shape;8030;p7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31" name="Google Shape;8031;p7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32" name="Google Shape;8032;p72"/>
            <p:cNvGrpSpPr/>
            <p:nvPr/>
          </p:nvGrpSpPr>
          <p:grpSpPr>
            <a:xfrm>
              <a:off x="5743962" y="2919100"/>
              <a:ext cx="623674" cy="284502"/>
              <a:chOff x="5743962" y="2919100"/>
              <a:chExt cx="623674" cy="284502"/>
            </a:xfrm>
          </p:grpSpPr>
          <p:sp>
            <p:nvSpPr>
              <p:cNvPr id="8033" name="Google Shape;8033;p7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34" name="Google Shape;8034;p7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35" name="Google Shape;8035;p72"/>
          <p:cNvGrpSpPr/>
          <p:nvPr/>
        </p:nvGrpSpPr>
        <p:grpSpPr>
          <a:xfrm>
            <a:off x="7568868" y="1854536"/>
            <a:ext cx="874976" cy="719600"/>
            <a:chOff x="7608988" y="2093194"/>
            <a:chExt cx="817276" cy="672147"/>
          </a:xfrm>
        </p:grpSpPr>
        <p:cxnSp>
          <p:nvCxnSpPr>
            <p:cNvPr id="8036" name="Google Shape;8036;p7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7" name="Google Shape;8037;p7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8" name="Google Shape;8038;p7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9" name="Google Shape;8039;p7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40" name="Google Shape;8040;p7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41" name="Google Shape;8041;p7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42" name="Google Shape;8042;p72"/>
            <p:cNvGrpSpPr/>
            <p:nvPr/>
          </p:nvGrpSpPr>
          <p:grpSpPr>
            <a:xfrm>
              <a:off x="7721175" y="2093194"/>
              <a:ext cx="599587" cy="623846"/>
              <a:chOff x="7721175" y="2093194"/>
              <a:chExt cx="599587" cy="623846"/>
            </a:xfrm>
          </p:grpSpPr>
          <p:grpSp>
            <p:nvGrpSpPr>
              <p:cNvPr id="8043" name="Google Shape;8043;p72"/>
              <p:cNvGrpSpPr/>
              <p:nvPr/>
            </p:nvGrpSpPr>
            <p:grpSpPr>
              <a:xfrm>
                <a:off x="7721175" y="2093194"/>
                <a:ext cx="291605" cy="623846"/>
                <a:chOff x="9405575" y="2061418"/>
                <a:chExt cx="291605" cy="623846"/>
              </a:xfrm>
            </p:grpSpPr>
            <p:sp>
              <p:nvSpPr>
                <p:cNvPr id="8044" name="Google Shape;8044;p7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72"/>
              <p:cNvGrpSpPr/>
              <p:nvPr/>
            </p:nvGrpSpPr>
            <p:grpSpPr>
              <a:xfrm flipH="1">
                <a:off x="8029157" y="2093194"/>
                <a:ext cx="291605" cy="623846"/>
                <a:chOff x="9405575" y="2061418"/>
                <a:chExt cx="291605" cy="623846"/>
              </a:xfrm>
            </p:grpSpPr>
            <p:sp>
              <p:nvSpPr>
                <p:cNvPr id="8052" name="Google Shape;8052;p7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9" name="Google Shape;8059;p72"/>
          <p:cNvGrpSpPr/>
          <p:nvPr/>
        </p:nvGrpSpPr>
        <p:grpSpPr>
          <a:xfrm>
            <a:off x="4013304" y="970938"/>
            <a:ext cx="712557" cy="785901"/>
            <a:chOff x="4206459" y="1191441"/>
            <a:chExt cx="712557" cy="785901"/>
          </a:xfrm>
        </p:grpSpPr>
        <p:sp>
          <p:nvSpPr>
            <p:cNvPr id="8060" name="Google Shape;8060;p7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4" name="Google Shape;8064;p72"/>
            <p:cNvGrpSpPr/>
            <p:nvPr/>
          </p:nvGrpSpPr>
          <p:grpSpPr>
            <a:xfrm>
              <a:off x="4644280" y="1290523"/>
              <a:ext cx="143716" cy="29463"/>
              <a:chOff x="4644280" y="1290523"/>
              <a:chExt cx="143716" cy="29463"/>
            </a:xfrm>
          </p:grpSpPr>
          <p:sp>
            <p:nvSpPr>
              <p:cNvPr id="8065" name="Google Shape;8065;p7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2"/>
            <p:cNvGrpSpPr/>
            <p:nvPr/>
          </p:nvGrpSpPr>
          <p:grpSpPr>
            <a:xfrm>
              <a:off x="4356567" y="1191441"/>
              <a:ext cx="143690" cy="29488"/>
              <a:chOff x="4356567" y="1191441"/>
              <a:chExt cx="143690" cy="29488"/>
            </a:xfrm>
          </p:grpSpPr>
          <p:sp>
            <p:nvSpPr>
              <p:cNvPr id="8070" name="Google Shape;8070;p7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2"/>
            <p:cNvGrpSpPr/>
            <p:nvPr/>
          </p:nvGrpSpPr>
          <p:grpSpPr>
            <a:xfrm>
              <a:off x="4339009" y="1863727"/>
              <a:ext cx="143703" cy="29476"/>
              <a:chOff x="4339009" y="1863727"/>
              <a:chExt cx="143703" cy="29476"/>
            </a:xfrm>
          </p:grpSpPr>
          <p:sp>
            <p:nvSpPr>
              <p:cNvPr id="8075" name="Google Shape;8075;p7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72"/>
            <p:cNvGrpSpPr/>
            <p:nvPr/>
          </p:nvGrpSpPr>
          <p:grpSpPr>
            <a:xfrm>
              <a:off x="4206459" y="1607315"/>
              <a:ext cx="29539" cy="142899"/>
              <a:chOff x="4206459" y="1607315"/>
              <a:chExt cx="29539" cy="142899"/>
            </a:xfrm>
          </p:grpSpPr>
          <p:sp>
            <p:nvSpPr>
              <p:cNvPr id="8080" name="Google Shape;8080;p7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4" name="Google Shape;8084;p7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8" name="Google Shape;8088;p72"/>
            <p:cNvGrpSpPr/>
            <p:nvPr/>
          </p:nvGrpSpPr>
          <p:grpSpPr>
            <a:xfrm>
              <a:off x="4889463" y="1423737"/>
              <a:ext cx="29552" cy="142899"/>
              <a:chOff x="4889463" y="1423737"/>
              <a:chExt cx="29552" cy="142899"/>
            </a:xfrm>
          </p:grpSpPr>
          <p:sp>
            <p:nvSpPr>
              <p:cNvPr id="8089" name="Google Shape;8089;p7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72"/>
            <p:cNvGrpSpPr/>
            <p:nvPr/>
          </p:nvGrpSpPr>
          <p:grpSpPr>
            <a:xfrm>
              <a:off x="4771663" y="1876896"/>
              <a:ext cx="108651" cy="100447"/>
              <a:chOff x="4771663" y="1876896"/>
              <a:chExt cx="108651" cy="100447"/>
            </a:xfrm>
          </p:grpSpPr>
          <p:sp>
            <p:nvSpPr>
              <p:cNvPr id="8094" name="Google Shape;8094;p7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8" name="Google Shape;8098;p72"/>
          <p:cNvGrpSpPr/>
          <p:nvPr/>
        </p:nvGrpSpPr>
        <p:grpSpPr>
          <a:xfrm>
            <a:off x="4008780" y="1854161"/>
            <a:ext cx="791287" cy="720350"/>
            <a:chOff x="267375" y="1071875"/>
            <a:chExt cx="470500" cy="428550"/>
          </a:xfrm>
        </p:grpSpPr>
        <p:sp>
          <p:nvSpPr>
            <p:cNvPr id="8099" name="Google Shape;8099;p7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72"/>
          <p:cNvGrpSpPr/>
          <p:nvPr/>
        </p:nvGrpSpPr>
        <p:grpSpPr>
          <a:xfrm>
            <a:off x="709275" y="3498791"/>
            <a:ext cx="1408444" cy="673166"/>
            <a:chOff x="712664" y="3693287"/>
            <a:chExt cx="1460738" cy="698160"/>
          </a:xfrm>
        </p:grpSpPr>
        <p:grpSp>
          <p:nvGrpSpPr>
            <p:cNvPr id="8108" name="Google Shape;8108;p72"/>
            <p:cNvGrpSpPr/>
            <p:nvPr/>
          </p:nvGrpSpPr>
          <p:grpSpPr>
            <a:xfrm>
              <a:off x="1380079" y="4133090"/>
              <a:ext cx="234048" cy="258099"/>
              <a:chOff x="1380079" y="4133090"/>
              <a:chExt cx="234048" cy="258099"/>
            </a:xfrm>
          </p:grpSpPr>
          <p:sp>
            <p:nvSpPr>
              <p:cNvPr id="8109" name="Google Shape;8109;p7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72"/>
            <p:cNvGrpSpPr/>
            <p:nvPr/>
          </p:nvGrpSpPr>
          <p:grpSpPr>
            <a:xfrm>
              <a:off x="884610" y="3864082"/>
              <a:ext cx="1118566" cy="527275"/>
              <a:chOff x="890961" y="3865463"/>
              <a:chExt cx="1115221" cy="525698"/>
            </a:xfrm>
          </p:grpSpPr>
          <p:sp>
            <p:nvSpPr>
              <p:cNvPr id="8113" name="Google Shape;8113;p7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72"/>
            <p:cNvGrpSpPr/>
            <p:nvPr/>
          </p:nvGrpSpPr>
          <p:grpSpPr>
            <a:xfrm>
              <a:off x="712664" y="3693287"/>
              <a:ext cx="1460738" cy="698160"/>
              <a:chOff x="712664" y="3693025"/>
              <a:chExt cx="1460738" cy="698160"/>
            </a:xfrm>
          </p:grpSpPr>
          <p:sp>
            <p:nvSpPr>
              <p:cNvPr id="8117" name="Google Shape;8117;p7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3" name="Google Shape;8123;p72"/>
          <p:cNvGrpSpPr/>
          <p:nvPr/>
        </p:nvGrpSpPr>
        <p:grpSpPr>
          <a:xfrm>
            <a:off x="3146990" y="970938"/>
            <a:ext cx="795485" cy="738831"/>
            <a:chOff x="3348603" y="1236445"/>
            <a:chExt cx="749256" cy="695894"/>
          </a:xfrm>
        </p:grpSpPr>
        <p:grpSp>
          <p:nvGrpSpPr>
            <p:cNvPr id="8124" name="Google Shape;8124;p72"/>
            <p:cNvGrpSpPr/>
            <p:nvPr/>
          </p:nvGrpSpPr>
          <p:grpSpPr>
            <a:xfrm>
              <a:off x="3583779" y="1236445"/>
              <a:ext cx="293795" cy="285811"/>
              <a:chOff x="3750225" y="1774000"/>
              <a:chExt cx="149575" cy="145525"/>
            </a:xfrm>
          </p:grpSpPr>
          <p:sp>
            <p:nvSpPr>
              <p:cNvPr id="8125" name="Google Shape;8125;p7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72"/>
            <p:cNvGrpSpPr/>
            <p:nvPr/>
          </p:nvGrpSpPr>
          <p:grpSpPr>
            <a:xfrm>
              <a:off x="3775534" y="1462599"/>
              <a:ext cx="322325" cy="285958"/>
              <a:chOff x="3847850" y="1889150"/>
              <a:chExt cx="164100" cy="145600"/>
            </a:xfrm>
          </p:grpSpPr>
          <p:sp>
            <p:nvSpPr>
              <p:cNvPr id="8128" name="Google Shape;8128;p7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72"/>
            <p:cNvGrpSpPr/>
            <p:nvPr/>
          </p:nvGrpSpPr>
          <p:grpSpPr>
            <a:xfrm>
              <a:off x="3545329" y="1646528"/>
              <a:ext cx="293746" cy="285811"/>
              <a:chOff x="3730650" y="1982800"/>
              <a:chExt cx="149550" cy="145525"/>
            </a:xfrm>
          </p:grpSpPr>
          <p:sp>
            <p:nvSpPr>
              <p:cNvPr id="8131" name="Google Shape;8131;p7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72"/>
            <p:cNvGrpSpPr/>
            <p:nvPr/>
          </p:nvGrpSpPr>
          <p:grpSpPr>
            <a:xfrm>
              <a:off x="3348603" y="1415046"/>
              <a:ext cx="294384" cy="284387"/>
              <a:chOff x="3630494" y="1864938"/>
              <a:chExt cx="149875" cy="144800"/>
            </a:xfrm>
          </p:grpSpPr>
          <p:sp>
            <p:nvSpPr>
              <p:cNvPr id="8134" name="Google Shape;8134;p7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6" name="Google Shape;8136;p72"/>
          <p:cNvGrpSpPr/>
          <p:nvPr/>
        </p:nvGrpSpPr>
        <p:grpSpPr>
          <a:xfrm>
            <a:off x="2268517" y="3493834"/>
            <a:ext cx="1324924" cy="678083"/>
            <a:chOff x="2413923" y="3711366"/>
            <a:chExt cx="1374117" cy="703260"/>
          </a:xfrm>
        </p:grpSpPr>
        <p:grpSp>
          <p:nvGrpSpPr>
            <p:cNvPr id="8137" name="Google Shape;8137;p72"/>
            <p:cNvGrpSpPr/>
            <p:nvPr/>
          </p:nvGrpSpPr>
          <p:grpSpPr>
            <a:xfrm>
              <a:off x="2413923" y="3711366"/>
              <a:ext cx="1374117" cy="703260"/>
              <a:chOff x="2413923" y="3711366"/>
              <a:chExt cx="1374117" cy="703260"/>
            </a:xfrm>
          </p:grpSpPr>
          <p:sp>
            <p:nvSpPr>
              <p:cNvPr id="8138" name="Google Shape;8138;p7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9" name="Google Shape;8139;p72"/>
              <p:cNvGrpSpPr/>
              <p:nvPr/>
            </p:nvGrpSpPr>
            <p:grpSpPr>
              <a:xfrm>
                <a:off x="2600284" y="3808654"/>
                <a:ext cx="234506" cy="138009"/>
                <a:chOff x="2600284" y="3808654"/>
                <a:chExt cx="234506" cy="138009"/>
              </a:xfrm>
            </p:grpSpPr>
            <p:sp>
              <p:nvSpPr>
                <p:cNvPr id="8140" name="Google Shape;8140;p7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1" name="Google Shape;8141;p7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2" name="Google Shape;8142;p72"/>
              <p:cNvGrpSpPr/>
              <p:nvPr/>
            </p:nvGrpSpPr>
            <p:grpSpPr>
              <a:xfrm>
                <a:off x="3359659" y="3805664"/>
                <a:ext cx="232294" cy="141000"/>
                <a:chOff x="3359659" y="3805664"/>
                <a:chExt cx="232294" cy="141000"/>
              </a:xfrm>
            </p:grpSpPr>
            <p:sp>
              <p:nvSpPr>
                <p:cNvPr id="8143" name="Google Shape;8143;p7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4" name="Google Shape;8144;p7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5" name="Google Shape;8145;p72"/>
              <p:cNvGrpSpPr/>
              <p:nvPr/>
            </p:nvGrpSpPr>
            <p:grpSpPr>
              <a:xfrm>
                <a:off x="3067316" y="3711366"/>
                <a:ext cx="66900" cy="166809"/>
                <a:chOff x="3067316" y="3711366"/>
                <a:chExt cx="66900" cy="166809"/>
              </a:xfrm>
            </p:grpSpPr>
            <p:sp>
              <p:nvSpPr>
                <p:cNvPr id="8146" name="Google Shape;8146;p7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7" name="Google Shape;8147;p7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8" name="Google Shape;8148;p72"/>
              <p:cNvGrpSpPr/>
              <p:nvPr/>
            </p:nvGrpSpPr>
            <p:grpSpPr>
              <a:xfrm>
                <a:off x="2413923" y="4058666"/>
                <a:ext cx="224119" cy="66900"/>
                <a:chOff x="2413923" y="4058666"/>
                <a:chExt cx="224119" cy="66900"/>
              </a:xfrm>
            </p:grpSpPr>
            <p:sp>
              <p:nvSpPr>
                <p:cNvPr id="8149" name="Google Shape;8149;p7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0" name="Google Shape;8150;p7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51" name="Google Shape;8151;p72"/>
              <p:cNvGrpSpPr/>
              <p:nvPr/>
            </p:nvGrpSpPr>
            <p:grpSpPr>
              <a:xfrm>
                <a:off x="3564643" y="4058666"/>
                <a:ext cx="223397" cy="66900"/>
                <a:chOff x="3564643" y="4058666"/>
                <a:chExt cx="223397" cy="66900"/>
              </a:xfrm>
            </p:grpSpPr>
            <p:sp>
              <p:nvSpPr>
                <p:cNvPr id="8152" name="Google Shape;8152;p7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3" name="Google Shape;8153;p7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54" name="Google Shape;8154;p72"/>
            <p:cNvGrpSpPr/>
            <p:nvPr/>
          </p:nvGrpSpPr>
          <p:grpSpPr>
            <a:xfrm>
              <a:off x="2633353" y="3965763"/>
              <a:ext cx="933975" cy="445687"/>
              <a:chOff x="2633353" y="3965763"/>
              <a:chExt cx="933975" cy="445687"/>
            </a:xfrm>
          </p:grpSpPr>
          <p:sp>
            <p:nvSpPr>
              <p:cNvPr id="8155" name="Google Shape;8155;p7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7" name="Google Shape;8157;p72"/>
          <p:cNvGrpSpPr/>
          <p:nvPr/>
        </p:nvGrpSpPr>
        <p:grpSpPr>
          <a:xfrm>
            <a:off x="6392789" y="1044382"/>
            <a:ext cx="1131087" cy="587383"/>
            <a:chOff x="238125" y="999450"/>
            <a:chExt cx="7140700" cy="3708225"/>
          </a:xfrm>
        </p:grpSpPr>
        <p:sp>
          <p:nvSpPr>
            <p:cNvPr id="8158" name="Google Shape;8158;p7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72"/>
          <p:cNvGrpSpPr/>
          <p:nvPr/>
        </p:nvGrpSpPr>
        <p:grpSpPr>
          <a:xfrm>
            <a:off x="3744240" y="3493876"/>
            <a:ext cx="1375854" cy="678131"/>
            <a:chOff x="3913765" y="3641905"/>
            <a:chExt cx="1522805" cy="750560"/>
          </a:xfrm>
        </p:grpSpPr>
        <p:grpSp>
          <p:nvGrpSpPr>
            <p:cNvPr id="8168" name="Google Shape;8168;p72"/>
            <p:cNvGrpSpPr/>
            <p:nvPr/>
          </p:nvGrpSpPr>
          <p:grpSpPr>
            <a:xfrm>
              <a:off x="3913765" y="3997002"/>
              <a:ext cx="1522805" cy="395463"/>
              <a:chOff x="3913765" y="3997002"/>
              <a:chExt cx="1522805" cy="395463"/>
            </a:xfrm>
          </p:grpSpPr>
          <p:grpSp>
            <p:nvGrpSpPr>
              <p:cNvPr id="8169" name="Google Shape;8169;p72"/>
              <p:cNvGrpSpPr/>
              <p:nvPr/>
            </p:nvGrpSpPr>
            <p:grpSpPr>
              <a:xfrm>
                <a:off x="3913765" y="4138659"/>
                <a:ext cx="507602" cy="253806"/>
                <a:chOff x="3913765" y="4138659"/>
                <a:chExt cx="507602" cy="253806"/>
              </a:xfrm>
            </p:grpSpPr>
            <p:sp>
              <p:nvSpPr>
                <p:cNvPr id="8170" name="Google Shape;8170;p7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72" name="Google Shape;8172;p72"/>
              <p:cNvGrpSpPr/>
              <p:nvPr/>
            </p:nvGrpSpPr>
            <p:grpSpPr>
              <a:xfrm>
                <a:off x="4421361" y="3997002"/>
                <a:ext cx="507618" cy="395463"/>
                <a:chOff x="4421361" y="3997002"/>
                <a:chExt cx="507618" cy="395463"/>
              </a:xfrm>
            </p:grpSpPr>
            <p:sp>
              <p:nvSpPr>
                <p:cNvPr id="8173" name="Google Shape;8173;p7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72"/>
              <p:cNvGrpSpPr/>
              <p:nvPr/>
            </p:nvGrpSpPr>
            <p:grpSpPr>
              <a:xfrm>
                <a:off x="4928973" y="4189418"/>
                <a:ext cx="507596" cy="203047"/>
                <a:chOff x="4928973" y="4189418"/>
                <a:chExt cx="507596" cy="203047"/>
              </a:xfrm>
            </p:grpSpPr>
            <p:sp>
              <p:nvSpPr>
                <p:cNvPr id="8176" name="Google Shape;8176;p7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8" name="Google Shape;8178;p72"/>
            <p:cNvGrpSpPr/>
            <p:nvPr/>
          </p:nvGrpSpPr>
          <p:grpSpPr>
            <a:xfrm>
              <a:off x="4482186" y="3641905"/>
              <a:ext cx="397605" cy="349784"/>
              <a:chOff x="2906375" y="1159725"/>
              <a:chExt cx="1860575" cy="1636800"/>
            </a:xfrm>
          </p:grpSpPr>
          <p:sp>
            <p:nvSpPr>
              <p:cNvPr id="8179" name="Google Shape;8179;p7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3" name="Google Shape;8183;p72"/>
          <p:cNvGrpSpPr/>
          <p:nvPr/>
        </p:nvGrpSpPr>
        <p:grpSpPr>
          <a:xfrm>
            <a:off x="6528949" y="1853803"/>
            <a:ext cx="940737" cy="721067"/>
            <a:chOff x="6599718" y="2068734"/>
            <a:chExt cx="940737" cy="721067"/>
          </a:xfrm>
        </p:grpSpPr>
        <p:sp>
          <p:nvSpPr>
            <p:cNvPr id="8184" name="Google Shape;8184;p7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0" name="Google Shape;8190;p72"/>
            <p:cNvGrpSpPr/>
            <p:nvPr/>
          </p:nvGrpSpPr>
          <p:grpSpPr>
            <a:xfrm>
              <a:off x="6836957" y="2068734"/>
              <a:ext cx="461892" cy="721067"/>
              <a:chOff x="6836957" y="2068734"/>
              <a:chExt cx="461892" cy="721067"/>
            </a:xfrm>
          </p:grpSpPr>
          <p:sp>
            <p:nvSpPr>
              <p:cNvPr id="8191" name="Google Shape;8191;p7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7" name="Google Shape;8197;p72"/>
              <p:cNvGrpSpPr/>
              <p:nvPr/>
            </p:nvGrpSpPr>
            <p:grpSpPr>
              <a:xfrm>
                <a:off x="6836957" y="2068734"/>
                <a:ext cx="461892" cy="721067"/>
                <a:chOff x="6836957" y="2068734"/>
                <a:chExt cx="461892" cy="721067"/>
              </a:xfrm>
            </p:grpSpPr>
            <p:sp>
              <p:nvSpPr>
                <p:cNvPr id="8198" name="Google Shape;8198;p7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05" name="Google Shape;8205;p72"/>
          <p:cNvGrpSpPr/>
          <p:nvPr/>
        </p:nvGrpSpPr>
        <p:grpSpPr>
          <a:xfrm>
            <a:off x="2412267" y="1858149"/>
            <a:ext cx="712577" cy="712374"/>
            <a:chOff x="2559249" y="2069323"/>
            <a:chExt cx="685566" cy="685634"/>
          </a:xfrm>
        </p:grpSpPr>
        <p:sp>
          <p:nvSpPr>
            <p:cNvPr id="8206" name="Google Shape;8206;p7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72"/>
          <p:cNvGrpSpPr/>
          <p:nvPr/>
        </p:nvGrpSpPr>
        <p:grpSpPr>
          <a:xfrm>
            <a:off x="7594705" y="970938"/>
            <a:ext cx="845645" cy="711911"/>
            <a:chOff x="951975" y="315800"/>
            <a:chExt cx="5860325" cy="4933550"/>
          </a:xfrm>
        </p:grpSpPr>
        <p:sp>
          <p:nvSpPr>
            <p:cNvPr id="8220" name="Google Shape;8220;p7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72"/>
          <p:cNvGrpSpPr/>
          <p:nvPr/>
        </p:nvGrpSpPr>
        <p:grpSpPr>
          <a:xfrm>
            <a:off x="3691834" y="2707047"/>
            <a:ext cx="1617932" cy="621724"/>
            <a:chOff x="3862800" y="3038525"/>
            <a:chExt cx="1329006" cy="510698"/>
          </a:xfrm>
        </p:grpSpPr>
        <p:sp>
          <p:nvSpPr>
            <p:cNvPr id="8229" name="Google Shape;8229;p7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1" name="Google Shape;8231;p72"/>
            <p:cNvGrpSpPr/>
            <p:nvPr/>
          </p:nvGrpSpPr>
          <p:grpSpPr>
            <a:xfrm>
              <a:off x="3967075" y="3040337"/>
              <a:ext cx="1019927" cy="402126"/>
              <a:chOff x="3967075" y="3040337"/>
              <a:chExt cx="1019927" cy="402126"/>
            </a:xfrm>
          </p:grpSpPr>
          <p:sp>
            <p:nvSpPr>
              <p:cNvPr id="8232" name="Google Shape;8232;p7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72"/>
            <p:cNvGrpSpPr/>
            <p:nvPr/>
          </p:nvGrpSpPr>
          <p:grpSpPr>
            <a:xfrm>
              <a:off x="4186700" y="3040337"/>
              <a:ext cx="390475" cy="183289"/>
              <a:chOff x="4186700" y="3040337"/>
              <a:chExt cx="390475" cy="183289"/>
            </a:xfrm>
          </p:grpSpPr>
          <p:sp>
            <p:nvSpPr>
              <p:cNvPr id="8235" name="Google Shape;8235;p7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72"/>
            <p:cNvGrpSpPr/>
            <p:nvPr/>
          </p:nvGrpSpPr>
          <p:grpSpPr>
            <a:xfrm>
              <a:off x="4073727" y="3040337"/>
              <a:ext cx="697794" cy="296263"/>
              <a:chOff x="4073727" y="3040337"/>
              <a:chExt cx="697794" cy="296263"/>
            </a:xfrm>
          </p:grpSpPr>
          <p:sp>
            <p:nvSpPr>
              <p:cNvPr id="8238" name="Google Shape;8238;p7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72"/>
            <p:cNvGrpSpPr/>
            <p:nvPr/>
          </p:nvGrpSpPr>
          <p:grpSpPr>
            <a:xfrm>
              <a:off x="3862800" y="3038525"/>
              <a:ext cx="1329006" cy="510698"/>
              <a:chOff x="3862800" y="3038525"/>
              <a:chExt cx="1329006" cy="510698"/>
            </a:xfrm>
          </p:grpSpPr>
          <p:sp>
            <p:nvSpPr>
              <p:cNvPr id="8241" name="Google Shape;8241;p7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3" name="Google Shape;8243;p72"/>
          <p:cNvGrpSpPr/>
          <p:nvPr/>
        </p:nvGrpSpPr>
        <p:grpSpPr>
          <a:xfrm>
            <a:off x="700156" y="970938"/>
            <a:ext cx="883205" cy="775176"/>
            <a:chOff x="649648" y="271400"/>
            <a:chExt cx="6215377" cy="5455143"/>
          </a:xfrm>
        </p:grpSpPr>
        <p:sp>
          <p:nvSpPr>
            <p:cNvPr id="8244" name="Google Shape;8244;p7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72"/>
          <p:cNvGrpSpPr/>
          <p:nvPr/>
        </p:nvGrpSpPr>
        <p:grpSpPr>
          <a:xfrm>
            <a:off x="2308457" y="970938"/>
            <a:ext cx="767704" cy="815489"/>
            <a:chOff x="2499700" y="1135950"/>
            <a:chExt cx="732402" cy="777990"/>
          </a:xfrm>
        </p:grpSpPr>
        <p:grpSp>
          <p:nvGrpSpPr>
            <p:cNvPr id="8257" name="Google Shape;8257;p72"/>
            <p:cNvGrpSpPr/>
            <p:nvPr/>
          </p:nvGrpSpPr>
          <p:grpSpPr>
            <a:xfrm>
              <a:off x="2499700" y="1135950"/>
              <a:ext cx="732402" cy="694705"/>
              <a:chOff x="2499700" y="1135950"/>
              <a:chExt cx="732402" cy="694705"/>
            </a:xfrm>
          </p:grpSpPr>
          <p:sp>
            <p:nvSpPr>
              <p:cNvPr id="8258" name="Google Shape;8258;p7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72"/>
            <p:cNvGrpSpPr/>
            <p:nvPr/>
          </p:nvGrpSpPr>
          <p:grpSpPr>
            <a:xfrm>
              <a:off x="2517909" y="1188726"/>
              <a:ext cx="702702" cy="725214"/>
              <a:chOff x="2517909" y="1188726"/>
              <a:chExt cx="702702" cy="725214"/>
            </a:xfrm>
          </p:grpSpPr>
          <p:sp>
            <p:nvSpPr>
              <p:cNvPr id="8286" name="Google Shape;8286;p7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1" name="Google Shape;8291;p72"/>
          <p:cNvGrpSpPr/>
          <p:nvPr/>
        </p:nvGrpSpPr>
        <p:grpSpPr>
          <a:xfrm>
            <a:off x="1654189" y="970938"/>
            <a:ext cx="583439" cy="870229"/>
            <a:chOff x="1716825" y="1121550"/>
            <a:chExt cx="622800" cy="928938"/>
          </a:xfrm>
        </p:grpSpPr>
        <p:grpSp>
          <p:nvGrpSpPr>
            <p:cNvPr id="8292" name="Google Shape;8292;p72"/>
            <p:cNvGrpSpPr/>
            <p:nvPr/>
          </p:nvGrpSpPr>
          <p:grpSpPr>
            <a:xfrm>
              <a:off x="1716825" y="1121550"/>
              <a:ext cx="622800" cy="928938"/>
              <a:chOff x="1716825" y="1121550"/>
              <a:chExt cx="622800" cy="928938"/>
            </a:xfrm>
          </p:grpSpPr>
          <p:cxnSp>
            <p:nvCxnSpPr>
              <p:cNvPr id="8293" name="Google Shape;8293;p7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94" name="Google Shape;8294;p7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72"/>
            <p:cNvGrpSpPr/>
            <p:nvPr/>
          </p:nvGrpSpPr>
          <p:grpSpPr>
            <a:xfrm>
              <a:off x="1768050" y="1172775"/>
              <a:ext cx="520200" cy="832000"/>
              <a:chOff x="1768050" y="1172775"/>
              <a:chExt cx="520200" cy="832000"/>
            </a:xfrm>
          </p:grpSpPr>
          <p:cxnSp>
            <p:nvCxnSpPr>
              <p:cNvPr id="8296" name="Google Shape;8296;p7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97" name="Google Shape;8297;p7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72"/>
            <p:cNvGrpSpPr/>
            <p:nvPr/>
          </p:nvGrpSpPr>
          <p:grpSpPr>
            <a:xfrm>
              <a:off x="1820100" y="1225475"/>
              <a:ext cx="416400" cy="729575"/>
              <a:chOff x="1820100" y="1225475"/>
              <a:chExt cx="416400" cy="729575"/>
            </a:xfrm>
          </p:grpSpPr>
          <p:cxnSp>
            <p:nvCxnSpPr>
              <p:cNvPr id="8299" name="Google Shape;8299;p7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300" name="Google Shape;8300;p7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72"/>
            <p:cNvGrpSpPr/>
            <p:nvPr/>
          </p:nvGrpSpPr>
          <p:grpSpPr>
            <a:xfrm>
              <a:off x="1874250" y="1278825"/>
              <a:ext cx="308100" cy="605275"/>
              <a:chOff x="1874250" y="1278825"/>
              <a:chExt cx="308100" cy="605275"/>
            </a:xfrm>
          </p:grpSpPr>
          <p:cxnSp>
            <p:nvCxnSpPr>
              <p:cNvPr id="8302" name="Google Shape;8302;p7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303" name="Google Shape;8303;p7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4" name="Google Shape;8304;p7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72"/>
          <p:cNvGrpSpPr/>
          <p:nvPr/>
        </p:nvGrpSpPr>
        <p:grpSpPr>
          <a:xfrm>
            <a:off x="1574012" y="1857260"/>
            <a:ext cx="739072" cy="714152"/>
            <a:chOff x="4334725" y="1355875"/>
            <a:chExt cx="3106650" cy="3001900"/>
          </a:xfrm>
        </p:grpSpPr>
        <p:grpSp>
          <p:nvGrpSpPr>
            <p:cNvPr id="8306" name="Google Shape;8306;p72"/>
            <p:cNvGrpSpPr/>
            <p:nvPr/>
          </p:nvGrpSpPr>
          <p:grpSpPr>
            <a:xfrm>
              <a:off x="4516050" y="1724875"/>
              <a:ext cx="2693725" cy="2632900"/>
              <a:chOff x="4516050" y="1724875"/>
              <a:chExt cx="2693725" cy="2632900"/>
            </a:xfrm>
          </p:grpSpPr>
          <p:sp>
            <p:nvSpPr>
              <p:cNvPr id="8307" name="Google Shape;8307;p7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72"/>
            <p:cNvGrpSpPr/>
            <p:nvPr/>
          </p:nvGrpSpPr>
          <p:grpSpPr>
            <a:xfrm>
              <a:off x="4334725" y="1355875"/>
              <a:ext cx="3106650" cy="2709650"/>
              <a:chOff x="4334725" y="1355875"/>
              <a:chExt cx="3106650" cy="2709650"/>
            </a:xfrm>
          </p:grpSpPr>
          <p:sp>
            <p:nvSpPr>
              <p:cNvPr id="8311" name="Google Shape;8311;p7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4" name="Google Shape;8314;p72"/>
          <p:cNvGrpSpPr/>
          <p:nvPr/>
        </p:nvGrpSpPr>
        <p:grpSpPr>
          <a:xfrm>
            <a:off x="7690961" y="3488031"/>
            <a:ext cx="312074" cy="684173"/>
            <a:chOff x="7645573" y="3754300"/>
            <a:chExt cx="293855" cy="644170"/>
          </a:xfrm>
        </p:grpSpPr>
        <p:sp>
          <p:nvSpPr>
            <p:cNvPr id="8315" name="Google Shape;8315;p7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72"/>
          <p:cNvGrpSpPr/>
          <p:nvPr/>
        </p:nvGrpSpPr>
        <p:grpSpPr>
          <a:xfrm>
            <a:off x="5612949" y="970938"/>
            <a:ext cx="709011" cy="739359"/>
            <a:chOff x="5830645" y="1256617"/>
            <a:chExt cx="530340" cy="553040"/>
          </a:xfrm>
        </p:grpSpPr>
        <p:grpSp>
          <p:nvGrpSpPr>
            <p:cNvPr id="8318" name="Google Shape;8318;p72"/>
            <p:cNvGrpSpPr/>
            <p:nvPr/>
          </p:nvGrpSpPr>
          <p:grpSpPr>
            <a:xfrm>
              <a:off x="5830645" y="1256617"/>
              <a:ext cx="259743" cy="269909"/>
              <a:chOff x="5830645" y="1256617"/>
              <a:chExt cx="259743" cy="269909"/>
            </a:xfrm>
          </p:grpSpPr>
          <p:sp>
            <p:nvSpPr>
              <p:cNvPr id="8319" name="Google Shape;8319;p7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72"/>
            <p:cNvGrpSpPr/>
            <p:nvPr/>
          </p:nvGrpSpPr>
          <p:grpSpPr>
            <a:xfrm>
              <a:off x="6101293" y="1256617"/>
              <a:ext cx="259692" cy="269909"/>
              <a:chOff x="6101293" y="1256617"/>
              <a:chExt cx="259692" cy="269909"/>
            </a:xfrm>
          </p:grpSpPr>
          <p:sp>
            <p:nvSpPr>
              <p:cNvPr id="8322" name="Google Shape;8322;p7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2"/>
            <p:cNvGrpSpPr/>
            <p:nvPr/>
          </p:nvGrpSpPr>
          <p:grpSpPr>
            <a:xfrm>
              <a:off x="5830645" y="1539749"/>
              <a:ext cx="259692" cy="269909"/>
              <a:chOff x="5830645" y="1539749"/>
              <a:chExt cx="259692" cy="269909"/>
            </a:xfrm>
          </p:grpSpPr>
          <p:sp>
            <p:nvSpPr>
              <p:cNvPr id="8325" name="Google Shape;8325;p7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72"/>
            <p:cNvGrpSpPr/>
            <p:nvPr/>
          </p:nvGrpSpPr>
          <p:grpSpPr>
            <a:xfrm>
              <a:off x="6101293" y="1539749"/>
              <a:ext cx="259692" cy="269909"/>
              <a:chOff x="6101293" y="1539749"/>
              <a:chExt cx="259692" cy="269909"/>
            </a:xfrm>
          </p:grpSpPr>
          <p:sp>
            <p:nvSpPr>
              <p:cNvPr id="8328" name="Google Shape;8328;p7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0" name="Google Shape;8330;p7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72"/>
          <p:cNvGrpSpPr/>
          <p:nvPr/>
        </p:nvGrpSpPr>
        <p:grpSpPr>
          <a:xfrm>
            <a:off x="714444" y="2707054"/>
            <a:ext cx="1452955" cy="621360"/>
            <a:chOff x="732422" y="2990152"/>
            <a:chExt cx="1337773" cy="572102"/>
          </a:xfrm>
        </p:grpSpPr>
        <p:sp>
          <p:nvSpPr>
            <p:cNvPr id="8332" name="Google Shape;8332;p7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1" name="Shape 8341"/>
        <p:cNvGrpSpPr/>
        <p:nvPr/>
      </p:nvGrpSpPr>
      <p:grpSpPr>
        <a:xfrm>
          <a:off x="0" y="0"/>
          <a:ext cx="0" cy="0"/>
          <a:chOff x="0" y="0"/>
          <a:chExt cx="0" cy="0"/>
        </a:xfrm>
      </p:grpSpPr>
      <p:grpSp>
        <p:nvGrpSpPr>
          <p:cNvPr id="8342" name="Google Shape;8342;p73"/>
          <p:cNvGrpSpPr/>
          <p:nvPr/>
        </p:nvGrpSpPr>
        <p:grpSpPr>
          <a:xfrm>
            <a:off x="708579" y="965872"/>
            <a:ext cx="1636117" cy="1526144"/>
            <a:chOff x="729238" y="1179665"/>
            <a:chExt cx="1636117" cy="1526144"/>
          </a:xfrm>
        </p:grpSpPr>
        <p:grpSp>
          <p:nvGrpSpPr>
            <p:cNvPr id="8343" name="Google Shape;8343;p73"/>
            <p:cNvGrpSpPr/>
            <p:nvPr/>
          </p:nvGrpSpPr>
          <p:grpSpPr>
            <a:xfrm>
              <a:off x="729238" y="1179665"/>
              <a:ext cx="80700" cy="1526144"/>
              <a:chOff x="729238" y="1179665"/>
              <a:chExt cx="80700" cy="1526144"/>
            </a:xfrm>
          </p:grpSpPr>
          <p:sp>
            <p:nvSpPr>
              <p:cNvPr id="8344" name="Google Shape;8344;p7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73"/>
            <p:cNvGrpSpPr/>
            <p:nvPr/>
          </p:nvGrpSpPr>
          <p:grpSpPr>
            <a:xfrm>
              <a:off x="903098" y="1179665"/>
              <a:ext cx="80700" cy="1526144"/>
              <a:chOff x="903098" y="1179665"/>
              <a:chExt cx="80700" cy="1526144"/>
            </a:xfrm>
          </p:grpSpPr>
          <p:sp>
            <p:nvSpPr>
              <p:cNvPr id="8355" name="Google Shape;8355;p7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73"/>
            <p:cNvGrpSpPr/>
            <p:nvPr/>
          </p:nvGrpSpPr>
          <p:grpSpPr>
            <a:xfrm>
              <a:off x="1076958" y="1179665"/>
              <a:ext cx="80700" cy="1526144"/>
              <a:chOff x="1076958" y="1179665"/>
              <a:chExt cx="80700" cy="1526144"/>
            </a:xfrm>
          </p:grpSpPr>
          <p:sp>
            <p:nvSpPr>
              <p:cNvPr id="8366" name="Google Shape;8366;p7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73"/>
            <p:cNvGrpSpPr/>
            <p:nvPr/>
          </p:nvGrpSpPr>
          <p:grpSpPr>
            <a:xfrm>
              <a:off x="1247707" y="1179665"/>
              <a:ext cx="80700" cy="1526144"/>
              <a:chOff x="1247707" y="1179665"/>
              <a:chExt cx="80700" cy="1526144"/>
            </a:xfrm>
          </p:grpSpPr>
          <p:sp>
            <p:nvSpPr>
              <p:cNvPr id="8377" name="Google Shape;8377;p7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73"/>
            <p:cNvGrpSpPr/>
            <p:nvPr/>
          </p:nvGrpSpPr>
          <p:grpSpPr>
            <a:xfrm>
              <a:off x="1421567" y="1179665"/>
              <a:ext cx="80700" cy="1526144"/>
              <a:chOff x="1421567" y="1179665"/>
              <a:chExt cx="80700" cy="1526144"/>
            </a:xfrm>
          </p:grpSpPr>
          <p:sp>
            <p:nvSpPr>
              <p:cNvPr id="8388" name="Google Shape;8388;p7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73"/>
            <p:cNvGrpSpPr/>
            <p:nvPr/>
          </p:nvGrpSpPr>
          <p:grpSpPr>
            <a:xfrm>
              <a:off x="1592327" y="1179665"/>
              <a:ext cx="80700" cy="1526144"/>
              <a:chOff x="1592327" y="1179665"/>
              <a:chExt cx="80700" cy="1526144"/>
            </a:xfrm>
          </p:grpSpPr>
          <p:sp>
            <p:nvSpPr>
              <p:cNvPr id="8399" name="Google Shape;8399;p7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73"/>
            <p:cNvGrpSpPr/>
            <p:nvPr/>
          </p:nvGrpSpPr>
          <p:grpSpPr>
            <a:xfrm>
              <a:off x="1766187" y="1179665"/>
              <a:ext cx="80700" cy="1526144"/>
              <a:chOff x="1766187" y="1179665"/>
              <a:chExt cx="80700" cy="1526144"/>
            </a:xfrm>
          </p:grpSpPr>
          <p:sp>
            <p:nvSpPr>
              <p:cNvPr id="8410" name="Google Shape;8410;p7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73"/>
            <p:cNvGrpSpPr/>
            <p:nvPr/>
          </p:nvGrpSpPr>
          <p:grpSpPr>
            <a:xfrm>
              <a:off x="1936935" y="1179665"/>
              <a:ext cx="80700" cy="1526144"/>
              <a:chOff x="1936935" y="1179665"/>
              <a:chExt cx="80700" cy="1526144"/>
            </a:xfrm>
          </p:grpSpPr>
          <p:sp>
            <p:nvSpPr>
              <p:cNvPr id="8421" name="Google Shape;8421;p7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73"/>
            <p:cNvGrpSpPr/>
            <p:nvPr/>
          </p:nvGrpSpPr>
          <p:grpSpPr>
            <a:xfrm>
              <a:off x="2110795" y="1179665"/>
              <a:ext cx="80700" cy="1526144"/>
              <a:chOff x="2110795" y="1179665"/>
              <a:chExt cx="80700" cy="1526144"/>
            </a:xfrm>
          </p:grpSpPr>
          <p:sp>
            <p:nvSpPr>
              <p:cNvPr id="8432" name="Google Shape;8432;p7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73"/>
            <p:cNvGrpSpPr/>
            <p:nvPr/>
          </p:nvGrpSpPr>
          <p:grpSpPr>
            <a:xfrm>
              <a:off x="2284655" y="1179665"/>
              <a:ext cx="80700" cy="1526144"/>
              <a:chOff x="2284655" y="1179665"/>
              <a:chExt cx="80700" cy="1526144"/>
            </a:xfrm>
          </p:grpSpPr>
          <p:sp>
            <p:nvSpPr>
              <p:cNvPr id="8443" name="Google Shape;8443;p7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3" name="Google Shape;8453;p73"/>
          <p:cNvGrpSpPr/>
          <p:nvPr/>
        </p:nvGrpSpPr>
        <p:grpSpPr>
          <a:xfrm>
            <a:off x="2603245" y="985011"/>
            <a:ext cx="1364248" cy="1102133"/>
            <a:chOff x="2623904" y="1198803"/>
            <a:chExt cx="1364248" cy="1102133"/>
          </a:xfrm>
        </p:grpSpPr>
        <p:grpSp>
          <p:nvGrpSpPr>
            <p:cNvPr id="8454" name="Google Shape;8454;p73"/>
            <p:cNvGrpSpPr/>
            <p:nvPr/>
          </p:nvGrpSpPr>
          <p:grpSpPr>
            <a:xfrm>
              <a:off x="2623907" y="1198803"/>
              <a:ext cx="1364245" cy="273000"/>
              <a:chOff x="2623907" y="1198803"/>
              <a:chExt cx="1364245" cy="273000"/>
            </a:xfrm>
          </p:grpSpPr>
          <p:sp>
            <p:nvSpPr>
              <p:cNvPr id="8455" name="Google Shape;8455;p7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3"/>
            <p:cNvGrpSpPr/>
            <p:nvPr/>
          </p:nvGrpSpPr>
          <p:grpSpPr>
            <a:xfrm>
              <a:off x="2623904" y="1476964"/>
              <a:ext cx="1364245" cy="273000"/>
              <a:chOff x="2623904" y="1476964"/>
              <a:chExt cx="1364245" cy="273000"/>
            </a:xfrm>
          </p:grpSpPr>
          <p:sp>
            <p:nvSpPr>
              <p:cNvPr id="8461" name="Google Shape;8461;p7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73"/>
            <p:cNvGrpSpPr/>
            <p:nvPr/>
          </p:nvGrpSpPr>
          <p:grpSpPr>
            <a:xfrm>
              <a:off x="2623907" y="1749775"/>
              <a:ext cx="1364245" cy="273000"/>
              <a:chOff x="2623907" y="1749775"/>
              <a:chExt cx="1364245" cy="273000"/>
            </a:xfrm>
          </p:grpSpPr>
          <p:sp>
            <p:nvSpPr>
              <p:cNvPr id="8467" name="Google Shape;8467;p7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3"/>
            <p:cNvGrpSpPr/>
            <p:nvPr/>
          </p:nvGrpSpPr>
          <p:grpSpPr>
            <a:xfrm>
              <a:off x="2623904" y="2027936"/>
              <a:ext cx="1364245" cy="273000"/>
              <a:chOff x="2623904" y="2027936"/>
              <a:chExt cx="1364245" cy="273000"/>
            </a:xfrm>
          </p:grpSpPr>
          <p:sp>
            <p:nvSpPr>
              <p:cNvPr id="8473" name="Google Shape;8473;p7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8" name="Google Shape;8478;p73"/>
          <p:cNvGrpSpPr/>
          <p:nvPr/>
        </p:nvGrpSpPr>
        <p:grpSpPr>
          <a:xfrm>
            <a:off x="2592706" y="2444193"/>
            <a:ext cx="1387541" cy="159124"/>
            <a:chOff x="3200660" y="2180272"/>
            <a:chExt cx="2563824" cy="378237"/>
          </a:xfrm>
        </p:grpSpPr>
        <p:sp>
          <p:nvSpPr>
            <p:cNvPr id="8479" name="Google Shape;8479;p7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73"/>
          <p:cNvGrpSpPr/>
          <p:nvPr/>
        </p:nvGrpSpPr>
        <p:grpSpPr>
          <a:xfrm>
            <a:off x="2589231" y="2722018"/>
            <a:ext cx="1390502" cy="159625"/>
            <a:chOff x="3530150" y="2790075"/>
            <a:chExt cx="1962600" cy="225300"/>
          </a:xfrm>
        </p:grpSpPr>
        <p:sp>
          <p:nvSpPr>
            <p:cNvPr id="8498" name="Google Shape;8498;p7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73"/>
          <p:cNvGrpSpPr/>
          <p:nvPr/>
        </p:nvGrpSpPr>
        <p:grpSpPr>
          <a:xfrm>
            <a:off x="2589884" y="3000344"/>
            <a:ext cx="1411629" cy="153761"/>
            <a:chOff x="3558802" y="4011427"/>
            <a:chExt cx="1866000" cy="111300"/>
          </a:xfrm>
        </p:grpSpPr>
        <p:sp>
          <p:nvSpPr>
            <p:cNvPr id="8501" name="Google Shape;8501;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73"/>
          <p:cNvGrpSpPr/>
          <p:nvPr/>
        </p:nvGrpSpPr>
        <p:grpSpPr>
          <a:xfrm>
            <a:off x="2589576" y="2205744"/>
            <a:ext cx="1383503" cy="119749"/>
            <a:chOff x="3465975" y="2270276"/>
            <a:chExt cx="1986364" cy="171929"/>
          </a:xfrm>
        </p:grpSpPr>
        <p:sp>
          <p:nvSpPr>
            <p:cNvPr id="8504" name="Google Shape;8504;p7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73"/>
          <p:cNvGrpSpPr/>
          <p:nvPr/>
        </p:nvGrpSpPr>
        <p:grpSpPr>
          <a:xfrm>
            <a:off x="2600584" y="3569394"/>
            <a:ext cx="1369531" cy="195460"/>
            <a:chOff x="723300" y="4253549"/>
            <a:chExt cx="2276482" cy="324900"/>
          </a:xfrm>
        </p:grpSpPr>
        <p:sp>
          <p:nvSpPr>
            <p:cNvPr id="8513" name="Google Shape;8513;p7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73"/>
          <p:cNvGrpSpPr/>
          <p:nvPr/>
        </p:nvGrpSpPr>
        <p:grpSpPr>
          <a:xfrm>
            <a:off x="2590145" y="3270574"/>
            <a:ext cx="1389066" cy="180119"/>
            <a:chOff x="705948" y="3788465"/>
            <a:chExt cx="2308953" cy="299400"/>
          </a:xfrm>
        </p:grpSpPr>
        <p:sp>
          <p:nvSpPr>
            <p:cNvPr id="8519" name="Google Shape;8519;p7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73"/>
          <p:cNvGrpSpPr/>
          <p:nvPr/>
        </p:nvGrpSpPr>
        <p:grpSpPr>
          <a:xfrm>
            <a:off x="2638082" y="3883554"/>
            <a:ext cx="1304609" cy="294074"/>
            <a:chOff x="2658741" y="4097347"/>
            <a:chExt cx="1304609" cy="294074"/>
          </a:xfrm>
        </p:grpSpPr>
        <p:grpSp>
          <p:nvGrpSpPr>
            <p:cNvPr id="8525" name="Google Shape;8525;p73"/>
            <p:cNvGrpSpPr/>
            <p:nvPr/>
          </p:nvGrpSpPr>
          <p:grpSpPr>
            <a:xfrm>
              <a:off x="2658741" y="4097347"/>
              <a:ext cx="118572" cy="294074"/>
              <a:chOff x="3343310" y="4475555"/>
              <a:chExt cx="127717" cy="316753"/>
            </a:xfrm>
          </p:grpSpPr>
          <p:sp>
            <p:nvSpPr>
              <p:cNvPr id="8526" name="Google Shape;8526;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73"/>
            <p:cNvGrpSpPr/>
            <p:nvPr/>
          </p:nvGrpSpPr>
          <p:grpSpPr>
            <a:xfrm>
              <a:off x="3815519" y="4098388"/>
              <a:ext cx="147831" cy="291991"/>
              <a:chOff x="3527539" y="4476677"/>
              <a:chExt cx="159232" cy="314510"/>
            </a:xfrm>
          </p:grpSpPr>
          <p:sp>
            <p:nvSpPr>
              <p:cNvPr id="8529" name="Google Shape;8529;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73"/>
            <p:cNvGrpSpPr/>
            <p:nvPr/>
          </p:nvGrpSpPr>
          <p:grpSpPr>
            <a:xfrm>
              <a:off x="3511696" y="4098388"/>
              <a:ext cx="147831" cy="291991"/>
              <a:chOff x="3527539" y="4476677"/>
              <a:chExt cx="159232" cy="314510"/>
            </a:xfrm>
          </p:grpSpPr>
          <p:sp>
            <p:nvSpPr>
              <p:cNvPr id="8532" name="Google Shape;8532;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73"/>
            <p:cNvGrpSpPr/>
            <p:nvPr/>
          </p:nvGrpSpPr>
          <p:grpSpPr>
            <a:xfrm>
              <a:off x="3207874" y="4098388"/>
              <a:ext cx="147831" cy="291991"/>
              <a:chOff x="3527539" y="4476677"/>
              <a:chExt cx="159232" cy="314510"/>
            </a:xfrm>
          </p:grpSpPr>
          <p:sp>
            <p:nvSpPr>
              <p:cNvPr id="8535" name="Google Shape;8535;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3"/>
            <p:cNvGrpSpPr/>
            <p:nvPr/>
          </p:nvGrpSpPr>
          <p:grpSpPr>
            <a:xfrm>
              <a:off x="2933305" y="4097347"/>
              <a:ext cx="118572" cy="294074"/>
              <a:chOff x="3343310" y="4475555"/>
              <a:chExt cx="127717" cy="316753"/>
            </a:xfrm>
          </p:grpSpPr>
          <p:sp>
            <p:nvSpPr>
              <p:cNvPr id="8538" name="Google Shape;8538;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0" name="Google Shape;8540;p73"/>
          <p:cNvGrpSpPr/>
          <p:nvPr/>
        </p:nvGrpSpPr>
        <p:grpSpPr>
          <a:xfrm>
            <a:off x="4256912" y="1866676"/>
            <a:ext cx="1433821" cy="191501"/>
            <a:chOff x="4273350" y="2080469"/>
            <a:chExt cx="1433821" cy="191501"/>
          </a:xfrm>
        </p:grpSpPr>
        <p:grpSp>
          <p:nvGrpSpPr>
            <p:cNvPr id="8541" name="Google Shape;8541;p73"/>
            <p:cNvGrpSpPr/>
            <p:nvPr/>
          </p:nvGrpSpPr>
          <p:grpSpPr>
            <a:xfrm>
              <a:off x="4273350" y="2080469"/>
              <a:ext cx="1433821" cy="0"/>
              <a:chOff x="5224975" y="2962250"/>
              <a:chExt cx="1544400" cy="0"/>
            </a:xfrm>
          </p:grpSpPr>
          <p:cxnSp>
            <p:nvCxnSpPr>
              <p:cNvPr id="8542" name="Google Shape;8542;p7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43" name="Google Shape;8543;p7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44" name="Google Shape;8544;p73"/>
            <p:cNvGrpSpPr/>
            <p:nvPr/>
          </p:nvGrpSpPr>
          <p:grpSpPr>
            <a:xfrm>
              <a:off x="4273350" y="2271969"/>
              <a:ext cx="1433821" cy="0"/>
              <a:chOff x="5224975" y="2962250"/>
              <a:chExt cx="1544400" cy="0"/>
            </a:xfrm>
          </p:grpSpPr>
          <p:cxnSp>
            <p:nvCxnSpPr>
              <p:cNvPr id="8545" name="Google Shape;8545;p7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46" name="Google Shape;8546;p7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47" name="Google Shape;8547;p73"/>
          <p:cNvGrpSpPr/>
          <p:nvPr/>
        </p:nvGrpSpPr>
        <p:grpSpPr>
          <a:xfrm>
            <a:off x="4258467" y="969244"/>
            <a:ext cx="1430711" cy="743389"/>
            <a:chOff x="5159450" y="1919950"/>
            <a:chExt cx="1541050" cy="862500"/>
          </a:xfrm>
        </p:grpSpPr>
        <p:sp>
          <p:nvSpPr>
            <p:cNvPr id="8548" name="Google Shape;8548;p7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49" name="Google Shape;8549;p73"/>
            <p:cNvGrpSpPr/>
            <p:nvPr/>
          </p:nvGrpSpPr>
          <p:grpSpPr>
            <a:xfrm>
              <a:off x="5159450" y="1919950"/>
              <a:ext cx="1541050" cy="862500"/>
              <a:chOff x="5159450" y="1919950"/>
              <a:chExt cx="1541050" cy="862500"/>
            </a:xfrm>
          </p:grpSpPr>
          <p:cxnSp>
            <p:nvCxnSpPr>
              <p:cNvPr id="8550" name="Google Shape;8550;p7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51" name="Google Shape;8551;p7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52" name="Google Shape;8552;p73"/>
          <p:cNvGrpSpPr/>
          <p:nvPr/>
        </p:nvGrpSpPr>
        <p:grpSpPr>
          <a:xfrm>
            <a:off x="4248581" y="2192571"/>
            <a:ext cx="1450484" cy="1052087"/>
            <a:chOff x="5230575" y="1554475"/>
            <a:chExt cx="2137150" cy="1550150"/>
          </a:xfrm>
        </p:grpSpPr>
        <p:sp>
          <p:nvSpPr>
            <p:cNvPr id="8553" name="Google Shape;8553;p7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73"/>
          <p:cNvGrpSpPr/>
          <p:nvPr/>
        </p:nvGrpSpPr>
        <p:grpSpPr>
          <a:xfrm rot="10800000">
            <a:off x="4265131" y="3284761"/>
            <a:ext cx="1417383" cy="887946"/>
            <a:chOff x="5645403" y="2920021"/>
            <a:chExt cx="2650800" cy="2180614"/>
          </a:xfrm>
        </p:grpSpPr>
        <p:sp>
          <p:nvSpPr>
            <p:cNvPr id="8567" name="Google Shape;8567;p7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8" name="Google Shape;8568;p73"/>
            <p:cNvCxnSpPr>
              <a:stCxn id="856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69" name="Google Shape;8569;p7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0" name="Google Shape;8570;p73"/>
            <p:cNvCxnSpPr>
              <a:endCxn id="8569"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571" name="Google Shape;8571;p7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2" name="Google Shape;8572;p73"/>
            <p:cNvCxnSpPr>
              <a:stCxn id="8571"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73" name="Google Shape;8573;p7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4" name="Google Shape;8574;p73"/>
            <p:cNvCxnSpPr>
              <a:endCxn id="857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75" name="Google Shape;8575;p73"/>
          <p:cNvGrpSpPr/>
          <p:nvPr/>
        </p:nvGrpSpPr>
        <p:grpSpPr>
          <a:xfrm>
            <a:off x="7365491" y="2188116"/>
            <a:ext cx="1071743" cy="1021579"/>
            <a:chOff x="7189833" y="2022667"/>
            <a:chExt cx="1251159" cy="1192597"/>
          </a:xfrm>
        </p:grpSpPr>
        <p:sp>
          <p:nvSpPr>
            <p:cNvPr id="8576" name="Google Shape;8576;p7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73"/>
          <p:cNvGrpSpPr/>
          <p:nvPr/>
        </p:nvGrpSpPr>
        <p:grpSpPr>
          <a:xfrm>
            <a:off x="706762" y="2614523"/>
            <a:ext cx="1695374" cy="1560837"/>
            <a:chOff x="727421" y="2828315"/>
            <a:chExt cx="1695374" cy="1560837"/>
          </a:xfrm>
        </p:grpSpPr>
        <p:grpSp>
          <p:nvGrpSpPr>
            <p:cNvPr id="8581" name="Google Shape;8581;p73"/>
            <p:cNvGrpSpPr/>
            <p:nvPr/>
          </p:nvGrpSpPr>
          <p:grpSpPr>
            <a:xfrm>
              <a:off x="819108" y="2882501"/>
              <a:ext cx="103104" cy="1426186"/>
              <a:chOff x="4674013" y="3100904"/>
              <a:chExt cx="122758" cy="1698043"/>
            </a:xfrm>
          </p:grpSpPr>
          <p:sp>
            <p:nvSpPr>
              <p:cNvPr id="8582" name="Google Shape;8582;p7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3"/>
            <p:cNvGrpSpPr/>
            <p:nvPr/>
          </p:nvGrpSpPr>
          <p:grpSpPr>
            <a:xfrm>
              <a:off x="1062475" y="2882501"/>
              <a:ext cx="103104" cy="1426186"/>
              <a:chOff x="4940438" y="3100904"/>
              <a:chExt cx="122758" cy="1698043"/>
            </a:xfrm>
          </p:grpSpPr>
          <p:sp>
            <p:nvSpPr>
              <p:cNvPr id="8590" name="Google Shape;8590;p7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3"/>
            <p:cNvGrpSpPr/>
            <p:nvPr/>
          </p:nvGrpSpPr>
          <p:grpSpPr>
            <a:xfrm>
              <a:off x="1299324" y="2882501"/>
              <a:ext cx="103104" cy="1426186"/>
              <a:chOff x="5206863" y="3100904"/>
              <a:chExt cx="122758" cy="1698043"/>
            </a:xfrm>
          </p:grpSpPr>
          <p:sp>
            <p:nvSpPr>
              <p:cNvPr id="8598" name="Google Shape;8598;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73"/>
            <p:cNvGrpSpPr/>
            <p:nvPr/>
          </p:nvGrpSpPr>
          <p:grpSpPr>
            <a:xfrm>
              <a:off x="1786057" y="2882501"/>
              <a:ext cx="103104" cy="1426186"/>
              <a:chOff x="6006138" y="3143629"/>
              <a:chExt cx="122758" cy="1698043"/>
            </a:xfrm>
          </p:grpSpPr>
          <p:sp>
            <p:nvSpPr>
              <p:cNvPr id="8606" name="Google Shape;8606;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73"/>
            <p:cNvGrpSpPr/>
            <p:nvPr/>
          </p:nvGrpSpPr>
          <p:grpSpPr>
            <a:xfrm>
              <a:off x="2029422" y="2882501"/>
              <a:ext cx="103104" cy="1426186"/>
              <a:chOff x="6805413" y="3100904"/>
              <a:chExt cx="122758" cy="1698043"/>
            </a:xfrm>
          </p:grpSpPr>
          <p:sp>
            <p:nvSpPr>
              <p:cNvPr id="8614" name="Google Shape;8614;p7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3"/>
            <p:cNvGrpSpPr/>
            <p:nvPr/>
          </p:nvGrpSpPr>
          <p:grpSpPr>
            <a:xfrm>
              <a:off x="727421" y="2828315"/>
              <a:ext cx="1695374" cy="1560837"/>
              <a:chOff x="734799" y="2782450"/>
              <a:chExt cx="1571100" cy="1577400"/>
            </a:xfrm>
          </p:grpSpPr>
          <p:cxnSp>
            <p:nvCxnSpPr>
              <p:cNvPr id="8622" name="Google Shape;8622;p7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23" name="Google Shape;8623;p7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24" name="Google Shape;8624;p73"/>
            <p:cNvGrpSpPr/>
            <p:nvPr/>
          </p:nvGrpSpPr>
          <p:grpSpPr>
            <a:xfrm>
              <a:off x="2272795" y="2882501"/>
              <a:ext cx="103104" cy="1426186"/>
              <a:chOff x="5206863" y="3100904"/>
              <a:chExt cx="122758" cy="1698043"/>
            </a:xfrm>
          </p:grpSpPr>
          <p:sp>
            <p:nvSpPr>
              <p:cNvPr id="8625" name="Google Shape;8625;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3"/>
            <p:cNvGrpSpPr/>
            <p:nvPr/>
          </p:nvGrpSpPr>
          <p:grpSpPr>
            <a:xfrm>
              <a:off x="1542694" y="2882501"/>
              <a:ext cx="103104" cy="1426186"/>
              <a:chOff x="6006138" y="3143629"/>
              <a:chExt cx="122758" cy="1698043"/>
            </a:xfrm>
          </p:grpSpPr>
          <p:sp>
            <p:nvSpPr>
              <p:cNvPr id="8633" name="Google Shape;8633;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0" name="Google Shape;8640;p73"/>
          <p:cNvGrpSpPr/>
          <p:nvPr/>
        </p:nvGrpSpPr>
        <p:grpSpPr>
          <a:xfrm>
            <a:off x="5915341" y="2192094"/>
            <a:ext cx="1248543" cy="1025319"/>
            <a:chOff x="5183758" y="1210600"/>
            <a:chExt cx="3605380" cy="2960783"/>
          </a:xfrm>
        </p:grpSpPr>
        <p:sp>
          <p:nvSpPr>
            <p:cNvPr id="8641" name="Google Shape;8641;p7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5" name="Google Shape;8645;p7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46" name="Google Shape;8646;p7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47" name="Google Shape;8647;p7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48" name="Google Shape;8648;p7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49" name="Google Shape;8649;p7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73"/>
          <p:cNvGrpSpPr/>
          <p:nvPr/>
        </p:nvGrpSpPr>
        <p:grpSpPr>
          <a:xfrm>
            <a:off x="5772403" y="3330411"/>
            <a:ext cx="2664831" cy="843440"/>
            <a:chOff x="5916567" y="1099697"/>
            <a:chExt cx="2556683" cy="809211"/>
          </a:xfrm>
        </p:grpSpPr>
        <p:sp>
          <p:nvSpPr>
            <p:cNvPr id="8651" name="Google Shape;8651;p7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73"/>
          <p:cNvGrpSpPr/>
          <p:nvPr/>
        </p:nvGrpSpPr>
        <p:grpSpPr>
          <a:xfrm>
            <a:off x="5879943" y="979270"/>
            <a:ext cx="1299851" cy="1023338"/>
            <a:chOff x="5900602" y="1193063"/>
            <a:chExt cx="1299851" cy="1023338"/>
          </a:xfrm>
        </p:grpSpPr>
        <p:grpSp>
          <p:nvGrpSpPr>
            <p:cNvPr id="8660" name="Google Shape;8660;p73"/>
            <p:cNvGrpSpPr/>
            <p:nvPr/>
          </p:nvGrpSpPr>
          <p:grpSpPr>
            <a:xfrm>
              <a:off x="6743564" y="1193063"/>
              <a:ext cx="456889" cy="700379"/>
              <a:chOff x="6743564" y="1193063"/>
              <a:chExt cx="456889" cy="700379"/>
            </a:xfrm>
          </p:grpSpPr>
          <p:grpSp>
            <p:nvGrpSpPr>
              <p:cNvPr id="8661" name="Google Shape;8661;p73"/>
              <p:cNvGrpSpPr/>
              <p:nvPr/>
            </p:nvGrpSpPr>
            <p:grpSpPr>
              <a:xfrm>
                <a:off x="6743564" y="1690731"/>
                <a:ext cx="214402" cy="202710"/>
                <a:chOff x="6743564" y="1690731"/>
                <a:chExt cx="214402" cy="202710"/>
              </a:xfrm>
            </p:grpSpPr>
            <p:sp>
              <p:nvSpPr>
                <p:cNvPr id="8662" name="Google Shape;8662;p7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73"/>
              <p:cNvGrpSpPr/>
              <p:nvPr/>
            </p:nvGrpSpPr>
            <p:grpSpPr>
              <a:xfrm>
                <a:off x="6915505" y="1193063"/>
                <a:ext cx="284947" cy="589637"/>
                <a:chOff x="6915505" y="1193063"/>
                <a:chExt cx="284947" cy="589637"/>
              </a:xfrm>
            </p:grpSpPr>
            <p:sp>
              <p:nvSpPr>
                <p:cNvPr id="8665" name="Google Shape;8665;p7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6" name="Google Shape;8666;p7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67" name="Google Shape;8667;p73"/>
            <p:cNvGrpSpPr/>
            <p:nvPr/>
          </p:nvGrpSpPr>
          <p:grpSpPr>
            <a:xfrm>
              <a:off x="6520337" y="1193063"/>
              <a:ext cx="341815" cy="801589"/>
              <a:chOff x="6520337" y="1193063"/>
              <a:chExt cx="341815" cy="801589"/>
            </a:xfrm>
          </p:grpSpPr>
          <p:grpSp>
            <p:nvGrpSpPr>
              <p:cNvPr id="8668" name="Google Shape;8668;p73"/>
              <p:cNvGrpSpPr/>
              <p:nvPr/>
            </p:nvGrpSpPr>
            <p:grpSpPr>
              <a:xfrm>
                <a:off x="6520337" y="1589527"/>
                <a:ext cx="213950" cy="405125"/>
                <a:chOff x="6520337" y="1589527"/>
                <a:chExt cx="213950" cy="405125"/>
              </a:xfrm>
            </p:grpSpPr>
            <p:sp>
              <p:nvSpPr>
                <p:cNvPr id="8669" name="Google Shape;8669;p7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73"/>
              <p:cNvGrpSpPr/>
              <p:nvPr/>
            </p:nvGrpSpPr>
            <p:grpSpPr>
              <a:xfrm>
                <a:off x="6577204" y="1193063"/>
                <a:ext cx="284947" cy="453562"/>
                <a:chOff x="6577204" y="1193063"/>
                <a:chExt cx="284947" cy="453562"/>
              </a:xfrm>
            </p:grpSpPr>
            <p:sp>
              <p:nvSpPr>
                <p:cNvPr id="8672" name="Google Shape;8672;p7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3" name="Google Shape;8673;p7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74" name="Google Shape;8674;p73"/>
            <p:cNvGrpSpPr/>
            <p:nvPr/>
          </p:nvGrpSpPr>
          <p:grpSpPr>
            <a:xfrm>
              <a:off x="6238903" y="1193063"/>
              <a:ext cx="300475" cy="901782"/>
              <a:chOff x="6238903" y="1193063"/>
              <a:chExt cx="300475" cy="901782"/>
            </a:xfrm>
          </p:grpSpPr>
          <p:grpSp>
            <p:nvGrpSpPr>
              <p:cNvPr id="8675" name="Google Shape;8675;p73"/>
              <p:cNvGrpSpPr/>
              <p:nvPr/>
            </p:nvGrpSpPr>
            <p:grpSpPr>
              <a:xfrm>
                <a:off x="6290865" y="1489315"/>
                <a:ext cx="248514" cy="605530"/>
                <a:chOff x="6290865" y="1489315"/>
                <a:chExt cx="248514" cy="605530"/>
              </a:xfrm>
            </p:grpSpPr>
            <p:sp>
              <p:nvSpPr>
                <p:cNvPr id="8676" name="Google Shape;8676;p7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73"/>
              <p:cNvGrpSpPr/>
              <p:nvPr/>
            </p:nvGrpSpPr>
            <p:grpSpPr>
              <a:xfrm>
                <a:off x="6238903" y="1193063"/>
                <a:ext cx="284947" cy="327512"/>
                <a:chOff x="6238903" y="1193063"/>
                <a:chExt cx="284947" cy="327512"/>
              </a:xfrm>
            </p:grpSpPr>
            <p:sp>
              <p:nvSpPr>
                <p:cNvPr id="8679" name="Google Shape;8679;p7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0" name="Google Shape;8680;p7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81" name="Google Shape;8681;p73"/>
            <p:cNvGrpSpPr/>
            <p:nvPr/>
          </p:nvGrpSpPr>
          <p:grpSpPr>
            <a:xfrm>
              <a:off x="5900602" y="1193063"/>
              <a:ext cx="444345" cy="1023338"/>
              <a:chOff x="5900602" y="1193063"/>
              <a:chExt cx="444345" cy="1023338"/>
            </a:xfrm>
          </p:grpSpPr>
          <p:grpSp>
            <p:nvGrpSpPr>
              <p:cNvPr id="8682" name="Google Shape;8682;p73"/>
              <p:cNvGrpSpPr/>
              <p:nvPr/>
            </p:nvGrpSpPr>
            <p:grpSpPr>
              <a:xfrm>
                <a:off x="6046501" y="1367785"/>
                <a:ext cx="298446" cy="848616"/>
                <a:chOff x="6046501" y="1367785"/>
                <a:chExt cx="298446" cy="848616"/>
              </a:xfrm>
            </p:grpSpPr>
            <p:sp>
              <p:nvSpPr>
                <p:cNvPr id="8683" name="Google Shape;8683;p7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73"/>
              <p:cNvGrpSpPr/>
              <p:nvPr/>
            </p:nvGrpSpPr>
            <p:grpSpPr>
              <a:xfrm>
                <a:off x="5900602" y="1193063"/>
                <a:ext cx="284947" cy="182312"/>
                <a:chOff x="5900602" y="1193063"/>
                <a:chExt cx="284947" cy="182312"/>
              </a:xfrm>
            </p:grpSpPr>
            <p:sp>
              <p:nvSpPr>
                <p:cNvPr id="8686" name="Google Shape;8686;p7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7" name="Google Shape;8687;p7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88" name="Google Shape;8688;p73"/>
          <p:cNvGrpSpPr/>
          <p:nvPr/>
        </p:nvGrpSpPr>
        <p:grpSpPr>
          <a:xfrm>
            <a:off x="7217825" y="979415"/>
            <a:ext cx="1219413" cy="1051365"/>
            <a:chOff x="7287122" y="1165658"/>
            <a:chExt cx="1219413" cy="1051365"/>
          </a:xfrm>
        </p:grpSpPr>
        <p:grpSp>
          <p:nvGrpSpPr>
            <p:cNvPr id="8689" name="Google Shape;8689;p73"/>
            <p:cNvGrpSpPr/>
            <p:nvPr/>
          </p:nvGrpSpPr>
          <p:grpSpPr>
            <a:xfrm>
              <a:off x="7287122" y="1969723"/>
              <a:ext cx="1219413" cy="247300"/>
              <a:chOff x="7287122" y="1969723"/>
              <a:chExt cx="1219413" cy="247300"/>
            </a:xfrm>
          </p:grpSpPr>
          <p:sp>
            <p:nvSpPr>
              <p:cNvPr id="8690" name="Google Shape;8690;p7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1" name="Google Shape;8691;p73"/>
              <p:cNvGrpSpPr/>
              <p:nvPr/>
            </p:nvGrpSpPr>
            <p:grpSpPr>
              <a:xfrm>
                <a:off x="7287122" y="2063892"/>
                <a:ext cx="1151753" cy="73428"/>
                <a:chOff x="7287122" y="2063892"/>
                <a:chExt cx="1151753" cy="73428"/>
              </a:xfrm>
            </p:grpSpPr>
            <p:sp>
              <p:nvSpPr>
                <p:cNvPr id="8692" name="Google Shape;8692;p7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3" name="Google Shape;8693;p7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94" name="Google Shape;8694;p73"/>
            <p:cNvGrpSpPr/>
            <p:nvPr/>
          </p:nvGrpSpPr>
          <p:grpSpPr>
            <a:xfrm>
              <a:off x="7287122" y="1712201"/>
              <a:ext cx="1219403" cy="246767"/>
              <a:chOff x="7287122" y="1712201"/>
              <a:chExt cx="1219403" cy="246767"/>
            </a:xfrm>
          </p:grpSpPr>
          <p:sp>
            <p:nvSpPr>
              <p:cNvPr id="8695" name="Google Shape;8695;p7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6" name="Google Shape;8696;p73"/>
              <p:cNvGrpSpPr/>
              <p:nvPr/>
            </p:nvGrpSpPr>
            <p:grpSpPr>
              <a:xfrm>
                <a:off x="7287122" y="1842861"/>
                <a:ext cx="1005303" cy="73419"/>
                <a:chOff x="7287122" y="1842861"/>
                <a:chExt cx="1005303" cy="73419"/>
              </a:xfrm>
            </p:grpSpPr>
            <p:sp>
              <p:nvSpPr>
                <p:cNvPr id="8697" name="Google Shape;8697;p7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8" name="Google Shape;8698;p7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99" name="Google Shape;8699;p73"/>
            <p:cNvGrpSpPr/>
            <p:nvPr/>
          </p:nvGrpSpPr>
          <p:grpSpPr>
            <a:xfrm>
              <a:off x="7287122" y="1447520"/>
              <a:ext cx="1219403" cy="286667"/>
              <a:chOff x="7287122" y="1447520"/>
              <a:chExt cx="1219403" cy="286667"/>
            </a:xfrm>
          </p:grpSpPr>
          <p:sp>
            <p:nvSpPr>
              <p:cNvPr id="8700" name="Google Shape;8700;p7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1" name="Google Shape;8701;p73"/>
              <p:cNvGrpSpPr/>
              <p:nvPr/>
            </p:nvGrpSpPr>
            <p:grpSpPr>
              <a:xfrm>
                <a:off x="7287122" y="1581977"/>
                <a:ext cx="852803" cy="73428"/>
                <a:chOff x="7287122" y="1581977"/>
                <a:chExt cx="852803" cy="73428"/>
              </a:xfrm>
            </p:grpSpPr>
            <p:sp>
              <p:nvSpPr>
                <p:cNvPr id="8702" name="Google Shape;8702;p7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3" name="Google Shape;8703;p7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04" name="Google Shape;8704;p73"/>
            <p:cNvGrpSpPr/>
            <p:nvPr/>
          </p:nvGrpSpPr>
          <p:grpSpPr>
            <a:xfrm>
              <a:off x="7287122" y="1165658"/>
              <a:ext cx="1219403" cy="344253"/>
              <a:chOff x="7287122" y="1165658"/>
              <a:chExt cx="1219403" cy="344253"/>
            </a:xfrm>
          </p:grpSpPr>
          <p:sp>
            <p:nvSpPr>
              <p:cNvPr id="8705" name="Google Shape;8705;p7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6" name="Google Shape;8706;p73"/>
              <p:cNvGrpSpPr/>
              <p:nvPr/>
            </p:nvGrpSpPr>
            <p:grpSpPr>
              <a:xfrm>
                <a:off x="7287122" y="1341025"/>
                <a:ext cx="695703" cy="73419"/>
                <a:chOff x="7287122" y="1341025"/>
                <a:chExt cx="695703" cy="73419"/>
              </a:xfrm>
            </p:grpSpPr>
            <p:sp>
              <p:nvSpPr>
                <p:cNvPr id="8707" name="Google Shape;8707;p7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8" name="Google Shape;8708;p7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12" name="Shape 8712"/>
        <p:cNvGrpSpPr/>
        <p:nvPr/>
      </p:nvGrpSpPr>
      <p:grpSpPr>
        <a:xfrm>
          <a:off x="0" y="0"/>
          <a:ext cx="0" cy="0"/>
          <a:chOff x="0" y="0"/>
          <a:chExt cx="0" cy="0"/>
        </a:xfrm>
      </p:grpSpPr>
      <p:sp>
        <p:nvSpPr>
          <p:cNvPr id="8713" name="Google Shape;8713;p74"/>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714" name="Google Shape;8714;p74"/>
          <p:cNvGrpSpPr/>
          <p:nvPr/>
        </p:nvGrpSpPr>
        <p:grpSpPr>
          <a:xfrm>
            <a:off x="830341" y="2307733"/>
            <a:ext cx="340168" cy="298978"/>
            <a:chOff x="892750" y="267400"/>
            <a:chExt cx="483125" cy="424625"/>
          </a:xfrm>
        </p:grpSpPr>
        <p:sp>
          <p:nvSpPr>
            <p:cNvPr id="8715" name="Google Shape;8715;p7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6" name="Google Shape;8716;p7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7" name="Google Shape;8717;p7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8" name="Google Shape;8718;p74"/>
          <p:cNvGrpSpPr/>
          <p:nvPr/>
        </p:nvGrpSpPr>
        <p:grpSpPr>
          <a:xfrm>
            <a:off x="1268776" y="2287121"/>
            <a:ext cx="298996" cy="340204"/>
            <a:chOff x="1516475" y="238075"/>
            <a:chExt cx="424650" cy="483175"/>
          </a:xfrm>
        </p:grpSpPr>
        <p:sp>
          <p:nvSpPr>
            <p:cNvPr id="8719" name="Google Shape;8719;p7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0" name="Google Shape;8720;p7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1" name="Google Shape;8721;p74"/>
          <p:cNvGrpSpPr/>
          <p:nvPr/>
        </p:nvGrpSpPr>
        <p:grpSpPr>
          <a:xfrm>
            <a:off x="1661867" y="2367520"/>
            <a:ext cx="341488" cy="179405"/>
            <a:chOff x="2080675" y="352325"/>
            <a:chExt cx="485000" cy="254800"/>
          </a:xfrm>
        </p:grpSpPr>
        <p:sp>
          <p:nvSpPr>
            <p:cNvPr id="8722" name="Google Shape;8722;p74"/>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3" name="Google Shape;8723;p74"/>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4" name="Google Shape;8724;p74"/>
          <p:cNvGrpSpPr/>
          <p:nvPr/>
        </p:nvGrpSpPr>
        <p:grpSpPr>
          <a:xfrm>
            <a:off x="2111046" y="2287138"/>
            <a:ext cx="298996" cy="340168"/>
            <a:chOff x="2705375" y="238125"/>
            <a:chExt cx="424650" cy="483125"/>
          </a:xfrm>
        </p:grpSpPr>
        <p:sp>
          <p:nvSpPr>
            <p:cNvPr id="8725" name="Google Shape;8725;p74"/>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6" name="Google Shape;8726;p74"/>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7" name="Google Shape;8727;p74"/>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8" name="Google Shape;8728;p74"/>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9" name="Google Shape;8729;p74"/>
          <p:cNvGrpSpPr/>
          <p:nvPr/>
        </p:nvGrpSpPr>
        <p:grpSpPr>
          <a:xfrm>
            <a:off x="2527187" y="2287455"/>
            <a:ext cx="301161" cy="339535"/>
            <a:chOff x="3299850" y="238575"/>
            <a:chExt cx="427725" cy="482225"/>
          </a:xfrm>
        </p:grpSpPr>
        <p:sp>
          <p:nvSpPr>
            <p:cNvPr id="8730" name="Google Shape;8730;p74"/>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1" name="Google Shape;8731;p74"/>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2" name="Google Shape;8732;p74"/>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3" name="Google Shape;8733;p74"/>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4" name="Google Shape;8734;p74"/>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5" name="Google Shape;8735;p74"/>
          <p:cNvGrpSpPr/>
          <p:nvPr/>
        </p:nvGrpSpPr>
        <p:grpSpPr>
          <a:xfrm>
            <a:off x="2914108" y="2287138"/>
            <a:ext cx="352455" cy="340168"/>
            <a:chOff x="3857225" y="238125"/>
            <a:chExt cx="500575" cy="483125"/>
          </a:xfrm>
        </p:grpSpPr>
        <p:sp>
          <p:nvSpPr>
            <p:cNvPr id="8736" name="Google Shape;8736;p74"/>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7" name="Google Shape;8737;p74"/>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8" name="Google Shape;8738;p74"/>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9" name="Google Shape;8739;p74"/>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0" name="Google Shape;8740;p74"/>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1" name="Google Shape;8741;p74"/>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2" name="Google Shape;8742;p74"/>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43" name="Google Shape;8743;p74"/>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44" name="Google Shape;8744;p74"/>
          <p:cNvGrpSpPr/>
          <p:nvPr/>
        </p:nvGrpSpPr>
        <p:grpSpPr>
          <a:xfrm>
            <a:off x="3760885" y="2287165"/>
            <a:ext cx="340186" cy="340116"/>
            <a:chOff x="5053900" y="238200"/>
            <a:chExt cx="483150" cy="483050"/>
          </a:xfrm>
        </p:grpSpPr>
        <p:sp>
          <p:nvSpPr>
            <p:cNvPr id="8745" name="Google Shape;8745;p74"/>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6" name="Google Shape;8746;p74"/>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7" name="Google Shape;8747;p74"/>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8" name="Google Shape;8748;p74"/>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9" name="Google Shape;8749;p74"/>
          <p:cNvGrpSpPr/>
          <p:nvPr/>
        </p:nvGrpSpPr>
        <p:grpSpPr>
          <a:xfrm>
            <a:off x="4174835" y="2287138"/>
            <a:ext cx="340168" cy="340168"/>
            <a:chOff x="5648375" y="238125"/>
            <a:chExt cx="483125" cy="483125"/>
          </a:xfrm>
        </p:grpSpPr>
        <p:sp>
          <p:nvSpPr>
            <p:cNvPr id="8750" name="Google Shape;8750;p74"/>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1" name="Google Shape;8751;p74"/>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2" name="Google Shape;8752;p74"/>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3" name="Google Shape;8753;p74"/>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4" name="Google Shape;8754;p74"/>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5" name="Google Shape;8755;p74"/>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6" name="Google Shape;8756;p74"/>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7" name="Google Shape;8757;p74"/>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8" name="Google Shape;8758;p74"/>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9" name="Google Shape;8759;p74"/>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0" name="Google Shape;8760;p74"/>
          <p:cNvGrpSpPr/>
          <p:nvPr/>
        </p:nvGrpSpPr>
        <p:grpSpPr>
          <a:xfrm>
            <a:off x="4591521" y="2287138"/>
            <a:ext cx="340168" cy="340168"/>
            <a:chOff x="6242825" y="238125"/>
            <a:chExt cx="483125" cy="483125"/>
          </a:xfrm>
        </p:grpSpPr>
        <p:sp>
          <p:nvSpPr>
            <p:cNvPr id="8761" name="Google Shape;8761;p74"/>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2" name="Google Shape;8762;p74"/>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3" name="Google Shape;8763;p74"/>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4" name="Google Shape;8764;p74"/>
          <p:cNvGrpSpPr/>
          <p:nvPr/>
        </p:nvGrpSpPr>
        <p:grpSpPr>
          <a:xfrm>
            <a:off x="828643" y="2727362"/>
            <a:ext cx="343566" cy="298943"/>
            <a:chOff x="889275" y="861850"/>
            <a:chExt cx="487950" cy="424575"/>
          </a:xfrm>
        </p:grpSpPr>
        <p:sp>
          <p:nvSpPr>
            <p:cNvPr id="8765" name="Google Shape;8765;p74"/>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6" name="Google Shape;8766;p74"/>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7" name="Google Shape;8767;p74"/>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8" name="Google Shape;8768;p74"/>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69" name="Google Shape;8769;p74"/>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0" name="Google Shape;8770;p74"/>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71" name="Google Shape;8771;p74"/>
          <p:cNvGrpSpPr/>
          <p:nvPr/>
        </p:nvGrpSpPr>
        <p:grpSpPr>
          <a:xfrm>
            <a:off x="2090460" y="2706749"/>
            <a:ext cx="340168" cy="340168"/>
            <a:chOff x="2676100" y="832575"/>
            <a:chExt cx="483125" cy="483125"/>
          </a:xfrm>
        </p:grpSpPr>
        <p:sp>
          <p:nvSpPr>
            <p:cNvPr id="8772" name="Google Shape;8772;p7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3" name="Google Shape;8773;p7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4" name="Google Shape;8774;p7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5" name="Google Shape;8775;p74"/>
          <p:cNvGrpSpPr/>
          <p:nvPr/>
        </p:nvGrpSpPr>
        <p:grpSpPr>
          <a:xfrm>
            <a:off x="2501963" y="2706749"/>
            <a:ext cx="351610" cy="340168"/>
            <a:chOff x="3270550" y="832575"/>
            <a:chExt cx="499375" cy="483125"/>
          </a:xfrm>
        </p:grpSpPr>
        <p:sp>
          <p:nvSpPr>
            <p:cNvPr id="8776" name="Google Shape;8776;p7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7" name="Google Shape;8777;p7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8" name="Google Shape;8778;p7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9" name="Google Shape;8779;p74"/>
          <p:cNvGrpSpPr/>
          <p:nvPr/>
        </p:nvGrpSpPr>
        <p:grpSpPr>
          <a:xfrm>
            <a:off x="3335925" y="2727300"/>
            <a:ext cx="344798" cy="299066"/>
            <a:chOff x="4452900" y="861750"/>
            <a:chExt cx="489700" cy="424750"/>
          </a:xfrm>
        </p:grpSpPr>
        <p:sp>
          <p:nvSpPr>
            <p:cNvPr id="8780" name="Google Shape;8780;p74"/>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1" name="Google Shape;8781;p74"/>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2" name="Google Shape;8782;p74"/>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3" name="Google Shape;8783;p74"/>
          <p:cNvGrpSpPr/>
          <p:nvPr/>
        </p:nvGrpSpPr>
        <p:grpSpPr>
          <a:xfrm>
            <a:off x="3753158" y="2706758"/>
            <a:ext cx="355641" cy="340151"/>
            <a:chOff x="5049750" y="832600"/>
            <a:chExt cx="505100" cy="483100"/>
          </a:xfrm>
        </p:grpSpPr>
        <p:sp>
          <p:nvSpPr>
            <p:cNvPr id="8784" name="Google Shape;8784;p74"/>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5" name="Google Shape;8785;p74"/>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86" name="Google Shape;8786;p74"/>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87" name="Google Shape;8787;p74"/>
          <p:cNvGrpSpPr/>
          <p:nvPr/>
        </p:nvGrpSpPr>
        <p:grpSpPr>
          <a:xfrm>
            <a:off x="4612107" y="2706749"/>
            <a:ext cx="298996" cy="340168"/>
            <a:chOff x="6272100" y="832575"/>
            <a:chExt cx="424650" cy="483125"/>
          </a:xfrm>
        </p:grpSpPr>
        <p:sp>
          <p:nvSpPr>
            <p:cNvPr id="8788" name="Google Shape;8788;p74"/>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9" name="Google Shape;8789;p74"/>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0" name="Google Shape;8790;p74"/>
          <p:cNvGrpSpPr/>
          <p:nvPr/>
        </p:nvGrpSpPr>
        <p:grpSpPr>
          <a:xfrm>
            <a:off x="2920243" y="2717381"/>
            <a:ext cx="340186" cy="318904"/>
            <a:chOff x="3865000" y="847675"/>
            <a:chExt cx="483150" cy="452925"/>
          </a:xfrm>
        </p:grpSpPr>
        <p:sp>
          <p:nvSpPr>
            <p:cNvPr id="8791" name="Google Shape;8791;p74"/>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2" name="Google Shape;8792;p74"/>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3" name="Google Shape;8793;p74"/>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4" name="Google Shape;8794;p74"/>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5" name="Google Shape;8795;p74"/>
          <p:cNvGrpSpPr/>
          <p:nvPr/>
        </p:nvGrpSpPr>
        <p:grpSpPr>
          <a:xfrm>
            <a:off x="830315" y="3125798"/>
            <a:ext cx="340221" cy="340186"/>
            <a:chOff x="893650" y="1428000"/>
            <a:chExt cx="483200" cy="483150"/>
          </a:xfrm>
        </p:grpSpPr>
        <p:sp>
          <p:nvSpPr>
            <p:cNvPr id="8796" name="Google Shape;8796;p74"/>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7" name="Google Shape;8797;p74"/>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8" name="Google Shape;8798;p74"/>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9" name="Google Shape;8799;p74"/>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00" name="Google Shape;8800;p74"/>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1" name="Google Shape;8801;p74"/>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02" name="Google Shape;8802;p74"/>
          <p:cNvGrpSpPr/>
          <p:nvPr/>
        </p:nvGrpSpPr>
        <p:grpSpPr>
          <a:xfrm>
            <a:off x="2084132" y="3146463"/>
            <a:ext cx="352825" cy="298855"/>
            <a:chOff x="2676100" y="1456375"/>
            <a:chExt cx="501100" cy="424450"/>
          </a:xfrm>
        </p:grpSpPr>
        <p:sp>
          <p:nvSpPr>
            <p:cNvPr id="8803" name="Google Shape;8803;p74"/>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4" name="Google Shape;8804;p74"/>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5" name="Google Shape;8805;p74"/>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06" name="Google Shape;8806;p74"/>
          <p:cNvGrpSpPr/>
          <p:nvPr/>
        </p:nvGrpSpPr>
        <p:grpSpPr>
          <a:xfrm>
            <a:off x="2507657" y="3125806"/>
            <a:ext cx="340221" cy="340168"/>
            <a:chOff x="3270475" y="1427025"/>
            <a:chExt cx="483200" cy="483125"/>
          </a:xfrm>
        </p:grpSpPr>
        <p:sp>
          <p:nvSpPr>
            <p:cNvPr id="8807" name="Google Shape;8807;p7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8" name="Google Shape;8808;p7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9" name="Google Shape;8809;p7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0" name="Google Shape;8810;p74"/>
          <p:cNvGrpSpPr/>
          <p:nvPr/>
        </p:nvGrpSpPr>
        <p:grpSpPr>
          <a:xfrm>
            <a:off x="2918570" y="3125780"/>
            <a:ext cx="343530" cy="340221"/>
            <a:chOff x="3860250" y="1427025"/>
            <a:chExt cx="487900" cy="483200"/>
          </a:xfrm>
        </p:grpSpPr>
        <p:sp>
          <p:nvSpPr>
            <p:cNvPr id="8811" name="Google Shape;8811;p74"/>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2" name="Google Shape;8812;p74"/>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3" name="Google Shape;8813;p74"/>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14" name="Google Shape;8814;p74"/>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5" name="Google Shape;8815;p74"/>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16" name="Google Shape;8816;p74"/>
          <p:cNvGrpSpPr/>
          <p:nvPr/>
        </p:nvGrpSpPr>
        <p:grpSpPr>
          <a:xfrm>
            <a:off x="4174808" y="3125806"/>
            <a:ext cx="340221" cy="340168"/>
            <a:chOff x="5648375" y="1427025"/>
            <a:chExt cx="483200" cy="483125"/>
          </a:xfrm>
        </p:grpSpPr>
        <p:sp>
          <p:nvSpPr>
            <p:cNvPr id="8817" name="Google Shape;8817;p74"/>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8" name="Google Shape;8818;p74"/>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9" name="Google Shape;8819;p74"/>
          <p:cNvGrpSpPr/>
          <p:nvPr/>
        </p:nvGrpSpPr>
        <p:grpSpPr>
          <a:xfrm>
            <a:off x="4589294" y="3125789"/>
            <a:ext cx="344622" cy="340204"/>
            <a:chOff x="6238300" y="1426975"/>
            <a:chExt cx="489450" cy="483175"/>
          </a:xfrm>
        </p:grpSpPr>
        <p:sp>
          <p:nvSpPr>
            <p:cNvPr id="8820" name="Google Shape;8820;p74"/>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1" name="Google Shape;8821;p74"/>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2" name="Google Shape;8822;p74"/>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23" name="Google Shape;8823;p74"/>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24" name="Google Shape;8824;p74"/>
          <p:cNvGrpSpPr/>
          <p:nvPr/>
        </p:nvGrpSpPr>
        <p:grpSpPr>
          <a:xfrm>
            <a:off x="1248190" y="3544794"/>
            <a:ext cx="340168" cy="340186"/>
            <a:chOff x="1487200" y="2021475"/>
            <a:chExt cx="483125" cy="483150"/>
          </a:xfrm>
        </p:grpSpPr>
        <p:sp>
          <p:nvSpPr>
            <p:cNvPr id="8825" name="Google Shape;8825;p7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6" name="Google Shape;8826;p7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7" name="Google Shape;8827;p7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8" name="Google Shape;8828;p7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9" name="Google Shape;8829;p74"/>
          <p:cNvGrpSpPr/>
          <p:nvPr/>
        </p:nvGrpSpPr>
        <p:grpSpPr>
          <a:xfrm>
            <a:off x="1662527" y="3565398"/>
            <a:ext cx="340168" cy="298978"/>
            <a:chOff x="2081650" y="2050750"/>
            <a:chExt cx="483125" cy="424625"/>
          </a:xfrm>
        </p:grpSpPr>
        <p:sp>
          <p:nvSpPr>
            <p:cNvPr id="8830" name="Google Shape;8830;p74"/>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1" name="Google Shape;8831;p74"/>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2" name="Google Shape;8832;p74"/>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3" name="Google Shape;8833;p74"/>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4" name="Google Shape;8834;p74"/>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5" name="Google Shape;8835;p74"/>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6" name="Google Shape;8836;p74"/>
          <p:cNvGrpSpPr/>
          <p:nvPr/>
        </p:nvGrpSpPr>
        <p:grpSpPr>
          <a:xfrm>
            <a:off x="2090460" y="3588721"/>
            <a:ext cx="340168" cy="252332"/>
            <a:chOff x="2676100" y="2083800"/>
            <a:chExt cx="483125" cy="358375"/>
          </a:xfrm>
        </p:grpSpPr>
        <p:sp>
          <p:nvSpPr>
            <p:cNvPr id="8837" name="Google Shape;8837;p74"/>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8" name="Google Shape;8838;p74"/>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9" name="Google Shape;8839;p74"/>
          <p:cNvGrpSpPr/>
          <p:nvPr/>
        </p:nvGrpSpPr>
        <p:grpSpPr>
          <a:xfrm>
            <a:off x="2515974" y="3554766"/>
            <a:ext cx="323587" cy="320242"/>
            <a:chOff x="3282325" y="2035675"/>
            <a:chExt cx="459575" cy="454825"/>
          </a:xfrm>
        </p:grpSpPr>
        <p:sp>
          <p:nvSpPr>
            <p:cNvPr id="8840" name="Google Shape;8840;p74"/>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1" name="Google Shape;8841;p74"/>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2" name="Google Shape;8842;p74"/>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3" name="Google Shape;8843;p74"/>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44" name="Google Shape;8844;p74"/>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5" name="Google Shape;8845;p74"/>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46" name="Google Shape;8846;p74"/>
          <p:cNvGrpSpPr/>
          <p:nvPr/>
        </p:nvGrpSpPr>
        <p:grpSpPr>
          <a:xfrm>
            <a:off x="3760673" y="3544803"/>
            <a:ext cx="340608" cy="340168"/>
            <a:chOff x="5053900" y="2021500"/>
            <a:chExt cx="483750" cy="483125"/>
          </a:xfrm>
        </p:grpSpPr>
        <p:sp>
          <p:nvSpPr>
            <p:cNvPr id="8847" name="Google Shape;8847;p74"/>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8" name="Google Shape;8848;p74"/>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9" name="Google Shape;8849;p74"/>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0" name="Google Shape;8850;p74"/>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1" name="Google Shape;8851;p74"/>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2" name="Google Shape;8852;p74"/>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3" name="Google Shape;8853;p74"/>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4" name="Google Shape;8854;p74"/>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55" name="Google Shape;8855;p74"/>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56" name="Google Shape;8856;p74"/>
          <p:cNvGrpSpPr/>
          <p:nvPr/>
        </p:nvGrpSpPr>
        <p:grpSpPr>
          <a:xfrm>
            <a:off x="4585773" y="3547971"/>
            <a:ext cx="351663" cy="333831"/>
            <a:chOff x="6222125" y="2025975"/>
            <a:chExt cx="499450" cy="474125"/>
          </a:xfrm>
        </p:grpSpPr>
        <p:sp>
          <p:nvSpPr>
            <p:cNvPr id="8857" name="Google Shape;8857;p7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8" name="Google Shape;8858;p7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9" name="Google Shape;8859;p7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0" name="Google Shape;8860;p74"/>
          <p:cNvGrpSpPr/>
          <p:nvPr/>
        </p:nvGrpSpPr>
        <p:grpSpPr>
          <a:xfrm>
            <a:off x="5043335" y="2364541"/>
            <a:ext cx="335504" cy="185953"/>
            <a:chOff x="896050" y="2725450"/>
            <a:chExt cx="476500" cy="264100"/>
          </a:xfrm>
        </p:grpSpPr>
        <p:sp>
          <p:nvSpPr>
            <p:cNvPr id="8861" name="Google Shape;8861;p74"/>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2" name="Google Shape;8862;p74"/>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3" name="Google Shape;8863;p74"/>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4" name="Google Shape;8864;p74"/>
          <p:cNvGrpSpPr/>
          <p:nvPr/>
        </p:nvGrpSpPr>
        <p:grpSpPr>
          <a:xfrm>
            <a:off x="5474075" y="2287425"/>
            <a:ext cx="340168" cy="340186"/>
            <a:chOff x="1487200" y="2615925"/>
            <a:chExt cx="483125" cy="483150"/>
          </a:xfrm>
        </p:grpSpPr>
        <p:sp>
          <p:nvSpPr>
            <p:cNvPr id="8865" name="Google Shape;8865;p74"/>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6" name="Google Shape;8866;p74"/>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7" name="Google Shape;8867;p74"/>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8" name="Google Shape;8868;p74"/>
          <p:cNvGrpSpPr/>
          <p:nvPr/>
        </p:nvGrpSpPr>
        <p:grpSpPr>
          <a:xfrm>
            <a:off x="5874024" y="2287425"/>
            <a:ext cx="353564" cy="340186"/>
            <a:chOff x="2077575" y="2615925"/>
            <a:chExt cx="502150" cy="483150"/>
          </a:xfrm>
        </p:grpSpPr>
        <p:sp>
          <p:nvSpPr>
            <p:cNvPr id="8869" name="Google Shape;8869;p74"/>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0" name="Google Shape;8870;p74"/>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1" name="Google Shape;8871;p74"/>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2" name="Google Shape;8872;p74"/>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3" name="Google Shape;8873;p74"/>
          <p:cNvGrpSpPr/>
          <p:nvPr/>
        </p:nvGrpSpPr>
        <p:grpSpPr>
          <a:xfrm>
            <a:off x="6297813" y="2303452"/>
            <a:ext cx="334536" cy="308132"/>
            <a:chOff x="2680100" y="2638725"/>
            <a:chExt cx="475125" cy="437625"/>
          </a:xfrm>
        </p:grpSpPr>
        <p:sp>
          <p:nvSpPr>
            <p:cNvPr id="8874" name="Google Shape;8874;p74"/>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5" name="Google Shape;8875;p74"/>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6" name="Google Shape;8876;p74"/>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7" name="Google Shape;8877;p74"/>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8" name="Google Shape;8878;p74"/>
          <p:cNvGrpSpPr/>
          <p:nvPr/>
        </p:nvGrpSpPr>
        <p:grpSpPr>
          <a:xfrm>
            <a:off x="6763452" y="2287425"/>
            <a:ext cx="239183" cy="340186"/>
            <a:chOff x="3342275" y="2615925"/>
            <a:chExt cx="339700" cy="483150"/>
          </a:xfrm>
        </p:grpSpPr>
        <p:sp>
          <p:nvSpPr>
            <p:cNvPr id="8879" name="Google Shape;8879;p74"/>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0" name="Google Shape;8880;p74"/>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1" name="Google Shape;8881;p74"/>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2" name="Google Shape;8882;p74"/>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3" name="Google Shape;8883;p74"/>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84" name="Google Shape;8884;p74"/>
          <p:cNvGrpSpPr/>
          <p:nvPr/>
        </p:nvGrpSpPr>
        <p:grpSpPr>
          <a:xfrm>
            <a:off x="5380655" y="3961361"/>
            <a:ext cx="339482" cy="339271"/>
            <a:chOff x="5648900" y="2616600"/>
            <a:chExt cx="482150" cy="481850"/>
          </a:xfrm>
        </p:grpSpPr>
        <p:sp>
          <p:nvSpPr>
            <p:cNvPr id="8885" name="Google Shape;8885;p74"/>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6" name="Google Shape;8886;p74"/>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7" name="Google Shape;8887;p74"/>
          <p:cNvGrpSpPr/>
          <p:nvPr/>
        </p:nvGrpSpPr>
        <p:grpSpPr>
          <a:xfrm>
            <a:off x="3699939" y="3968149"/>
            <a:ext cx="325626" cy="325694"/>
            <a:chOff x="6242825" y="2615925"/>
            <a:chExt cx="483125" cy="483225"/>
          </a:xfrm>
        </p:grpSpPr>
        <p:sp>
          <p:nvSpPr>
            <p:cNvPr id="8888" name="Google Shape;8888;p74"/>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9" name="Google Shape;8889;p74"/>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74"/>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74"/>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2" name="Google Shape;8892;p74"/>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93" name="Google Shape;8893;p74"/>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94" name="Google Shape;8894;p74"/>
          <p:cNvGrpSpPr/>
          <p:nvPr/>
        </p:nvGrpSpPr>
        <p:grpSpPr>
          <a:xfrm>
            <a:off x="5473116" y="2707036"/>
            <a:ext cx="342087" cy="340186"/>
            <a:chOff x="1487200" y="3210375"/>
            <a:chExt cx="485850" cy="483150"/>
          </a:xfrm>
        </p:grpSpPr>
        <p:sp>
          <p:nvSpPr>
            <p:cNvPr id="8895" name="Google Shape;8895;p74"/>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74"/>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7" name="Google Shape;8897;p74"/>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98" name="Google Shape;8898;p74"/>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9" name="Google Shape;8899;p74"/>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00" name="Google Shape;8900;p74"/>
          <p:cNvGrpSpPr/>
          <p:nvPr/>
        </p:nvGrpSpPr>
        <p:grpSpPr>
          <a:xfrm>
            <a:off x="6712475" y="2707027"/>
            <a:ext cx="341136" cy="340204"/>
            <a:chOff x="3269875" y="3210400"/>
            <a:chExt cx="484500" cy="483175"/>
          </a:xfrm>
        </p:grpSpPr>
        <p:sp>
          <p:nvSpPr>
            <p:cNvPr id="8901" name="Google Shape;8901;p74"/>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2" name="Google Shape;8902;p74"/>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3" name="Google Shape;8903;p74"/>
          <p:cNvGrpSpPr/>
          <p:nvPr/>
        </p:nvGrpSpPr>
        <p:grpSpPr>
          <a:xfrm>
            <a:off x="7211568" y="2706666"/>
            <a:ext cx="170216" cy="340925"/>
            <a:chOff x="3985700" y="3210375"/>
            <a:chExt cx="241750" cy="484200"/>
          </a:xfrm>
        </p:grpSpPr>
        <p:sp>
          <p:nvSpPr>
            <p:cNvPr id="8904" name="Google Shape;8904;p74"/>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5" name="Google Shape;8905;p74"/>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6" name="Google Shape;8906;p74"/>
          <p:cNvGrpSpPr/>
          <p:nvPr/>
        </p:nvGrpSpPr>
        <p:grpSpPr>
          <a:xfrm>
            <a:off x="7550838" y="2707678"/>
            <a:ext cx="339007" cy="338901"/>
            <a:chOff x="4460225" y="3211300"/>
            <a:chExt cx="481475" cy="481325"/>
          </a:xfrm>
        </p:grpSpPr>
        <p:sp>
          <p:nvSpPr>
            <p:cNvPr id="8907" name="Google Shape;8907;p74"/>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8" name="Google Shape;8908;p74"/>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09" name="Google Shape;8909;p74"/>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0" name="Google Shape;8910;p74"/>
          <p:cNvGrpSpPr/>
          <p:nvPr/>
        </p:nvGrpSpPr>
        <p:grpSpPr>
          <a:xfrm>
            <a:off x="5824496" y="3990669"/>
            <a:ext cx="342034" cy="280654"/>
            <a:chOff x="5647000" y="3252650"/>
            <a:chExt cx="485775" cy="398600"/>
          </a:xfrm>
        </p:grpSpPr>
        <p:sp>
          <p:nvSpPr>
            <p:cNvPr id="8911" name="Google Shape;8911;p74"/>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2" name="Google Shape;8912;p74"/>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3" name="Google Shape;8913;p74"/>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4" name="Google Shape;8914;p74"/>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5" name="Google Shape;8915;p74"/>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6" name="Google Shape;8916;p74"/>
          <p:cNvGrpSpPr/>
          <p:nvPr/>
        </p:nvGrpSpPr>
        <p:grpSpPr>
          <a:xfrm>
            <a:off x="4129937" y="3996769"/>
            <a:ext cx="326536" cy="268454"/>
            <a:chOff x="6242450" y="3252800"/>
            <a:chExt cx="484475" cy="398300"/>
          </a:xfrm>
        </p:grpSpPr>
        <p:sp>
          <p:nvSpPr>
            <p:cNvPr id="8917" name="Google Shape;8917;p74"/>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8" name="Google Shape;8918;p74"/>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9" name="Google Shape;8919;p74"/>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0" name="Google Shape;8920;p74"/>
          <p:cNvGrpSpPr/>
          <p:nvPr/>
        </p:nvGrpSpPr>
        <p:grpSpPr>
          <a:xfrm>
            <a:off x="5061598" y="3126102"/>
            <a:ext cx="298978" cy="340168"/>
            <a:chOff x="922025" y="3804850"/>
            <a:chExt cx="424625" cy="483125"/>
          </a:xfrm>
        </p:grpSpPr>
        <p:sp>
          <p:nvSpPr>
            <p:cNvPr id="8921" name="Google Shape;8921;p74"/>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2" name="Google Shape;8922;p74"/>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23" name="Google Shape;8923;p74"/>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24" name="Google Shape;8924;p74"/>
          <p:cNvGrpSpPr/>
          <p:nvPr/>
        </p:nvGrpSpPr>
        <p:grpSpPr>
          <a:xfrm>
            <a:off x="5894327" y="3126102"/>
            <a:ext cx="312955" cy="340168"/>
            <a:chOff x="2100300" y="3804850"/>
            <a:chExt cx="444475" cy="483125"/>
          </a:xfrm>
        </p:grpSpPr>
        <p:sp>
          <p:nvSpPr>
            <p:cNvPr id="8925" name="Google Shape;8925;p74"/>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74"/>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7" name="Google Shape;8927;p74"/>
          <p:cNvGrpSpPr/>
          <p:nvPr/>
        </p:nvGrpSpPr>
        <p:grpSpPr>
          <a:xfrm>
            <a:off x="6317950" y="3126102"/>
            <a:ext cx="294261" cy="340168"/>
            <a:chOff x="2708700" y="3804850"/>
            <a:chExt cx="417925" cy="483125"/>
          </a:xfrm>
        </p:grpSpPr>
        <p:sp>
          <p:nvSpPr>
            <p:cNvPr id="8928" name="Google Shape;8928;p74"/>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9" name="Google Shape;8929;p74"/>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74"/>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1" name="Google Shape;8931;p74"/>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32" name="Google Shape;8932;p74"/>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74"/>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34" name="Google Shape;8934;p74"/>
          <p:cNvGrpSpPr/>
          <p:nvPr/>
        </p:nvGrpSpPr>
        <p:grpSpPr>
          <a:xfrm>
            <a:off x="7554825" y="3127378"/>
            <a:ext cx="331033" cy="337616"/>
            <a:chOff x="4467450" y="3808475"/>
            <a:chExt cx="470150" cy="479500"/>
          </a:xfrm>
        </p:grpSpPr>
        <p:sp>
          <p:nvSpPr>
            <p:cNvPr id="8935" name="Google Shape;8935;p74"/>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6" name="Google Shape;8936;p74"/>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7" name="Google Shape;8937;p74"/>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8" name="Google Shape;8938;p74"/>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9" name="Google Shape;8939;p74"/>
          <p:cNvGrpSpPr/>
          <p:nvPr/>
        </p:nvGrpSpPr>
        <p:grpSpPr>
          <a:xfrm>
            <a:off x="7975172" y="3126102"/>
            <a:ext cx="340186" cy="340168"/>
            <a:chOff x="5053900" y="3804850"/>
            <a:chExt cx="483150" cy="483125"/>
          </a:xfrm>
        </p:grpSpPr>
        <p:sp>
          <p:nvSpPr>
            <p:cNvPr id="8940" name="Google Shape;8940;p74"/>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1" name="Google Shape;8941;p74"/>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2" name="Google Shape;8942;p74"/>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3" name="Google Shape;8943;p74"/>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4" name="Google Shape;8944;p74"/>
          <p:cNvGrpSpPr/>
          <p:nvPr/>
        </p:nvGrpSpPr>
        <p:grpSpPr>
          <a:xfrm>
            <a:off x="6270890" y="3960912"/>
            <a:ext cx="340168" cy="340168"/>
            <a:chOff x="5648375" y="3804850"/>
            <a:chExt cx="483125" cy="483125"/>
          </a:xfrm>
        </p:grpSpPr>
        <p:sp>
          <p:nvSpPr>
            <p:cNvPr id="8945" name="Google Shape;8945;p74"/>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74"/>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7" name="Google Shape;8947;p74"/>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8" name="Google Shape;8948;p74"/>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9" name="Google Shape;8949;p74"/>
          <p:cNvGrpSpPr/>
          <p:nvPr/>
        </p:nvGrpSpPr>
        <p:grpSpPr>
          <a:xfrm>
            <a:off x="4560845" y="3973272"/>
            <a:ext cx="280923" cy="315449"/>
            <a:chOff x="6276025" y="3812400"/>
            <a:chExt cx="416800" cy="468025"/>
          </a:xfrm>
        </p:grpSpPr>
        <p:sp>
          <p:nvSpPr>
            <p:cNvPr id="8950" name="Google Shape;8950;p74"/>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1" name="Google Shape;8951;p74"/>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2" name="Google Shape;8952;p74"/>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3" name="Google Shape;8953;p74"/>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4" name="Google Shape;8954;p74"/>
          <p:cNvGrpSpPr/>
          <p:nvPr/>
        </p:nvGrpSpPr>
        <p:grpSpPr>
          <a:xfrm>
            <a:off x="5039779" y="3545089"/>
            <a:ext cx="342615" cy="340186"/>
            <a:chOff x="890400" y="4399350"/>
            <a:chExt cx="486600" cy="483150"/>
          </a:xfrm>
        </p:grpSpPr>
        <p:sp>
          <p:nvSpPr>
            <p:cNvPr id="8955" name="Google Shape;8955;p74"/>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6" name="Google Shape;8956;p74"/>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7" name="Google Shape;8957;p74"/>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8" name="Google Shape;8958;p74"/>
          <p:cNvGrpSpPr/>
          <p:nvPr/>
        </p:nvGrpSpPr>
        <p:grpSpPr>
          <a:xfrm>
            <a:off x="5474075" y="3560368"/>
            <a:ext cx="340168" cy="309628"/>
            <a:chOff x="1487200" y="4421025"/>
            <a:chExt cx="483125" cy="439750"/>
          </a:xfrm>
        </p:grpSpPr>
        <p:sp>
          <p:nvSpPr>
            <p:cNvPr id="8959" name="Google Shape;8959;p74"/>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0" name="Google Shape;8960;p74"/>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1" name="Google Shape;8961;p74"/>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2" name="Google Shape;8962;p74"/>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3" name="Google Shape;8963;p74"/>
          <p:cNvGrpSpPr/>
          <p:nvPr/>
        </p:nvGrpSpPr>
        <p:grpSpPr>
          <a:xfrm>
            <a:off x="5878353" y="3545107"/>
            <a:ext cx="344903" cy="340151"/>
            <a:chOff x="2079300" y="4399325"/>
            <a:chExt cx="489850" cy="483100"/>
          </a:xfrm>
        </p:grpSpPr>
        <p:sp>
          <p:nvSpPr>
            <p:cNvPr id="8964" name="Google Shape;8964;p7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5" name="Google Shape;8965;p7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66" name="Google Shape;8966;p74"/>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67" name="Google Shape;8967;p74"/>
          <p:cNvGrpSpPr/>
          <p:nvPr/>
        </p:nvGrpSpPr>
        <p:grpSpPr>
          <a:xfrm>
            <a:off x="6744925" y="3545107"/>
            <a:ext cx="276236" cy="340151"/>
            <a:chOff x="3316000" y="4399325"/>
            <a:chExt cx="392325" cy="483100"/>
          </a:xfrm>
        </p:grpSpPr>
        <p:sp>
          <p:nvSpPr>
            <p:cNvPr id="8968" name="Google Shape;8968;p7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9" name="Google Shape;8969;p7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0" name="Google Shape;8970;p74"/>
          <p:cNvGrpSpPr/>
          <p:nvPr/>
        </p:nvGrpSpPr>
        <p:grpSpPr>
          <a:xfrm>
            <a:off x="7169665" y="3545089"/>
            <a:ext cx="254022" cy="340186"/>
            <a:chOff x="3926225" y="4399275"/>
            <a:chExt cx="360775" cy="483150"/>
          </a:xfrm>
        </p:grpSpPr>
        <p:sp>
          <p:nvSpPr>
            <p:cNvPr id="8971" name="Google Shape;8971;p7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2" name="Google Shape;8972;p7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73" name="Google Shape;8973;p74"/>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74" name="Google Shape;8974;p74"/>
          <p:cNvGrpSpPr/>
          <p:nvPr/>
        </p:nvGrpSpPr>
        <p:grpSpPr>
          <a:xfrm>
            <a:off x="7975224" y="3545151"/>
            <a:ext cx="340080" cy="340063"/>
            <a:chOff x="5053975" y="4399375"/>
            <a:chExt cx="483000" cy="482975"/>
          </a:xfrm>
        </p:grpSpPr>
        <p:sp>
          <p:nvSpPr>
            <p:cNvPr id="8975" name="Google Shape;8975;p74"/>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6" name="Google Shape;8976;p74"/>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7" name="Google Shape;8977;p74"/>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8" name="Google Shape;8978;p74"/>
          <p:cNvGrpSpPr/>
          <p:nvPr/>
        </p:nvGrpSpPr>
        <p:grpSpPr>
          <a:xfrm>
            <a:off x="6715417" y="3960912"/>
            <a:ext cx="340168" cy="340168"/>
            <a:chOff x="5648375" y="4399300"/>
            <a:chExt cx="483125" cy="483125"/>
          </a:xfrm>
        </p:grpSpPr>
        <p:sp>
          <p:nvSpPr>
            <p:cNvPr id="8979" name="Google Shape;8979;p74"/>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0" name="Google Shape;8980;p74"/>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1" name="Google Shape;8981;p74"/>
          <p:cNvGrpSpPr/>
          <p:nvPr/>
        </p:nvGrpSpPr>
        <p:grpSpPr>
          <a:xfrm>
            <a:off x="4946140" y="3979624"/>
            <a:ext cx="330007" cy="302744"/>
            <a:chOff x="6239575" y="4416275"/>
            <a:chExt cx="489625" cy="449175"/>
          </a:xfrm>
        </p:grpSpPr>
        <p:sp>
          <p:nvSpPr>
            <p:cNvPr id="8982" name="Google Shape;8982;p74"/>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3" name="Google Shape;8983;p74"/>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4" name="Google Shape;8984;p74"/>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5" name="Google Shape;8985;p74"/>
          <p:cNvGrpSpPr/>
          <p:nvPr/>
        </p:nvGrpSpPr>
        <p:grpSpPr>
          <a:xfrm>
            <a:off x="2049419" y="3976879"/>
            <a:ext cx="308234" cy="308234"/>
            <a:chOff x="892750" y="4993750"/>
            <a:chExt cx="483125" cy="483125"/>
          </a:xfrm>
        </p:grpSpPr>
        <p:sp>
          <p:nvSpPr>
            <p:cNvPr id="8986" name="Google Shape;8986;p74"/>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7" name="Google Shape;8987;p74"/>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8" name="Google Shape;8988;p74"/>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9" name="Google Shape;8989;p74"/>
          <p:cNvGrpSpPr/>
          <p:nvPr/>
        </p:nvGrpSpPr>
        <p:grpSpPr>
          <a:xfrm>
            <a:off x="853427" y="3984006"/>
            <a:ext cx="293982" cy="293982"/>
            <a:chOff x="2676100" y="4993750"/>
            <a:chExt cx="483125" cy="483125"/>
          </a:xfrm>
        </p:grpSpPr>
        <p:sp>
          <p:nvSpPr>
            <p:cNvPr id="8990" name="Google Shape;8990;p74"/>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1" name="Google Shape;8991;p74"/>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2" name="Google Shape;8992;p74"/>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3" name="Google Shape;8993;p74"/>
          <p:cNvGrpSpPr/>
          <p:nvPr/>
        </p:nvGrpSpPr>
        <p:grpSpPr>
          <a:xfrm>
            <a:off x="3287244" y="3976879"/>
            <a:ext cx="308234" cy="308234"/>
            <a:chOff x="3270550" y="4993750"/>
            <a:chExt cx="483125" cy="483125"/>
          </a:xfrm>
        </p:grpSpPr>
        <p:sp>
          <p:nvSpPr>
            <p:cNvPr id="8994" name="Google Shape;8994;p74"/>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5" name="Google Shape;8995;p74"/>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6" name="Google Shape;8996;p74"/>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7" name="Google Shape;8997;p74"/>
          <p:cNvGrpSpPr/>
          <p:nvPr/>
        </p:nvGrpSpPr>
        <p:grpSpPr>
          <a:xfrm>
            <a:off x="1271279" y="3983960"/>
            <a:ext cx="293997" cy="294073"/>
            <a:chOff x="4459450" y="4993700"/>
            <a:chExt cx="483150" cy="483275"/>
          </a:xfrm>
        </p:grpSpPr>
        <p:sp>
          <p:nvSpPr>
            <p:cNvPr id="8998" name="Google Shape;8998;p74"/>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9" name="Google Shape;8999;p74"/>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0" name="Google Shape;9000;p74"/>
          <p:cNvGrpSpPr/>
          <p:nvPr/>
        </p:nvGrpSpPr>
        <p:grpSpPr>
          <a:xfrm>
            <a:off x="2462028" y="3976879"/>
            <a:ext cx="308234" cy="308234"/>
            <a:chOff x="1487200" y="4993750"/>
            <a:chExt cx="483125" cy="483125"/>
          </a:xfrm>
        </p:grpSpPr>
        <p:sp>
          <p:nvSpPr>
            <p:cNvPr id="9001" name="Google Shape;9001;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2" name="Google Shape;9002;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3" name="Google Shape;9003;p74"/>
          <p:cNvGrpSpPr/>
          <p:nvPr/>
        </p:nvGrpSpPr>
        <p:grpSpPr>
          <a:xfrm>
            <a:off x="2874638" y="3976879"/>
            <a:ext cx="308234" cy="308234"/>
            <a:chOff x="2081650" y="4993750"/>
            <a:chExt cx="483125" cy="483125"/>
          </a:xfrm>
        </p:grpSpPr>
        <p:sp>
          <p:nvSpPr>
            <p:cNvPr id="9004" name="Google Shape;9004;p7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5" name="Google Shape;9005;p7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6" name="Google Shape;9006;p74"/>
          <p:cNvGrpSpPr/>
          <p:nvPr/>
        </p:nvGrpSpPr>
        <p:grpSpPr>
          <a:xfrm>
            <a:off x="1651280" y="3983960"/>
            <a:ext cx="293997" cy="294073"/>
            <a:chOff x="5053900" y="4993700"/>
            <a:chExt cx="483150" cy="483275"/>
          </a:xfrm>
        </p:grpSpPr>
        <p:sp>
          <p:nvSpPr>
            <p:cNvPr id="9007" name="Google Shape;9007;p74"/>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8" name="Google Shape;9008;p74"/>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09" name="Google Shape;9009;p7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010" name="Google Shape;9010;p74"/>
          <p:cNvGrpSpPr/>
          <p:nvPr/>
        </p:nvGrpSpPr>
        <p:grpSpPr>
          <a:xfrm>
            <a:off x="7159962" y="3960299"/>
            <a:ext cx="195401" cy="341395"/>
            <a:chOff x="1426400" y="1814750"/>
            <a:chExt cx="407850" cy="712575"/>
          </a:xfrm>
        </p:grpSpPr>
        <p:sp>
          <p:nvSpPr>
            <p:cNvPr id="9011" name="Google Shape;9011;p74"/>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4"/>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4"/>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74"/>
          <p:cNvGrpSpPr/>
          <p:nvPr/>
        </p:nvGrpSpPr>
        <p:grpSpPr>
          <a:xfrm>
            <a:off x="7494377" y="3991261"/>
            <a:ext cx="279423" cy="279471"/>
            <a:chOff x="1910075" y="2021700"/>
            <a:chExt cx="583225" cy="583325"/>
          </a:xfrm>
        </p:grpSpPr>
        <p:sp>
          <p:nvSpPr>
            <p:cNvPr id="9015" name="Google Shape;9015;p74"/>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4"/>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74"/>
          <p:cNvGrpSpPr/>
          <p:nvPr/>
        </p:nvGrpSpPr>
        <p:grpSpPr>
          <a:xfrm>
            <a:off x="7912814" y="4026678"/>
            <a:ext cx="392874" cy="208636"/>
            <a:chOff x="2749275" y="2099575"/>
            <a:chExt cx="820025" cy="435475"/>
          </a:xfrm>
        </p:grpSpPr>
        <p:sp>
          <p:nvSpPr>
            <p:cNvPr id="9019" name="Google Shape;9019;p74"/>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4"/>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4"/>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26" name="Shape 9026"/>
        <p:cNvGrpSpPr/>
        <p:nvPr/>
      </p:nvGrpSpPr>
      <p:grpSpPr>
        <a:xfrm>
          <a:off x="0" y="0"/>
          <a:ext cx="0" cy="0"/>
          <a:chOff x="0" y="0"/>
          <a:chExt cx="0" cy="0"/>
        </a:xfrm>
      </p:grpSpPr>
      <p:sp>
        <p:nvSpPr>
          <p:cNvPr id="9027" name="Google Shape;9027;p75"/>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5"/>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5"/>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0" name="Google Shape;9030;p75"/>
          <p:cNvGrpSpPr/>
          <p:nvPr/>
        </p:nvGrpSpPr>
        <p:grpSpPr>
          <a:xfrm>
            <a:off x="2987728" y="1340982"/>
            <a:ext cx="371882" cy="373766"/>
            <a:chOff x="-41270450" y="1973375"/>
            <a:chExt cx="315850" cy="317450"/>
          </a:xfrm>
        </p:grpSpPr>
        <p:sp>
          <p:nvSpPr>
            <p:cNvPr id="9031" name="Google Shape;9031;p75"/>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5"/>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5"/>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5"/>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75"/>
          <p:cNvGrpSpPr/>
          <p:nvPr/>
        </p:nvGrpSpPr>
        <p:grpSpPr>
          <a:xfrm>
            <a:off x="3005407" y="1787939"/>
            <a:ext cx="395871" cy="372088"/>
            <a:chOff x="-41291625" y="2339025"/>
            <a:chExt cx="336225" cy="316025"/>
          </a:xfrm>
        </p:grpSpPr>
        <p:sp>
          <p:nvSpPr>
            <p:cNvPr id="9036" name="Google Shape;9036;p75"/>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5"/>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8" name="Google Shape;9038;p75"/>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5"/>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5"/>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5"/>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5"/>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5"/>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4" name="Google Shape;9044;p75"/>
          <p:cNvGrpSpPr/>
          <p:nvPr/>
        </p:nvGrpSpPr>
        <p:grpSpPr>
          <a:xfrm>
            <a:off x="1229534" y="1312990"/>
            <a:ext cx="396931" cy="373147"/>
            <a:chOff x="-42804750" y="1949600"/>
            <a:chExt cx="337125" cy="316925"/>
          </a:xfrm>
        </p:grpSpPr>
        <p:sp>
          <p:nvSpPr>
            <p:cNvPr id="9045" name="Google Shape;9045;p75"/>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5"/>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5"/>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75"/>
          <p:cNvGrpSpPr/>
          <p:nvPr/>
        </p:nvGrpSpPr>
        <p:grpSpPr>
          <a:xfrm>
            <a:off x="1292211" y="1765686"/>
            <a:ext cx="335706" cy="364258"/>
            <a:chOff x="-42778750" y="2320125"/>
            <a:chExt cx="285125" cy="309375"/>
          </a:xfrm>
        </p:grpSpPr>
        <p:sp>
          <p:nvSpPr>
            <p:cNvPr id="9049" name="Google Shape;9049;p75"/>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5"/>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5"/>
          <p:cNvGrpSpPr/>
          <p:nvPr/>
        </p:nvGrpSpPr>
        <p:grpSpPr>
          <a:xfrm>
            <a:off x="1269879" y="2212691"/>
            <a:ext cx="375591" cy="374678"/>
            <a:chOff x="-42796875" y="2680675"/>
            <a:chExt cx="319000" cy="318225"/>
          </a:xfrm>
        </p:grpSpPr>
        <p:sp>
          <p:nvSpPr>
            <p:cNvPr id="9052" name="Google Shape;9052;p75"/>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5"/>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5"/>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5"/>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5"/>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7" name="Google Shape;9057;p75"/>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5"/>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5"/>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5"/>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1" name="Google Shape;9061;p75"/>
          <p:cNvGrpSpPr/>
          <p:nvPr/>
        </p:nvGrpSpPr>
        <p:grpSpPr>
          <a:xfrm>
            <a:off x="2168150" y="3090966"/>
            <a:ext cx="390426" cy="369586"/>
            <a:chOff x="-39055650" y="2315975"/>
            <a:chExt cx="331600" cy="313900"/>
          </a:xfrm>
        </p:grpSpPr>
        <p:sp>
          <p:nvSpPr>
            <p:cNvPr id="9062" name="Google Shape;9062;p75"/>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5"/>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4" name="Google Shape;9064;p75"/>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5"/>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6" name="Google Shape;9066;p75"/>
          <p:cNvGrpSpPr/>
          <p:nvPr/>
        </p:nvGrpSpPr>
        <p:grpSpPr>
          <a:xfrm>
            <a:off x="1659816" y="1313166"/>
            <a:ext cx="380241" cy="371793"/>
            <a:chOff x="-42430625" y="1949750"/>
            <a:chExt cx="322950" cy="315775"/>
          </a:xfrm>
        </p:grpSpPr>
        <p:sp>
          <p:nvSpPr>
            <p:cNvPr id="9067" name="Google Shape;9067;p75"/>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5"/>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5"/>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5"/>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1" name="Google Shape;9071;p75"/>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5"/>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5"/>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5"/>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5"/>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5"/>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7" name="Google Shape;9077;p75"/>
          <p:cNvGrpSpPr/>
          <p:nvPr/>
        </p:nvGrpSpPr>
        <p:grpSpPr>
          <a:xfrm>
            <a:off x="2623344" y="3089112"/>
            <a:ext cx="372824" cy="372058"/>
            <a:chOff x="-38686275" y="2314400"/>
            <a:chExt cx="316650" cy="316000"/>
          </a:xfrm>
        </p:grpSpPr>
        <p:sp>
          <p:nvSpPr>
            <p:cNvPr id="9078" name="Google Shape;9078;p75"/>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5"/>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75"/>
          <p:cNvGrpSpPr/>
          <p:nvPr/>
        </p:nvGrpSpPr>
        <p:grpSpPr>
          <a:xfrm>
            <a:off x="2621946" y="3581152"/>
            <a:ext cx="375620" cy="373736"/>
            <a:chOff x="-38686275" y="2682250"/>
            <a:chExt cx="319025" cy="317425"/>
          </a:xfrm>
        </p:grpSpPr>
        <p:sp>
          <p:nvSpPr>
            <p:cNvPr id="9081" name="Google Shape;9081;p75"/>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5"/>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75"/>
          <p:cNvGrpSpPr/>
          <p:nvPr/>
        </p:nvGrpSpPr>
        <p:grpSpPr>
          <a:xfrm>
            <a:off x="3940328" y="3579695"/>
            <a:ext cx="391368" cy="376650"/>
            <a:chOff x="-37534750" y="2668075"/>
            <a:chExt cx="332400" cy="319900"/>
          </a:xfrm>
        </p:grpSpPr>
        <p:sp>
          <p:nvSpPr>
            <p:cNvPr id="9084" name="Google Shape;9084;p75"/>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5"/>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6" name="Google Shape;9086;p75"/>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7" name="Google Shape;9087;p75"/>
          <p:cNvGrpSpPr/>
          <p:nvPr/>
        </p:nvGrpSpPr>
        <p:grpSpPr>
          <a:xfrm>
            <a:off x="2131694" y="1760829"/>
            <a:ext cx="375591" cy="374060"/>
            <a:chOff x="-42062025" y="2316000"/>
            <a:chExt cx="319000" cy="317700"/>
          </a:xfrm>
        </p:grpSpPr>
        <p:sp>
          <p:nvSpPr>
            <p:cNvPr id="9088" name="Google Shape;9088;p7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0" name="Google Shape;9090;p75"/>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1" name="Google Shape;9091;p75"/>
          <p:cNvGrpSpPr/>
          <p:nvPr/>
        </p:nvGrpSpPr>
        <p:grpSpPr>
          <a:xfrm>
            <a:off x="876569" y="2671933"/>
            <a:ext cx="330143" cy="368173"/>
            <a:chOff x="-40150450" y="1977325"/>
            <a:chExt cx="280400" cy="312700"/>
          </a:xfrm>
        </p:grpSpPr>
        <p:sp>
          <p:nvSpPr>
            <p:cNvPr id="9092" name="Google Shape;9092;p75"/>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5"/>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5"/>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5"/>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75"/>
          <p:cNvGrpSpPr/>
          <p:nvPr/>
        </p:nvGrpSpPr>
        <p:grpSpPr>
          <a:xfrm>
            <a:off x="870534" y="3131151"/>
            <a:ext cx="342211" cy="372824"/>
            <a:chOff x="-40160700" y="2339625"/>
            <a:chExt cx="290650" cy="316650"/>
          </a:xfrm>
        </p:grpSpPr>
        <p:sp>
          <p:nvSpPr>
            <p:cNvPr id="9097" name="Google Shape;9097;p75"/>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5"/>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5"/>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5"/>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75"/>
          <p:cNvGrpSpPr/>
          <p:nvPr/>
        </p:nvGrpSpPr>
        <p:grpSpPr>
          <a:xfrm>
            <a:off x="852359" y="3581608"/>
            <a:ext cx="375591" cy="372824"/>
            <a:chOff x="-40171725" y="2705875"/>
            <a:chExt cx="319000" cy="316650"/>
          </a:xfrm>
        </p:grpSpPr>
        <p:sp>
          <p:nvSpPr>
            <p:cNvPr id="9102" name="Google Shape;9102;p75"/>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5"/>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75"/>
          <p:cNvGrpSpPr/>
          <p:nvPr/>
        </p:nvGrpSpPr>
        <p:grpSpPr>
          <a:xfrm>
            <a:off x="3109957" y="2656064"/>
            <a:ext cx="272686" cy="373766"/>
            <a:chOff x="-38275925" y="1946600"/>
            <a:chExt cx="231600" cy="317450"/>
          </a:xfrm>
        </p:grpSpPr>
        <p:sp>
          <p:nvSpPr>
            <p:cNvPr id="9105" name="Google Shape;9105;p75"/>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5"/>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7" name="Google Shape;9107;p75"/>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5"/>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9" name="Google Shape;9109;p75"/>
          <p:cNvGrpSpPr/>
          <p:nvPr/>
        </p:nvGrpSpPr>
        <p:grpSpPr>
          <a:xfrm>
            <a:off x="2173841" y="4053505"/>
            <a:ext cx="382096" cy="371911"/>
            <a:chOff x="-37190575" y="1951325"/>
            <a:chExt cx="324525" cy="315875"/>
          </a:xfrm>
        </p:grpSpPr>
        <p:sp>
          <p:nvSpPr>
            <p:cNvPr id="9110" name="Google Shape;9110;p75"/>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5"/>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5"/>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5"/>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5"/>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5" name="Google Shape;9115;p75"/>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6" name="Google Shape;9116;p75"/>
          <p:cNvGrpSpPr/>
          <p:nvPr/>
        </p:nvGrpSpPr>
        <p:grpSpPr>
          <a:xfrm>
            <a:off x="2574144" y="1839656"/>
            <a:ext cx="373736" cy="293055"/>
            <a:chOff x="-41694200" y="2382950"/>
            <a:chExt cx="317425" cy="248900"/>
          </a:xfrm>
        </p:grpSpPr>
        <p:sp>
          <p:nvSpPr>
            <p:cNvPr id="9117" name="Google Shape;9117;p75"/>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5"/>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75"/>
          <p:cNvGrpSpPr/>
          <p:nvPr/>
        </p:nvGrpSpPr>
        <p:grpSpPr>
          <a:xfrm>
            <a:off x="2570967" y="2192964"/>
            <a:ext cx="375591" cy="373766"/>
            <a:chOff x="-41695775" y="2683025"/>
            <a:chExt cx="319000" cy="317450"/>
          </a:xfrm>
        </p:grpSpPr>
        <p:sp>
          <p:nvSpPr>
            <p:cNvPr id="9120" name="Google Shape;9120;p75"/>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5"/>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5"/>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75"/>
          <p:cNvGrpSpPr/>
          <p:nvPr/>
        </p:nvGrpSpPr>
        <p:grpSpPr>
          <a:xfrm>
            <a:off x="1313266" y="2685734"/>
            <a:ext cx="342211" cy="375620"/>
            <a:chOff x="-39792875" y="1971800"/>
            <a:chExt cx="290650" cy="319025"/>
          </a:xfrm>
        </p:grpSpPr>
        <p:sp>
          <p:nvSpPr>
            <p:cNvPr id="9124" name="Google Shape;9124;p75"/>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5"/>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6" name="Google Shape;9126;p75"/>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7" name="Google Shape;9127;p75"/>
          <p:cNvGrpSpPr/>
          <p:nvPr/>
        </p:nvGrpSpPr>
        <p:grpSpPr>
          <a:xfrm>
            <a:off x="3490328" y="2657918"/>
            <a:ext cx="383950" cy="372618"/>
            <a:chOff x="-37956150" y="1948175"/>
            <a:chExt cx="326100" cy="316475"/>
          </a:xfrm>
        </p:grpSpPr>
        <p:sp>
          <p:nvSpPr>
            <p:cNvPr id="9128" name="Google Shape;9128;p75"/>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5"/>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5"/>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75"/>
          <p:cNvGrpSpPr/>
          <p:nvPr/>
        </p:nvGrpSpPr>
        <p:grpSpPr>
          <a:xfrm>
            <a:off x="1323705" y="3133960"/>
            <a:ext cx="324609" cy="374825"/>
            <a:chOff x="-39783425" y="2337925"/>
            <a:chExt cx="275700" cy="318350"/>
          </a:xfrm>
        </p:grpSpPr>
        <p:sp>
          <p:nvSpPr>
            <p:cNvPr id="9132" name="Google Shape;9132;p75"/>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5"/>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75"/>
          <p:cNvGrpSpPr/>
          <p:nvPr/>
        </p:nvGrpSpPr>
        <p:grpSpPr>
          <a:xfrm>
            <a:off x="3497847" y="3165172"/>
            <a:ext cx="375620" cy="243015"/>
            <a:chOff x="-37953000" y="2379000"/>
            <a:chExt cx="319025" cy="206400"/>
          </a:xfrm>
        </p:grpSpPr>
        <p:sp>
          <p:nvSpPr>
            <p:cNvPr id="9135" name="Google Shape;9135;p75"/>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5"/>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5"/>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5"/>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5"/>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0" name="Google Shape;9140;p75"/>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5"/>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5"/>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143" name="Google Shape;9143;p75"/>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144" name="Google Shape;9144;p75"/>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5" name="Google Shape;9145;p75"/>
          <p:cNvGrpSpPr/>
          <p:nvPr/>
        </p:nvGrpSpPr>
        <p:grpSpPr>
          <a:xfrm>
            <a:off x="4855594" y="1782519"/>
            <a:ext cx="354107" cy="355063"/>
            <a:chOff x="-28467625" y="2331750"/>
            <a:chExt cx="296150" cy="296950"/>
          </a:xfrm>
        </p:grpSpPr>
        <p:sp>
          <p:nvSpPr>
            <p:cNvPr id="9146" name="Google Shape;9146;p75"/>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5"/>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5"/>
          <p:cNvGrpSpPr/>
          <p:nvPr/>
        </p:nvGrpSpPr>
        <p:grpSpPr>
          <a:xfrm>
            <a:off x="4869719" y="2225601"/>
            <a:ext cx="325858" cy="351327"/>
            <a:chOff x="-28461325" y="2701925"/>
            <a:chExt cx="272525" cy="293825"/>
          </a:xfrm>
        </p:grpSpPr>
        <p:sp>
          <p:nvSpPr>
            <p:cNvPr id="9149" name="Google Shape;9149;p75"/>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5"/>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5"/>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75"/>
          <p:cNvGrpSpPr/>
          <p:nvPr/>
        </p:nvGrpSpPr>
        <p:grpSpPr>
          <a:xfrm>
            <a:off x="7093910" y="1399238"/>
            <a:ext cx="354107" cy="226974"/>
            <a:chOff x="-26585200" y="2025375"/>
            <a:chExt cx="296150" cy="189825"/>
          </a:xfrm>
        </p:grpSpPr>
        <p:sp>
          <p:nvSpPr>
            <p:cNvPr id="9153" name="Google Shape;9153;p75"/>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5"/>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5"/>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5"/>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5"/>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75"/>
          <p:cNvGrpSpPr/>
          <p:nvPr/>
        </p:nvGrpSpPr>
        <p:grpSpPr>
          <a:xfrm>
            <a:off x="7094373" y="1783461"/>
            <a:ext cx="353180" cy="353180"/>
            <a:chOff x="-26584425" y="2340425"/>
            <a:chExt cx="295375" cy="295375"/>
          </a:xfrm>
        </p:grpSpPr>
        <p:sp>
          <p:nvSpPr>
            <p:cNvPr id="9159" name="Google Shape;9159;p75"/>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5"/>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5"/>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5"/>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5"/>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75"/>
          <p:cNvGrpSpPr/>
          <p:nvPr/>
        </p:nvGrpSpPr>
        <p:grpSpPr>
          <a:xfrm>
            <a:off x="7089202" y="2224555"/>
            <a:ext cx="363523" cy="353419"/>
            <a:chOff x="-26585200" y="2710400"/>
            <a:chExt cx="304025" cy="295575"/>
          </a:xfrm>
        </p:grpSpPr>
        <p:sp>
          <p:nvSpPr>
            <p:cNvPr id="9165" name="Google Shape;9165;p75"/>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5"/>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5"/>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5"/>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5"/>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5"/>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5"/>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5"/>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5"/>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5"/>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5"/>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5"/>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75"/>
          <p:cNvGrpSpPr/>
          <p:nvPr/>
        </p:nvGrpSpPr>
        <p:grpSpPr>
          <a:xfrm>
            <a:off x="5744337" y="2666033"/>
            <a:ext cx="354136" cy="353210"/>
            <a:chOff x="-24709875" y="1970225"/>
            <a:chExt cx="296175" cy="295400"/>
          </a:xfrm>
        </p:grpSpPr>
        <p:sp>
          <p:nvSpPr>
            <p:cNvPr id="9178" name="Google Shape;9178;p75"/>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5"/>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75"/>
          <p:cNvGrpSpPr/>
          <p:nvPr/>
        </p:nvGrpSpPr>
        <p:grpSpPr>
          <a:xfrm>
            <a:off x="5776352" y="3112911"/>
            <a:ext cx="290107" cy="354107"/>
            <a:chOff x="-24683100" y="2340425"/>
            <a:chExt cx="242625" cy="296150"/>
          </a:xfrm>
        </p:grpSpPr>
        <p:sp>
          <p:nvSpPr>
            <p:cNvPr id="9181" name="Google Shape;9181;p75"/>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5"/>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5"/>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5"/>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5" name="Google Shape;9185;p75"/>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75"/>
          <p:cNvGrpSpPr/>
          <p:nvPr/>
        </p:nvGrpSpPr>
        <p:grpSpPr>
          <a:xfrm>
            <a:off x="7982594" y="2666033"/>
            <a:ext cx="360713" cy="353210"/>
            <a:chOff x="-22881800" y="1971800"/>
            <a:chExt cx="301675" cy="295400"/>
          </a:xfrm>
        </p:grpSpPr>
        <p:sp>
          <p:nvSpPr>
            <p:cNvPr id="9187" name="Google Shape;9187;p75"/>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5"/>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5"/>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5"/>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5"/>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5"/>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3" name="Google Shape;9193;p75"/>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5"/>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5" name="Google Shape;9195;p75"/>
          <p:cNvGrpSpPr/>
          <p:nvPr/>
        </p:nvGrpSpPr>
        <p:grpSpPr>
          <a:xfrm>
            <a:off x="5358939" y="2224196"/>
            <a:ext cx="227930" cy="354136"/>
            <a:chOff x="-28043900" y="2701925"/>
            <a:chExt cx="190625" cy="296175"/>
          </a:xfrm>
        </p:grpSpPr>
        <p:sp>
          <p:nvSpPr>
            <p:cNvPr id="9196" name="Google Shape;9196;p75"/>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5"/>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5"/>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5"/>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5"/>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5"/>
          <p:cNvGrpSpPr/>
          <p:nvPr/>
        </p:nvGrpSpPr>
        <p:grpSpPr>
          <a:xfrm>
            <a:off x="7531805" y="1336135"/>
            <a:ext cx="354136" cy="353180"/>
            <a:chOff x="-26215025" y="1971025"/>
            <a:chExt cx="296175" cy="295375"/>
          </a:xfrm>
        </p:grpSpPr>
        <p:sp>
          <p:nvSpPr>
            <p:cNvPr id="9202" name="Google Shape;9202;p75"/>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5"/>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5"/>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5"/>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5"/>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5"/>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5"/>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5"/>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75"/>
          <p:cNvGrpSpPr/>
          <p:nvPr/>
        </p:nvGrpSpPr>
        <p:grpSpPr>
          <a:xfrm>
            <a:off x="7531327" y="1783924"/>
            <a:ext cx="355093" cy="352253"/>
            <a:chOff x="-26215825" y="2341200"/>
            <a:chExt cx="296975" cy="294600"/>
          </a:xfrm>
        </p:grpSpPr>
        <p:sp>
          <p:nvSpPr>
            <p:cNvPr id="9211" name="Google Shape;9211;p75"/>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5"/>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75"/>
          <p:cNvGrpSpPr/>
          <p:nvPr/>
        </p:nvGrpSpPr>
        <p:grpSpPr>
          <a:xfrm>
            <a:off x="7563357" y="2224674"/>
            <a:ext cx="291033" cy="353180"/>
            <a:chOff x="-26179575" y="2710600"/>
            <a:chExt cx="243400" cy="295375"/>
          </a:xfrm>
        </p:grpSpPr>
        <p:sp>
          <p:nvSpPr>
            <p:cNvPr id="9214" name="Google Shape;9214;p75"/>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5"/>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5"/>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75"/>
          <p:cNvGrpSpPr/>
          <p:nvPr/>
        </p:nvGrpSpPr>
        <p:grpSpPr>
          <a:xfrm>
            <a:off x="6202417" y="2666048"/>
            <a:ext cx="337187" cy="353180"/>
            <a:chOff x="-24328675" y="1971025"/>
            <a:chExt cx="282000" cy="295375"/>
          </a:xfrm>
        </p:grpSpPr>
        <p:sp>
          <p:nvSpPr>
            <p:cNvPr id="9218" name="Google Shape;9218;p75"/>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5"/>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75"/>
          <p:cNvGrpSpPr/>
          <p:nvPr/>
        </p:nvGrpSpPr>
        <p:grpSpPr>
          <a:xfrm>
            <a:off x="6204778" y="3113374"/>
            <a:ext cx="332464" cy="353180"/>
            <a:chOff x="-24330250" y="2340425"/>
            <a:chExt cx="278050" cy="295375"/>
          </a:xfrm>
        </p:grpSpPr>
        <p:sp>
          <p:nvSpPr>
            <p:cNvPr id="9221" name="Google Shape;9221;p75"/>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5"/>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5"/>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5"/>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5"/>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5"/>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5"/>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75"/>
          <p:cNvGrpSpPr/>
          <p:nvPr/>
        </p:nvGrpSpPr>
        <p:grpSpPr>
          <a:xfrm>
            <a:off x="6194420" y="3554587"/>
            <a:ext cx="353180" cy="353180"/>
            <a:chOff x="-24338900" y="2710600"/>
            <a:chExt cx="295375" cy="295375"/>
          </a:xfrm>
        </p:grpSpPr>
        <p:sp>
          <p:nvSpPr>
            <p:cNvPr id="9229" name="Google Shape;9229;p75"/>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5"/>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75"/>
          <p:cNvGrpSpPr/>
          <p:nvPr/>
        </p:nvGrpSpPr>
        <p:grpSpPr>
          <a:xfrm>
            <a:off x="7985419" y="3113972"/>
            <a:ext cx="355063" cy="351984"/>
            <a:chOff x="-22859750" y="2335900"/>
            <a:chExt cx="296950" cy="294375"/>
          </a:xfrm>
        </p:grpSpPr>
        <p:sp>
          <p:nvSpPr>
            <p:cNvPr id="9232" name="Google Shape;9232;p75"/>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5"/>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5"/>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75"/>
          <p:cNvGrpSpPr/>
          <p:nvPr/>
        </p:nvGrpSpPr>
        <p:grpSpPr>
          <a:xfrm>
            <a:off x="5764767" y="1336120"/>
            <a:ext cx="311749" cy="353210"/>
            <a:chOff x="-27710725" y="1959200"/>
            <a:chExt cx="260725" cy="295400"/>
          </a:xfrm>
        </p:grpSpPr>
        <p:sp>
          <p:nvSpPr>
            <p:cNvPr id="9236" name="Google Shape;9236;p75"/>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5"/>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75"/>
          <p:cNvGrpSpPr/>
          <p:nvPr/>
        </p:nvGrpSpPr>
        <p:grpSpPr>
          <a:xfrm>
            <a:off x="5742631" y="1844666"/>
            <a:ext cx="356020" cy="230770"/>
            <a:chOff x="-27728850" y="2382950"/>
            <a:chExt cx="297750" cy="193000"/>
          </a:xfrm>
        </p:grpSpPr>
        <p:sp>
          <p:nvSpPr>
            <p:cNvPr id="9239" name="Google Shape;9239;p75"/>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5"/>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5"/>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2" name="Google Shape;9242;p75"/>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5"/>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4" name="Google Shape;9244;p75"/>
          <p:cNvGrpSpPr/>
          <p:nvPr/>
        </p:nvGrpSpPr>
        <p:grpSpPr>
          <a:xfrm>
            <a:off x="7973975" y="1792877"/>
            <a:ext cx="354136" cy="334348"/>
            <a:chOff x="-25844850" y="2357750"/>
            <a:chExt cx="296175" cy="279625"/>
          </a:xfrm>
        </p:grpSpPr>
        <p:sp>
          <p:nvSpPr>
            <p:cNvPr id="9245" name="Google Shape;9245;p75"/>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5"/>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5"/>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5"/>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5"/>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5"/>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1" name="Google Shape;9251;p75"/>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2" name="Google Shape;9252;p75"/>
          <p:cNvGrpSpPr/>
          <p:nvPr/>
        </p:nvGrpSpPr>
        <p:grpSpPr>
          <a:xfrm>
            <a:off x="6702883" y="2666033"/>
            <a:ext cx="228887" cy="353210"/>
            <a:chOff x="-23917525" y="1970225"/>
            <a:chExt cx="191425" cy="295400"/>
          </a:xfrm>
        </p:grpSpPr>
        <p:sp>
          <p:nvSpPr>
            <p:cNvPr id="9253" name="Google Shape;9253;p75"/>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5"/>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5"/>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75"/>
          <p:cNvGrpSpPr/>
          <p:nvPr/>
        </p:nvGrpSpPr>
        <p:grpSpPr>
          <a:xfrm>
            <a:off x="6658164" y="3112911"/>
            <a:ext cx="318325" cy="354107"/>
            <a:chOff x="-23952175" y="2340425"/>
            <a:chExt cx="266225" cy="296150"/>
          </a:xfrm>
        </p:grpSpPr>
        <p:sp>
          <p:nvSpPr>
            <p:cNvPr id="9257" name="Google Shape;9257;p75"/>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5"/>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9" name="Google Shape;9259;p75"/>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0" name="Google Shape;9260;p75"/>
          <p:cNvGrpSpPr/>
          <p:nvPr/>
        </p:nvGrpSpPr>
        <p:grpSpPr>
          <a:xfrm>
            <a:off x="8043336" y="3553167"/>
            <a:ext cx="239230" cy="356020"/>
            <a:chOff x="-22811700" y="2700350"/>
            <a:chExt cx="200075" cy="297750"/>
          </a:xfrm>
        </p:grpSpPr>
        <p:sp>
          <p:nvSpPr>
            <p:cNvPr id="9261" name="Google Shape;9261;p75"/>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5"/>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5"/>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5"/>
          <p:cNvGrpSpPr/>
          <p:nvPr/>
        </p:nvGrpSpPr>
        <p:grpSpPr>
          <a:xfrm>
            <a:off x="6191787" y="1335656"/>
            <a:ext cx="355063" cy="354136"/>
            <a:chOff x="-27358650" y="1961575"/>
            <a:chExt cx="296950" cy="296175"/>
          </a:xfrm>
        </p:grpSpPr>
        <p:sp>
          <p:nvSpPr>
            <p:cNvPr id="9265" name="Google Shape;9265;p75"/>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5"/>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7" name="Google Shape;9267;p75"/>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5"/>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9" name="Google Shape;9269;p75"/>
          <p:cNvGrpSpPr/>
          <p:nvPr/>
        </p:nvGrpSpPr>
        <p:grpSpPr>
          <a:xfrm>
            <a:off x="7090357" y="2666048"/>
            <a:ext cx="354136" cy="353180"/>
            <a:chOff x="-23599325" y="1971025"/>
            <a:chExt cx="296175" cy="295375"/>
          </a:xfrm>
        </p:grpSpPr>
        <p:sp>
          <p:nvSpPr>
            <p:cNvPr id="9270" name="Google Shape;9270;p75"/>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5"/>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2" name="Google Shape;9272;p75"/>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5"/>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5"/>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5" name="Google Shape;9275;p75"/>
          <p:cNvGrpSpPr/>
          <p:nvPr/>
        </p:nvGrpSpPr>
        <p:grpSpPr>
          <a:xfrm>
            <a:off x="6634801" y="1335776"/>
            <a:ext cx="360713" cy="353897"/>
            <a:chOff x="-26993200" y="1961775"/>
            <a:chExt cx="301675" cy="295975"/>
          </a:xfrm>
        </p:grpSpPr>
        <p:sp>
          <p:nvSpPr>
            <p:cNvPr id="9276" name="Google Shape;9276;p75"/>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5"/>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5"/>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75"/>
          <p:cNvGrpSpPr/>
          <p:nvPr/>
        </p:nvGrpSpPr>
        <p:grpSpPr>
          <a:xfrm>
            <a:off x="6659761" y="1783461"/>
            <a:ext cx="310792" cy="353180"/>
            <a:chOff x="-26970350" y="2332550"/>
            <a:chExt cx="259925" cy="295375"/>
          </a:xfrm>
        </p:grpSpPr>
        <p:sp>
          <p:nvSpPr>
            <p:cNvPr id="9280" name="Google Shape;9280;p75"/>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5"/>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75"/>
          <p:cNvGrpSpPr/>
          <p:nvPr/>
        </p:nvGrpSpPr>
        <p:grpSpPr>
          <a:xfrm>
            <a:off x="6639046" y="2256226"/>
            <a:ext cx="352223" cy="290077"/>
            <a:chOff x="-26986100" y="2735800"/>
            <a:chExt cx="294575" cy="242600"/>
          </a:xfrm>
        </p:grpSpPr>
        <p:sp>
          <p:nvSpPr>
            <p:cNvPr id="9283" name="Google Shape;9283;p75"/>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5"/>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75"/>
          <p:cNvGrpSpPr/>
          <p:nvPr/>
        </p:nvGrpSpPr>
        <p:grpSpPr>
          <a:xfrm>
            <a:off x="7538093" y="2665569"/>
            <a:ext cx="355063" cy="354136"/>
            <a:chOff x="-23229925" y="1970225"/>
            <a:chExt cx="296950" cy="296175"/>
          </a:xfrm>
        </p:grpSpPr>
        <p:sp>
          <p:nvSpPr>
            <p:cNvPr id="9286" name="Google Shape;9286;p75"/>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5"/>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5"/>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5"/>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75"/>
          <p:cNvGrpSpPr/>
          <p:nvPr/>
        </p:nvGrpSpPr>
        <p:grpSpPr>
          <a:xfrm>
            <a:off x="7580466" y="3112432"/>
            <a:ext cx="270318" cy="355063"/>
            <a:chOff x="-23177950" y="2340425"/>
            <a:chExt cx="226075" cy="296950"/>
          </a:xfrm>
        </p:grpSpPr>
        <p:sp>
          <p:nvSpPr>
            <p:cNvPr id="9291" name="Google Shape;9291;p75"/>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5"/>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5"/>
          <p:cNvGrpSpPr/>
          <p:nvPr/>
        </p:nvGrpSpPr>
        <p:grpSpPr>
          <a:xfrm>
            <a:off x="7538556" y="3554109"/>
            <a:ext cx="354136" cy="354136"/>
            <a:chOff x="-23229150" y="2710600"/>
            <a:chExt cx="296175" cy="296175"/>
          </a:xfrm>
        </p:grpSpPr>
        <p:sp>
          <p:nvSpPr>
            <p:cNvPr id="9294" name="Google Shape;9294;p75"/>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5"/>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6" name="Google Shape;9296;p75"/>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5"/>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8" name="Google Shape;9298;p75"/>
          <p:cNvGrpSpPr/>
          <p:nvPr/>
        </p:nvGrpSpPr>
        <p:grpSpPr>
          <a:xfrm>
            <a:off x="4855631" y="3123732"/>
            <a:ext cx="356946" cy="332464"/>
            <a:chOff x="-25477800" y="2357750"/>
            <a:chExt cx="298525" cy="278050"/>
          </a:xfrm>
        </p:grpSpPr>
        <p:sp>
          <p:nvSpPr>
            <p:cNvPr id="9299" name="Google Shape;9299;p75"/>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5"/>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1" name="Google Shape;9301;p75"/>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5"/>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3" name="Google Shape;9303;p75"/>
          <p:cNvGrpSpPr/>
          <p:nvPr/>
        </p:nvGrpSpPr>
        <p:grpSpPr>
          <a:xfrm>
            <a:off x="5298265" y="3112911"/>
            <a:ext cx="353180" cy="354107"/>
            <a:chOff x="-25104475" y="2340425"/>
            <a:chExt cx="295375" cy="296150"/>
          </a:xfrm>
        </p:grpSpPr>
        <p:sp>
          <p:nvSpPr>
            <p:cNvPr id="9304" name="Google Shape;9304;p75"/>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5"/>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5"/>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5"/>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5"/>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5"/>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5"/>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5"/>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5"/>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75"/>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17" name="Shape 9317"/>
        <p:cNvGrpSpPr/>
        <p:nvPr/>
      </p:nvGrpSpPr>
      <p:grpSpPr>
        <a:xfrm>
          <a:off x="0" y="0"/>
          <a:ext cx="0" cy="0"/>
          <a:chOff x="0" y="0"/>
          <a:chExt cx="0" cy="0"/>
        </a:xfrm>
      </p:grpSpPr>
      <p:sp>
        <p:nvSpPr>
          <p:cNvPr id="9318" name="Google Shape;9318;p76"/>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319" name="Google Shape;9319;p76"/>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320" name="Google Shape;9320;p76"/>
          <p:cNvGrpSpPr/>
          <p:nvPr/>
        </p:nvGrpSpPr>
        <p:grpSpPr>
          <a:xfrm>
            <a:off x="854368" y="1313920"/>
            <a:ext cx="366269" cy="366240"/>
            <a:chOff x="-65131525" y="1914325"/>
            <a:chExt cx="316650" cy="316625"/>
          </a:xfrm>
        </p:grpSpPr>
        <p:sp>
          <p:nvSpPr>
            <p:cNvPr id="9321" name="Google Shape;9321;p7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76"/>
          <p:cNvGrpSpPr/>
          <p:nvPr/>
        </p:nvGrpSpPr>
        <p:grpSpPr>
          <a:xfrm>
            <a:off x="854368" y="1794207"/>
            <a:ext cx="366269" cy="366269"/>
            <a:chOff x="-65131525" y="2281350"/>
            <a:chExt cx="316650" cy="316650"/>
          </a:xfrm>
        </p:grpSpPr>
        <p:sp>
          <p:nvSpPr>
            <p:cNvPr id="9324" name="Google Shape;9324;p7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76"/>
          <p:cNvGrpSpPr/>
          <p:nvPr/>
        </p:nvGrpSpPr>
        <p:grpSpPr>
          <a:xfrm>
            <a:off x="857564" y="2259206"/>
            <a:ext cx="359878" cy="367165"/>
            <a:chOff x="-65129950" y="2646800"/>
            <a:chExt cx="311125" cy="317425"/>
          </a:xfrm>
        </p:grpSpPr>
        <p:sp>
          <p:nvSpPr>
            <p:cNvPr id="9327" name="Google Shape;9327;p7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76"/>
          <p:cNvGrpSpPr/>
          <p:nvPr/>
        </p:nvGrpSpPr>
        <p:grpSpPr>
          <a:xfrm>
            <a:off x="3060897" y="1312532"/>
            <a:ext cx="368987" cy="369016"/>
            <a:chOff x="-63252250" y="1930850"/>
            <a:chExt cx="319000" cy="319025"/>
          </a:xfrm>
        </p:grpSpPr>
        <p:sp>
          <p:nvSpPr>
            <p:cNvPr id="9330" name="Google Shape;9330;p7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2" name="Google Shape;9332;p76"/>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3" name="Google Shape;9333;p76"/>
          <p:cNvGrpSpPr/>
          <p:nvPr/>
        </p:nvGrpSpPr>
        <p:grpSpPr>
          <a:xfrm>
            <a:off x="3061808" y="2258743"/>
            <a:ext cx="367165" cy="368091"/>
            <a:chOff x="-63250675" y="2664125"/>
            <a:chExt cx="317425" cy="318225"/>
          </a:xfrm>
        </p:grpSpPr>
        <p:sp>
          <p:nvSpPr>
            <p:cNvPr id="9334" name="Google Shape;9334;p7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76"/>
          <p:cNvGrpSpPr/>
          <p:nvPr/>
        </p:nvGrpSpPr>
        <p:grpSpPr>
          <a:xfrm>
            <a:off x="1738471" y="2735150"/>
            <a:ext cx="363522" cy="361266"/>
            <a:chOff x="-61354075" y="1940500"/>
            <a:chExt cx="314275" cy="312325"/>
          </a:xfrm>
        </p:grpSpPr>
        <p:sp>
          <p:nvSpPr>
            <p:cNvPr id="9337" name="Google Shape;9337;p7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76"/>
          <p:cNvGrpSpPr/>
          <p:nvPr/>
        </p:nvGrpSpPr>
        <p:grpSpPr>
          <a:xfrm>
            <a:off x="1737098" y="3183702"/>
            <a:ext cx="366269" cy="336195"/>
            <a:chOff x="-61354875" y="2322300"/>
            <a:chExt cx="316650" cy="290650"/>
          </a:xfrm>
        </p:grpSpPr>
        <p:sp>
          <p:nvSpPr>
            <p:cNvPr id="9342" name="Google Shape;9342;p7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76"/>
          <p:cNvGrpSpPr/>
          <p:nvPr/>
        </p:nvGrpSpPr>
        <p:grpSpPr>
          <a:xfrm>
            <a:off x="1737098" y="3611266"/>
            <a:ext cx="366269" cy="366269"/>
            <a:chOff x="-61354875" y="2671225"/>
            <a:chExt cx="316650" cy="316650"/>
          </a:xfrm>
        </p:grpSpPr>
        <p:sp>
          <p:nvSpPr>
            <p:cNvPr id="9346" name="Google Shape;9346;p7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76"/>
          <p:cNvGrpSpPr/>
          <p:nvPr/>
        </p:nvGrpSpPr>
        <p:grpSpPr>
          <a:xfrm>
            <a:off x="3952502" y="2731001"/>
            <a:ext cx="368987" cy="369566"/>
            <a:chOff x="-59502375" y="1904375"/>
            <a:chExt cx="319000" cy="319500"/>
          </a:xfrm>
        </p:grpSpPr>
        <p:sp>
          <p:nvSpPr>
            <p:cNvPr id="9352" name="Google Shape;9352;p7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76"/>
          <p:cNvGrpSpPr/>
          <p:nvPr/>
        </p:nvGrpSpPr>
        <p:grpSpPr>
          <a:xfrm>
            <a:off x="1298621" y="1315207"/>
            <a:ext cx="368987" cy="363666"/>
            <a:chOff x="-64774725" y="1916550"/>
            <a:chExt cx="319000" cy="314400"/>
          </a:xfrm>
        </p:grpSpPr>
        <p:sp>
          <p:nvSpPr>
            <p:cNvPr id="9356" name="Google Shape;9356;p7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6"/>
          <p:cNvGrpSpPr/>
          <p:nvPr/>
        </p:nvGrpSpPr>
        <p:grpSpPr>
          <a:xfrm>
            <a:off x="1299979" y="1792386"/>
            <a:ext cx="366269" cy="369913"/>
            <a:chOff x="-64764500" y="2280550"/>
            <a:chExt cx="316650" cy="319800"/>
          </a:xfrm>
        </p:grpSpPr>
        <p:sp>
          <p:nvSpPr>
            <p:cNvPr id="9359" name="Google Shape;9359;p7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76"/>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76"/>
          <p:cNvGrpSpPr/>
          <p:nvPr/>
        </p:nvGrpSpPr>
        <p:grpSpPr>
          <a:xfrm>
            <a:off x="3512023" y="1352163"/>
            <a:ext cx="365344" cy="289753"/>
            <a:chOff x="-62882850" y="1999375"/>
            <a:chExt cx="315850" cy="250500"/>
          </a:xfrm>
        </p:grpSpPr>
        <p:sp>
          <p:nvSpPr>
            <p:cNvPr id="9363" name="Google Shape;9363;p7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76"/>
          <p:cNvGrpSpPr/>
          <p:nvPr/>
        </p:nvGrpSpPr>
        <p:grpSpPr>
          <a:xfrm>
            <a:off x="3503362" y="1793745"/>
            <a:ext cx="382665" cy="367194"/>
            <a:chOff x="-62890750" y="2296300"/>
            <a:chExt cx="330825" cy="317450"/>
          </a:xfrm>
        </p:grpSpPr>
        <p:sp>
          <p:nvSpPr>
            <p:cNvPr id="9366" name="Google Shape;9366;p7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76"/>
          <p:cNvGrpSpPr/>
          <p:nvPr/>
        </p:nvGrpSpPr>
        <p:grpSpPr>
          <a:xfrm>
            <a:off x="3512023" y="2259206"/>
            <a:ext cx="365344" cy="367165"/>
            <a:chOff x="-62882850" y="2664925"/>
            <a:chExt cx="315850" cy="317425"/>
          </a:xfrm>
        </p:grpSpPr>
        <p:sp>
          <p:nvSpPr>
            <p:cNvPr id="9370" name="Google Shape;9370;p7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2" name="Google Shape;9372;p76"/>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3" name="Google Shape;9373;p76"/>
          <p:cNvGrpSpPr/>
          <p:nvPr/>
        </p:nvGrpSpPr>
        <p:grpSpPr>
          <a:xfrm>
            <a:off x="2183172" y="3171846"/>
            <a:ext cx="366269" cy="359907"/>
            <a:chOff x="-60988625" y="2310475"/>
            <a:chExt cx="316650" cy="311150"/>
          </a:xfrm>
        </p:grpSpPr>
        <p:sp>
          <p:nvSpPr>
            <p:cNvPr id="9374" name="Google Shape;9374;p7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76"/>
          <p:cNvGrpSpPr/>
          <p:nvPr/>
        </p:nvGrpSpPr>
        <p:grpSpPr>
          <a:xfrm>
            <a:off x="2183634" y="3610009"/>
            <a:ext cx="365344" cy="368785"/>
            <a:chOff x="-60987050" y="2671400"/>
            <a:chExt cx="315850" cy="318825"/>
          </a:xfrm>
        </p:grpSpPr>
        <p:sp>
          <p:nvSpPr>
            <p:cNvPr id="9381" name="Google Shape;9381;p7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76"/>
          <p:cNvGrpSpPr/>
          <p:nvPr/>
        </p:nvGrpSpPr>
        <p:grpSpPr>
          <a:xfrm>
            <a:off x="3952500" y="3172771"/>
            <a:ext cx="368987" cy="358056"/>
            <a:chOff x="-59481900" y="2290800"/>
            <a:chExt cx="319000" cy="309550"/>
          </a:xfrm>
        </p:grpSpPr>
        <p:sp>
          <p:nvSpPr>
            <p:cNvPr id="9384" name="Google Shape;9384;p7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76"/>
          <p:cNvGrpSpPr/>
          <p:nvPr/>
        </p:nvGrpSpPr>
        <p:grpSpPr>
          <a:xfrm>
            <a:off x="1741805" y="1313544"/>
            <a:ext cx="368987" cy="366992"/>
            <a:chOff x="-64401400" y="1914475"/>
            <a:chExt cx="319000" cy="317275"/>
          </a:xfrm>
        </p:grpSpPr>
        <p:sp>
          <p:nvSpPr>
            <p:cNvPr id="9391" name="Google Shape;9391;p7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6"/>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76"/>
          <p:cNvGrpSpPr/>
          <p:nvPr/>
        </p:nvGrpSpPr>
        <p:grpSpPr>
          <a:xfrm>
            <a:off x="1806493" y="1794583"/>
            <a:ext cx="239610" cy="365517"/>
            <a:chOff x="-64343900" y="2282125"/>
            <a:chExt cx="207150" cy="316000"/>
          </a:xfrm>
        </p:grpSpPr>
        <p:sp>
          <p:nvSpPr>
            <p:cNvPr id="9395" name="Google Shape;9395;p7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7" name="Google Shape;9397;p76"/>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76"/>
          <p:cNvGrpSpPr/>
          <p:nvPr/>
        </p:nvGrpSpPr>
        <p:grpSpPr>
          <a:xfrm>
            <a:off x="3986941" y="1313804"/>
            <a:ext cx="318873" cy="366471"/>
            <a:chOff x="-62496925" y="1931475"/>
            <a:chExt cx="275675" cy="316825"/>
          </a:xfrm>
        </p:grpSpPr>
        <p:sp>
          <p:nvSpPr>
            <p:cNvPr id="9399" name="Google Shape;9399;p7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76"/>
          <p:cNvGrpSpPr/>
          <p:nvPr/>
        </p:nvGrpSpPr>
        <p:grpSpPr>
          <a:xfrm>
            <a:off x="3963691" y="1793629"/>
            <a:ext cx="365373" cy="367426"/>
            <a:chOff x="-62516625" y="2297875"/>
            <a:chExt cx="315875" cy="317650"/>
          </a:xfrm>
        </p:grpSpPr>
        <p:sp>
          <p:nvSpPr>
            <p:cNvPr id="9402" name="Google Shape;9402;p7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76"/>
          <p:cNvGrpSpPr/>
          <p:nvPr/>
        </p:nvGrpSpPr>
        <p:grpSpPr>
          <a:xfrm>
            <a:off x="3962332" y="2275588"/>
            <a:ext cx="368091" cy="334402"/>
            <a:chOff x="-62518200" y="2692475"/>
            <a:chExt cx="318225" cy="289100"/>
          </a:xfrm>
        </p:grpSpPr>
        <p:sp>
          <p:nvSpPr>
            <p:cNvPr id="9405" name="Google Shape;9405;p7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6"/>
          <p:cNvGrpSpPr/>
          <p:nvPr/>
        </p:nvGrpSpPr>
        <p:grpSpPr>
          <a:xfrm>
            <a:off x="2648986" y="2733112"/>
            <a:ext cx="309793" cy="365344"/>
            <a:chOff x="-60597975" y="1939525"/>
            <a:chExt cx="267825" cy="315850"/>
          </a:xfrm>
        </p:grpSpPr>
        <p:sp>
          <p:nvSpPr>
            <p:cNvPr id="9408" name="Google Shape;9408;p7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6"/>
          <p:cNvGrpSpPr/>
          <p:nvPr/>
        </p:nvGrpSpPr>
        <p:grpSpPr>
          <a:xfrm>
            <a:off x="2619389" y="3167537"/>
            <a:ext cx="368987" cy="368525"/>
            <a:chOff x="-60620800" y="2304600"/>
            <a:chExt cx="319000" cy="318600"/>
          </a:xfrm>
        </p:grpSpPr>
        <p:sp>
          <p:nvSpPr>
            <p:cNvPr id="9411" name="Google Shape;9411;p7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76"/>
          <p:cNvGrpSpPr/>
          <p:nvPr/>
        </p:nvGrpSpPr>
        <p:grpSpPr>
          <a:xfrm>
            <a:off x="2620748" y="3663188"/>
            <a:ext cx="366269" cy="262426"/>
            <a:chOff x="-60621600" y="2716100"/>
            <a:chExt cx="316650" cy="226875"/>
          </a:xfrm>
        </p:grpSpPr>
        <p:sp>
          <p:nvSpPr>
            <p:cNvPr id="9415" name="Google Shape;9415;p7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76"/>
          <p:cNvGrpSpPr/>
          <p:nvPr/>
        </p:nvGrpSpPr>
        <p:grpSpPr>
          <a:xfrm>
            <a:off x="3957965" y="3611281"/>
            <a:ext cx="358056" cy="366240"/>
            <a:chOff x="-59475600" y="2658625"/>
            <a:chExt cx="309550" cy="316625"/>
          </a:xfrm>
        </p:grpSpPr>
        <p:sp>
          <p:nvSpPr>
            <p:cNvPr id="9418" name="Google Shape;9418;p7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5" name="Google Shape;9425;p76"/>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6"/>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7" name="Google Shape;9427;p76"/>
          <p:cNvGrpSpPr/>
          <p:nvPr/>
        </p:nvGrpSpPr>
        <p:grpSpPr>
          <a:xfrm>
            <a:off x="2233086" y="2259206"/>
            <a:ext cx="263294" cy="367165"/>
            <a:chOff x="-63987100" y="2646800"/>
            <a:chExt cx="227625" cy="317425"/>
          </a:xfrm>
        </p:grpSpPr>
        <p:sp>
          <p:nvSpPr>
            <p:cNvPr id="9428" name="Google Shape;9428;p7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6"/>
          <p:cNvGrpSpPr/>
          <p:nvPr/>
        </p:nvGrpSpPr>
        <p:grpSpPr>
          <a:xfrm>
            <a:off x="852428" y="2730827"/>
            <a:ext cx="358056" cy="369913"/>
            <a:chOff x="-62148000" y="1930075"/>
            <a:chExt cx="309550" cy="319800"/>
          </a:xfrm>
        </p:grpSpPr>
        <p:sp>
          <p:nvSpPr>
            <p:cNvPr id="9431" name="Google Shape;9431;p7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76"/>
          <p:cNvGrpSpPr/>
          <p:nvPr/>
        </p:nvGrpSpPr>
        <p:grpSpPr>
          <a:xfrm>
            <a:off x="849695" y="3169113"/>
            <a:ext cx="363522" cy="365373"/>
            <a:chOff x="-62150375" y="2297875"/>
            <a:chExt cx="314275" cy="315875"/>
          </a:xfrm>
        </p:grpSpPr>
        <p:sp>
          <p:nvSpPr>
            <p:cNvPr id="9434" name="Google Shape;9434;p7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76"/>
          <p:cNvGrpSpPr/>
          <p:nvPr/>
        </p:nvGrpSpPr>
        <p:grpSpPr>
          <a:xfrm>
            <a:off x="848322" y="3610356"/>
            <a:ext cx="366269" cy="368091"/>
            <a:chOff x="-62150375" y="2664925"/>
            <a:chExt cx="316650" cy="318225"/>
          </a:xfrm>
        </p:grpSpPr>
        <p:sp>
          <p:nvSpPr>
            <p:cNvPr id="9440" name="Google Shape;9440;p7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76"/>
          <p:cNvGrpSpPr/>
          <p:nvPr/>
        </p:nvGrpSpPr>
        <p:grpSpPr>
          <a:xfrm>
            <a:off x="3065911" y="2731333"/>
            <a:ext cx="367165" cy="368901"/>
            <a:chOff x="-60254550" y="1938025"/>
            <a:chExt cx="317425" cy="318925"/>
          </a:xfrm>
        </p:grpSpPr>
        <p:sp>
          <p:nvSpPr>
            <p:cNvPr id="9445" name="Google Shape;9445;p7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6"/>
          <p:cNvGrpSpPr/>
          <p:nvPr/>
        </p:nvGrpSpPr>
        <p:grpSpPr>
          <a:xfrm>
            <a:off x="3094149" y="3609907"/>
            <a:ext cx="310690" cy="368987"/>
            <a:chOff x="-60232500" y="2671225"/>
            <a:chExt cx="268600" cy="319000"/>
          </a:xfrm>
        </p:grpSpPr>
        <p:sp>
          <p:nvSpPr>
            <p:cNvPr id="9450" name="Google Shape;9450;p7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76"/>
          <p:cNvGrpSpPr/>
          <p:nvPr/>
        </p:nvGrpSpPr>
        <p:grpSpPr>
          <a:xfrm>
            <a:off x="2179643" y="4058541"/>
            <a:ext cx="365373" cy="368987"/>
            <a:chOff x="-59100700" y="1911950"/>
            <a:chExt cx="315875" cy="319000"/>
          </a:xfrm>
        </p:grpSpPr>
        <p:sp>
          <p:nvSpPr>
            <p:cNvPr id="9453" name="Google Shape;9453;p7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76"/>
          <p:cNvGrpSpPr/>
          <p:nvPr/>
        </p:nvGrpSpPr>
        <p:grpSpPr>
          <a:xfrm>
            <a:off x="2621810" y="1314021"/>
            <a:ext cx="379918" cy="366038"/>
            <a:chOff x="-63665750" y="1914325"/>
            <a:chExt cx="328450" cy="316450"/>
          </a:xfrm>
        </p:grpSpPr>
        <p:sp>
          <p:nvSpPr>
            <p:cNvPr id="9464" name="Google Shape;9464;p7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76"/>
          <p:cNvGrpSpPr/>
          <p:nvPr/>
        </p:nvGrpSpPr>
        <p:grpSpPr>
          <a:xfrm>
            <a:off x="2626814" y="1793065"/>
            <a:ext cx="369913" cy="368554"/>
            <a:chOff x="-63666550" y="2278975"/>
            <a:chExt cx="319800" cy="318625"/>
          </a:xfrm>
        </p:grpSpPr>
        <p:sp>
          <p:nvSpPr>
            <p:cNvPr id="9467" name="Google Shape;9467;p7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76"/>
          <p:cNvGrpSpPr/>
          <p:nvPr/>
        </p:nvGrpSpPr>
        <p:grpSpPr>
          <a:xfrm>
            <a:off x="2624081" y="2259090"/>
            <a:ext cx="375378" cy="367397"/>
            <a:chOff x="-63669700" y="2646600"/>
            <a:chExt cx="324525" cy="317625"/>
          </a:xfrm>
        </p:grpSpPr>
        <p:sp>
          <p:nvSpPr>
            <p:cNvPr id="9470" name="Google Shape;9470;p7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6"/>
          <p:cNvGrpSpPr/>
          <p:nvPr/>
        </p:nvGrpSpPr>
        <p:grpSpPr>
          <a:xfrm>
            <a:off x="1286361" y="2732418"/>
            <a:ext cx="366269" cy="366732"/>
            <a:chOff x="-61784125" y="1931250"/>
            <a:chExt cx="316650" cy="317050"/>
          </a:xfrm>
        </p:grpSpPr>
        <p:sp>
          <p:nvSpPr>
            <p:cNvPr id="9473" name="Google Shape;9473;p7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6"/>
          <p:cNvGrpSpPr/>
          <p:nvPr/>
        </p:nvGrpSpPr>
        <p:grpSpPr>
          <a:xfrm>
            <a:off x="1286360" y="3168665"/>
            <a:ext cx="366269" cy="366269"/>
            <a:chOff x="-61783350" y="2297100"/>
            <a:chExt cx="316650" cy="316650"/>
          </a:xfrm>
        </p:grpSpPr>
        <p:sp>
          <p:nvSpPr>
            <p:cNvPr id="9478" name="Google Shape;9478;p7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76"/>
          <p:cNvGrpSpPr/>
          <p:nvPr/>
        </p:nvGrpSpPr>
        <p:grpSpPr>
          <a:xfrm>
            <a:off x="1286360" y="3609748"/>
            <a:ext cx="366269" cy="369305"/>
            <a:chOff x="-61782550" y="2664925"/>
            <a:chExt cx="316650" cy="319275"/>
          </a:xfrm>
        </p:grpSpPr>
        <p:sp>
          <p:nvSpPr>
            <p:cNvPr id="9481" name="Google Shape;9481;p7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76"/>
          <p:cNvGrpSpPr/>
          <p:nvPr/>
        </p:nvGrpSpPr>
        <p:grpSpPr>
          <a:xfrm>
            <a:off x="3508137" y="2741136"/>
            <a:ext cx="367165" cy="349294"/>
            <a:chOff x="-59889100" y="1945025"/>
            <a:chExt cx="317425" cy="301975"/>
          </a:xfrm>
        </p:grpSpPr>
        <p:sp>
          <p:nvSpPr>
            <p:cNvPr id="9485" name="Google Shape;9485;p7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76"/>
          <p:cNvGrpSpPr/>
          <p:nvPr/>
        </p:nvGrpSpPr>
        <p:grpSpPr>
          <a:xfrm>
            <a:off x="3040249" y="3168589"/>
            <a:ext cx="366648" cy="366420"/>
            <a:chOff x="6479471" y="2079003"/>
            <a:chExt cx="348923" cy="348706"/>
          </a:xfrm>
        </p:grpSpPr>
        <p:sp>
          <p:nvSpPr>
            <p:cNvPr id="9490" name="Google Shape;9490;p7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1" name="Google Shape;9491;p76"/>
            <p:cNvGrpSpPr/>
            <p:nvPr/>
          </p:nvGrpSpPr>
          <p:grpSpPr>
            <a:xfrm>
              <a:off x="6520582" y="2079003"/>
              <a:ext cx="307811" cy="348706"/>
              <a:chOff x="-60218325" y="2304850"/>
              <a:chExt cx="279625" cy="316775"/>
            </a:xfrm>
          </p:grpSpPr>
          <p:sp>
            <p:nvSpPr>
              <p:cNvPr id="9492" name="Google Shape;9492;p7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99" name="Google Shape;9499;p76"/>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0" name="Google Shape;9500;p76"/>
          <p:cNvGrpSpPr/>
          <p:nvPr/>
        </p:nvGrpSpPr>
        <p:grpSpPr>
          <a:xfrm>
            <a:off x="3507226" y="3611671"/>
            <a:ext cx="368987" cy="365459"/>
            <a:chOff x="-59889100" y="2671925"/>
            <a:chExt cx="319000" cy="315950"/>
          </a:xfrm>
        </p:grpSpPr>
        <p:sp>
          <p:nvSpPr>
            <p:cNvPr id="9501" name="Google Shape;9501;p7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76"/>
          <p:cNvGrpSpPr/>
          <p:nvPr/>
        </p:nvGrpSpPr>
        <p:grpSpPr>
          <a:xfrm>
            <a:off x="2620204" y="4054176"/>
            <a:ext cx="367165" cy="366269"/>
            <a:chOff x="-59092025" y="2296300"/>
            <a:chExt cx="317425" cy="316650"/>
          </a:xfrm>
        </p:grpSpPr>
        <p:sp>
          <p:nvSpPr>
            <p:cNvPr id="9506" name="Google Shape;9506;p7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76"/>
          <p:cNvGrpSpPr/>
          <p:nvPr/>
        </p:nvGrpSpPr>
        <p:grpSpPr>
          <a:xfrm>
            <a:off x="4865611" y="1305095"/>
            <a:ext cx="353174" cy="347599"/>
            <a:chOff x="683125" y="1955275"/>
            <a:chExt cx="299325" cy="294600"/>
          </a:xfrm>
        </p:grpSpPr>
        <p:sp>
          <p:nvSpPr>
            <p:cNvPr id="9509" name="Google Shape;9509;p7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76"/>
          <p:cNvGrpSpPr/>
          <p:nvPr/>
        </p:nvGrpSpPr>
        <p:grpSpPr>
          <a:xfrm>
            <a:off x="4866541" y="1755653"/>
            <a:ext cx="351315" cy="349486"/>
            <a:chOff x="685475" y="2318350"/>
            <a:chExt cx="297750" cy="296200"/>
          </a:xfrm>
        </p:grpSpPr>
        <p:sp>
          <p:nvSpPr>
            <p:cNvPr id="9514" name="Google Shape;9514;p7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76"/>
          <p:cNvGrpSpPr/>
          <p:nvPr/>
        </p:nvGrpSpPr>
        <p:grpSpPr>
          <a:xfrm>
            <a:off x="7094699" y="1304859"/>
            <a:ext cx="309517" cy="348071"/>
            <a:chOff x="2523000" y="1954875"/>
            <a:chExt cx="262325" cy="295000"/>
          </a:xfrm>
        </p:grpSpPr>
        <p:sp>
          <p:nvSpPr>
            <p:cNvPr id="9518" name="Google Shape;9518;p7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76"/>
          <p:cNvGrpSpPr/>
          <p:nvPr/>
        </p:nvGrpSpPr>
        <p:grpSpPr>
          <a:xfrm>
            <a:off x="7073800" y="1756125"/>
            <a:ext cx="351315" cy="348542"/>
            <a:chOff x="2508825" y="2318350"/>
            <a:chExt cx="297750" cy="295400"/>
          </a:xfrm>
        </p:grpSpPr>
        <p:sp>
          <p:nvSpPr>
            <p:cNvPr id="9521" name="Google Shape;9521;p7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76"/>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4" name="Google Shape;9524;p76"/>
          <p:cNvGrpSpPr/>
          <p:nvPr/>
        </p:nvGrpSpPr>
        <p:grpSpPr>
          <a:xfrm>
            <a:off x="5747373" y="2670178"/>
            <a:ext cx="347599" cy="348513"/>
            <a:chOff x="4321150" y="1946600"/>
            <a:chExt cx="294600" cy="295375"/>
          </a:xfrm>
        </p:grpSpPr>
        <p:sp>
          <p:nvSpPr>
            <p:cNvPr id="9525" name="Google Shape;9525;p7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8" name="Google Shape;9528;p76"/>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6"/>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6"/>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6"/>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2" name="Google Shape;9532;p76"/>
          <p:cNvGrpSpPr/>
          <p:nvPr/>
        </p:nvGrpSpPr>
        <p:grpSpPr>
          <a:xfrm>
            <a:off x="5309921" y="1756125"/>
            <a:ext cx="352230" cy="348542"/>
            <a:chOff x="1049375" y="2318350"/>
            <a:chExt cx="298525" cy="295400"/>
          </a:xfrm>
        </p:grpSpPr>
        <p:sp>
          <p:nvSpPr>
            <p:cNvPr id="9533" name="Google Shape;9533;p7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6"/>
          <p:cNvGrpSpPr/>
          <p:nvPr/>
        </p:nvGrpSpPr>
        <p:grpSpPr>
          <a:xfrm>
            <a:off x="5310393" y="2196576"/>
            <a:ext cx="351286" cy="351286"/>
            <a:chOff x="1049375" y="2680675"/>
            <a:chExt cx="297725" cy="297725"/>
          </a:xfrm>
        </p:grpSpPr>
        <p:sp>
          <p:nvSpPr>
            <p:cNvPr id="9538" name="Google Shape;9538;p7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76"/>
          <p:cNvGrpSpPr/>
          <p:nvPr/>
        </p:nvGrpSpPr>
        <p:grpSpPr>
          <a:xfrm>
            <a:off x="7523845" y="1304623"/>
            <a:ext cx="348513" cy="348542"/>
            <a:chOff x="2872725" y="1954475"/>
            <a:chExt cx="295375" cy="295400"/>
          </a:xfrm>
        </p:grpSpPr>
        <p:sp>
          <p:nvSpPr>
            <p:cNvPr id="9541" name="Google Shape;9541;p7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6"/>
          <p:cNvGrpSpPr/>
          <p:nvPr/>
        </p:nvGrpSpPr>
        <p:grpSpPr>
          <a:xfrm>
            <a:off x="7545216" y="1755196"/>
            <a:ext cx="305771" cy="350401"/>
            <a:chOff x="2890050" y="2318350"/>
            <a:chExt cx="259150" cy="296975"/>
          </a:xfrm>
        </p:grpSpPr>
        <p:sp>
          <p:nvSpPr>
            <p:cNvPr id="9545" name="Google Shape;9545;p7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7" name="Google Shape;9547;p76"/>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8" name="Google Shape;9548;p76"/>
          <p:cNvGrpSpPr/>
          <p:nvPr/>
        </p:nvGrpSpPr>
        <p:grpSpPr>
          <a:xfrm>
            <a:off x="6187732" y="2670650"/>
            <a:ext cx="347569" cy="347569"/>
            <a:chOff x="4685050" y="1945825"/>
            <a:chExt cx="294575" cy="294575"/>
          </a:xfrm>
        </p:grpSpPr>
        <p:sp>
          <p:nvSpPr>
            <p:cNvPr id="9549" name="Google Shape;9549;p7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4" name="Google Shape;9554;p76"/>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6"/>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6" name="Google Shape;9556;p76"/>
          <p:cNvGrpSpPr/>
          <p:nvPr/>
        </p:nvGrpSpPr>
        <p:grpSpPr>
          <a:xfrm>
            <a:off x="7958004" y="3159625"/>
            <a:ext cx="348513" cy="347599"/>
            <a:chOff x="6131900" y="2301825"/>
            <a:chExt cx="295375" cy="294600"/>
          </a:xfrm>
        </p:grpSpPr>
        <p:sp>
          <p:nvSpPr>
            <p:cNvPr id="9557" name="Google Shape;9557;p7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76"/>
          <p:cNvGrpSpPr/>
          <p:nvPr/>
        </p:nvGrpSpPr>
        <p:grpSpPr>
          <a:xfrm>
            <a:off x="5753997" y="1304166"/>
            <a:ext cx="351315" cy="349457"/>
            <a:chOff x="1412450" y="1954475"/>
            <a:chExt cx="297750" cy="296175"/>
          </a:xfrm>
        </p:grpSpPr>
        <p:sp>
          <p:nvSpPr>
            <p:cNvPr id="9562" name="Google Shape;9562;p7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4" name="Google Shape;9564;p76"/>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5" name="Google Shape;9565;p76"/>
          <p:cNvGrpSpPr/>
          <p:nvPr/>
        </p:nvGrpSpPr>
        <p:grpSpPr>
          <a:xfrm>
            <a:off x="5753997" y="2196694"/>
            <a:ext cx="351315" cy="351050"/>
            <a:chOff x="1413250" y="2680675"/>
            <a:chExt cx="297750" cy="297525"/>
          </a:xfrm>
        </p:grpSpPr>
        <p:sp>
          <p:nvSpPr>
            <p:cNvPr id="9566" name="Google Shape;9566;p7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0" name="Google Shape;9570;p76"/>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6"/>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6"/>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3" name="Google Shape;9573;p76"/>
          <p:cNvGrpSpPr/>
          <p:nvPr/>
        </p:nvGrpSpPr>
        <p:grpSpPr>
          <a:xfrm>
            <a:off x="6630407" y="2670311"/>
            <a:ext cx="350371" cy="348247"/>
            <a:chOff x="5045775" y="1946400"/>
            <a:chExt cx="296950" cy="295150"/>
          </a:xfrm>
        </p:grpSpPr>
        <p:sp>
          <p:nvSpPr>
            <p:cNvPr id="9574" name="Google Shape;9574;p7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76"/>
          <p:cNvGrpSpPr/>
          <p:nvPr/>
        </p:nvGrpSpPr>
        <p:grpSpPr>
          <a:xfrm>
            <a:off x="6629006" y="3179138"/>
            <a:ext cx="353174" cy="308573"/>
            <a:chOff x="5046550" y="2327025"/>
            <a:chExt cx="299325" cy="261525"/>
          </a:xfrm>
        </p:grpSpPr>
        <p:sp>
          <p:nvSpPr>
            <p:cNvPr id="9577" name="Google Shape;9577;p7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0" name="Google Shape;9580;p76"/>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1" name="Google Shape;9581;p76"/>
          <p:cNvGrpSpPr/>
          <p:nvPr/>
        </p:nvGrpSpPr>
        <p:grpSpPr>
          <a:xfrm>
            <a:off x="7956604" y="3608476"/>
            <a:ext cx="351315" cy="348513"/>
            <a:chOff x="6167350" y="2672800"/>
            <a:chExt cx="297750" cy="295375"/>
          </a:xfrm>
        </p:grpSpPr>
        <p:sp>
          <p:nvSpPr>
            <p:cNvPr id="9582" name="Google Shape;9582;p7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76"/>
          <p:cNvGrpSpPr/>
          <p:nvPr/>
        </p:nvGrpSpPr>
        <p:grpSpPr>
          <a:xfrm>
            <a:off x="6197601" y="1303709"/>
            <a:ext cx="347599" cy="350371"/>
            <a:chOff x="1777925" y="1953700"/>
            <a:chExt cx="294600" cy="296950"/>
          </a:xfrm>
        </p:grpSpPr>
        <p:sp>
          <p:nvSpPr>
            <p:cNvPr id="9588" name="Google Shape;9588;p7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6"/>
          <p:cNvGrpSpPr/>
          <p:nvPr/>
        </p:nvGrpSpPr>
        <p:grpSpPr>
          <a:xfrm>
            <a:off x="6213411" y="1756597"/>
            <a:ext cx="315977" cy="347599"/>
            <a:chOff x="1790525" y="2319150"/>
            <a:chExt cx="267800" cy="294600"/>
          </a:xfrm>
        </p:grpSpPr>
        <p:sp>
          <p:nvSpPr>
            <p:cNvPr id="9593" name="Google Shape;9593;p7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76"/>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6" name="Google Shape;9596;p76"/>
          <p:cNvGrpSpPr/>
          <p:nvPr/>
        </p:nvGrpSpPr>
        <p:grpSpPr>
          <a:xfrm>
            <a:off x="4866386" y="2670163"/>
            <a:ext cx="349457" cy="348542"/>
            <a:chOff x="3599700" y="1954475"/>
            <a:chExt cx="296175" cy="295400"/>
          </a:xfrm>
        </p:grpSpPr>
        <p:sp>
          <p:nvSpPr>
            <p:cNvPr id="9597" name="Google Shape;9597;p7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6"/>
          <p:cNvGrpSpPr/>
          <p:nvPr/>
        </p:nvGrpSpPr>
        <p:grpSpPr>
          <a:xfrm>
            <a:off x="4867316" y="3159626"/>
            <a:ext cx="347599" cy="347599"/>
            <a:chOff x="3601275" y="2319150"/>
            <a:chExt cx="294600" cy="294600"/>
          </a:xfrm>
        </p:grpSpPr>
        <p:sp>
          <p:nvSpPr>
            <p:cNvPr id="9601" name="Google Shape;9601;p7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3" name="Google Shape;9603;p76"/>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4" name="Google Shape;9604;p76"/>
          <p:cNvGrpSpPr/>
          <p:nvPr/>
        </p:nvGrpSpPr>
        <p:grpSpPr>
          <a:xfrm>
            <a:off x="7087019" y="2669721"/>
            <a:ext cx="328071" cy="349427"/>
            <a:chOff x="5421475" y="1945825"/>
            <a:chExt cx="278050" cy="296150"/>
          </a:xfrm>
        </p:grpSpPr>
        <p:sp>
          <p:nvSpPr>
            <p:cNvPr id="9605" name="Google Shape;9605;p7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3" name="Google Shape;9613;p76"/>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4" name="Google Shape;9614;p76"/>
          <p:cNvGrpSpPr/>
          <p:nvPr/>
        </p:nvGrpSpPr>
        <p:grpSpPr>
          <a:xfrm>
            <a:off x="7075869" y="3670273"/>
            <a:ext cx="350371" cy="224918"/>
            <a:chOff x="5411225" y="2726350"/>
            <a:chExt cx="296950" cy="190625"/>
          </a:xfrm>
        </p:grpSpPr>
        <p:sp>
          <p:nvSpPr>
            <p:cNvPr id="9615" name="Google Shape;9615;p7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6"/>
          <p:cNvGrpSpPr/>
          <p:nvPr/>
        </p:nvGrpSpPr>
        <p:grpSpPr>
          <a:xfrm>
            <a:off x="6185904" y="4059546"/>
            <a:ext cx="351286" cy="326390"/>
            <a:chOff x="6524150" y="1938725"/>
            <a:chExt cx="297725" cy="276625"/>
          </a:xfrm>
        </p:grpSpPr>
        <p:sp>
          <p:nvSpPr>
            <p:cNvPr id="9618" name="Google Shape;9618;p7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6"/>
          <p:cNvGrpSpPr/>
          <p:nvPr/>
        </p:nvGrpSpPr>
        <p:grpSpPr>
          <a:xfrm>
            <a:off x="6631047" y="1756007"/>
            <a:ext cx="363380" cy="348778"/>
            <a:chOff x="2140225" y="2318650"/>
            <a:chExt cx="307975" cy="295600"/>
          </a:xfrm>
        </p:grpSpPr>
        <p:sp>
          <p:nvSpPr>
            <p:cNvPr id="9623" name="Google Shape;9623;p7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76"/>
          <p:cNvGrpSpPr/>
          <p:nvPr/>
        </p:nvGrpSpPr>
        <p:grpSpPr>
          <a:xfrm>
            <a:off x="6636607" y="2197505"/>
            <a:ext cx="352259" cy="349427"/>
            <a:chOff x="2139425" y="2682250"/>
            <a:chExt cx="298550" cy="296150"/>
          </a:xfrm>
        </p:grpSpPr>
        <p:sp>
          <p:nvSpPr>
            <p:cNvPr id="9626" name="Google Shape;9626;p7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6"/>
          <p:cNvGrpSpPr/>
          <p:nvPr/>
        </p:nvGrpSpPr>
        <p:grpSpPr>
          <a:xfrm>
            <a:off x="5301219" y="2711991"/>
            <a:ext cx="350401" cy="264888"/>
            <a:chOff x="3962775" y="1990700"/>
            <a:chExt cx="296975" cy="224500"/>
          </a:xfrm>
        </p:grpSpPr>
        <p:sp>
          <p:nvSpPr>
            <p:cNvPr id="9631" name="Google Shape;9631;p7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76"/>
          <p:cNvGrpSpPr/>
          <p:nvPr/>
        </p:nvGrpSpPr>
        <p:grpSpPr>
          <a:xfrm>
            <a:off x="5301691" y="3158697"/>
            <a:ext cx="349457" cy="349457"/>
            <a:chOff x="3963575" y="2317575"/>
            <a:chExt cx="296175" cy="296175"/>
          </a:xfrm>
        </p:grpSpPr>
        <p:sp>
          <p:nvSpPr>
            <p:cNvPr id="9636" name="Google Shape;9636;p7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76"/>
          <p:cNvGrpSpPr/>
          <p:nvPr/>
        </p:nvGrpSpPr>
        <p:grpSpPr>
          <a:xfrm>
            <a:off x="5301691" y="3608476"/>
            <a:ext cx="349457" cy="348513"/>
            <a:chOff x="3962775" y="2683025"/>
            <a:chExt cx="296175" cy="295375"/>
          </a:xfrm>
        </p:grpSpPr>
        <p:sp>
          <p:nvSpPr>
            <p:cNvPr id="9653" name="Google Shape;9653;p7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6" name="Google Shape;9656;p76"/>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7" name="Google Shape;9657;p76"/>
          <p:cNvGrpSpPr/>
          <p:nvPr/>
        </p:nvGrpSpPr>
        <p:grpSpPr>
          <a:xfrm>
            <a:off x="7516228" y="3159168"/>
            <a:ext cx="348513" cy="348513"/>
            <a:chOff x="5775900" y="2308125"/>
            <a:chExt cx="295375" cy="295375"/>
          </a:xfrm>
        </p:grpSpPr>
        <p:sp>
          <p:nvSpPr>
            <p:cNvPr id="9658" name="Google Shape;9658;p7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76"/>
          <p:cNvGrpSpPr/>
          <p:nvPr/>
        </p:nvGrpSpPr>
        <p:grpSpPr>
          <a:xfrm>
            <a:off x="7537142" y="3608004"/>
            <a:ext cx="306686" cy="349457"/>
            <a:chOff x="5794025" y="2673575"/>
            <a:chExt cx="259925" cy="296175"/>
          </a:xfrm>
        </p:grpSpPr>
        <p:sp>
          <p:nvSpPr>
            <p:cNvPr id="9664" name="Google Shape;9664;p7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6" name="Google Shape;9666;p76"/>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6"/>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8" name="Google Shape;9668;p76"/>
          <p:cNvGrpSpPr/>
          <p:nvPr/>
        </p:nvGrpSpPr>
        <p:grpSpPr>
          <a:xfrm>
            <a:off x="6637536" y="1304166"/>
            <a:ext cx="350401" cy="349457"/>
            <a:chOff x="2141000" y="1954475"/>
            <a:chExt cx="296975" cy="296175"/>
          </a:xfrm>
        </p:grpSpPr>
        <p:sp>
          <p:nvSpPr>
            <p:cNvPr id="9669" name="Google Shape;9669;p7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76" name="Shape 9676"/>
        <p:cNvGrpSpPr/>
        <p:nvPr/>
      </p:nvGrpSpPr>
      <p:grpSpPr>
        <a:xfrm>
          <a:off x="0" y="0"/>
          <a:ext cx="0" cy="0"/>
          <a:chOff x="0" y="0"/>
          <a:chExt cx="0" cy="0"/>
        </a:xfrm>
      </p:grpSpPr>
      <p:sp>
        <p:nvSpPr>
          <p:cNvPr id="9677" name="Google Shape;9677;p77"/>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678" name="Google Shape;9678;p77"/>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679" name="Google Shape;9679;p77"/>
          <p:cNvGrpSpPr/>
          <p:nvPr/>
        </p:nvGrpSpPr>
        <p:grpSpPr>
          <a:xfrm>
            <a:off x="882957" y="1306638"/>
            <a:ext cx="292442" cy="355741"/>
            <a:chOff x="-35830350" y="1912725"/>
            <a:chExt cx="241050" cy="293225"/>
          </a:xfrm>
        </p:grpSpPr>
        <p:sp>
          <p:nvSpPr>
            <p:cNvPr id="9680" name="Google Shape;9680;p77"/>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7"/>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77"/>
          <p:cNvGrpSpPr/>
          <p:nvPr/>
        </p:nvGrpSpPr>
        <p:grpSpPr>
          <a:xfrm>
            <a:off x="851444" y="1766235"/>
            <a:ext cx="355468" cy="353587"/>
            <a:chOff x="-35854750" y="2272675"/>
            <a:chExt cx="293000" cy="291450"/>
          </a:xfrm>
        </p:grpSpPr>
        <p:sp>
          <p:nvSpPr>
            <p:cNvPr id="9683" name="Google Shape;9683;p77"/>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7"/>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7"/>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77"/>
          <p:cNvGrpSpPr/>
          <p:nvPr/>
        </p:nvGrpSpPr>
        <p:grpSpPr>
          <a:xfrm>
            <a:off x="850958" y="2220821"/>
            <a:ext cx="356438" cy="354558"/>
            <a:chOff x="-35853975" y="2631825"/>
            <a:chExt cx="293800" cy="292250"/>
          </a:xfrm>
        </p:grpSpPr>
        <p:sp>
          <p:nvSpPr>
            <p:cNvPr id="9687" name="Google Shape;9687;p77"/>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7"/>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7"/>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7"/>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7"/>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77"/>
          <p:cNvGrpSpPr/>
          <p:nvPr/>
        </p:nvGrpSpPr>
        <p:grpSpPr>
          <a:xfrm>
            <a:off x="3089562" y="1307714"/>
            <a:ext cx="353587" cy="353587"/>
            <a:chOff x="-34032200" y="1916675"/>
            <a:chExt cx="291450" cy="291450"/>
          </a:xfrm>
        </p:grpSpPr>
        <p:sp>
          <p:nvSpPr>
            <p:cNvPr id="9693" name="Google Shape;9693;p77"/>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7"/>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7"/>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7"/>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7" name="Google Shape;9697;p77"/>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8" name="Google Shape;9698;p77"/>
          <p:cNvGrpSpPr/>
          <p:nvPr/>
        </p:nvGrpSpPr>
        <p:grpSpPr>
          <a:xfrm>
            <a:off x="3089092" y="2220821"/>
            <a:ext cx="354527" cy="354558"/>
            <a:chOff x="-34032200" y="2634975"/>
            <a:chExt cx="292225" cy="292250"/>
          </a:xfrm>
        </p:grpSpPr>
        <p:sp>
          <p:nvSpPr>
            <p:cNvPr id="9699" name="Google Shape;9699;p77"/>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7"/>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7"/>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7"/>
          <p:cNvGrpSpPr/>
          <p:nvPr/>
        </p:nvGrpSpPr>
        <p:grpSpPr>
          <a:xfrm>
            <a:off x="1739487" y="2687069"/>
            <a:ext cx="358379" cy="354527"/>
            <a:chOff x="-32245875" y="1938725"/>
            <a:chExt cx="295400" cy="292225"/>
          </a:xfrm>
        </p:grpSpPr>
        <p:sp>
          <p:nvSpPr>
            <p:cNvPr id="9703" name="Google Shape;9703;p77"/>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7"/>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7"/>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77"/>
          <p:cNvGrpSpPr/>
          <p:nvPr/>
        </p:nvGrpSpPr>
        <p:grpSpPr>
          <a:xfrm>
            <a:off x="1736150" y="3156468"/>
            <a:ext cx="365052" cy="352162"/>
            <a:chOff x="-32243500" y="2299850"/>
            <a:chExt cx="300900" cy="290275"/>
          </a:xfrm>
        </p:grpSpPr>
        <p:sp>
          <p:nvSpPr>
            <p:cNvPr id="9707" name="Google Shape;9707;p77"/>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7"/>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9" name="Google Shape;9709;p77"/>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0" name="Google Shape;9710;p77"/>
          <p:cNvGrpSpPr/>
          <p:nvPr/>
        </p:nvGrpSpPr>
        <p:grpSpPr>
          <a:xfrm>
            <a:off x="1299432" y="1306759"/>
            <a:ext cx="354527" cy="355498"/>
            <a:chOff x="-35495600" y="1912725"/>
            <a:chExt cx="292225" cy="293025"/>
          </a:xfrm>
        </p:grpSpPr>
        <p:sp>
          <p:nvSpPr>
            <p:cNvPr id="9711" name="Google Shape;9711;p77"/>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7"/>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7"/>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4" name="Google Shape;9714;p77"/>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5" name="Google Shape;9715;p77"/>
          <p:cNvGrpSpPr/>
          <p:nvPr/>
        </p:nvGrpSpPr>
        <p:grpSpPr>
          <a:xfrm>
            <a:off x="1299432" y="2221307"/>
            <a:ext cx="354527" cy="353587"/>
            <a:chOff x="-35495600" y="2631825"/>
            <a:chExt cx="292225" cy="291450"/>
          </a:xfrm>
        </p:grpSpPr>
        <p:sp>
          <p:nvSpPr>
            <p:cNvPr id="9716" name="Google Shape;9716;p77"/>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7"/>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7"/>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7"/>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77"/>
          <p:cNvGrpSpPr/>
          <p:nvPr/>
        </p:nvGrpSpPr>
        <p:grpSpPr>
          <a:xfrm>
            <a:off x="3537081" y="1307714"/>
            <a:ext cx="353587" cy="353587"/>
            <a:chOff x="-33673825" y="1916675"/>
            <a:chExt cx="291450" cy="291450"/>
          </a:xfrm>
        </p:grpSpPr>
        <p:sp>
          <p:nvSpPr>
            <p:cNvPr id="9721" name="Google Shape;9721;p77"/>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7"/>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7"/>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7"/>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77"/>
          <p:cNvGrpSpPr/>
          <p:nvPr/>
        </p:nvGrpSpPr>
        <p:grpSpPr>
          <a:xfrm>
            <a:off x="3534700" y="1765295"/>
            <a:ext cx="358349" cy="355468"/>
            <a:chOff x="-33676975" y="2275050"/>
            <a:chExt cx="295375" cy="293000"/>
          </a:xfrm>
        </p:grpSpPr>
        <p:sp>
          <p:nvSpPr>
            <p:cNvPr id="9726" name="Google Shape;9726;p77"/>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7"/>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7"/>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7"/>
          <p:cNvGrpSpPr/>
          <p:nvPr/>
        </p:nvGrpSpPr>
        <p:grpSpPr>
          <a:xfrm>
            <a:off x="3537081" y="2220594"/>
            <a:ext cx="353587" cy="355013"/>
            <a:chOff x="-33673825" y="2634975"/>
            <a:chExt cx="291450" cy="292625"/>
          </a:xfrm>
        </p:grpSpPr>
        <p:sp>
          <p:nvSpPr>
            <p:cNvPr id="9730" name="Google Shape;9730;p77"/>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7"/>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77"/>
          <p:cNvGrpSpPr/>
          <p:nvPr/>
        </p:nvGrpSpPr>
        <p:grpSpPr>
          <a:xfrm>
            <a:off x="2205089" y="2687509"/>
            <a:ext cx="329687" cy="353648"/>
            <a:chOff x="-31874100" y="1939525"/>
            <a:chExt cx="271750" cy="291500"/>
          </a:xfrm>
        </p:grpSpPr>
        <p:sp>
          <p:nvSpPr>
            <p:cNvPr id="9733" name="Google Shape;9733;p77"/>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7"/>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5" name="Google Shape;9735;p77"/>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6" name="Google Shape;9736;p77"/>
          <p:cNvGrpSpPr/>
          <p:nvPr/>
        </p:nvGrpSpPr>
        <p:grpSpPr>
          <a:xfrm>
            <a:off x="2186451" y="3616531"/>
            <a:ext cx="366963" cy="352768"/>
            <a:chOff x="-31889075" y="2658950"/>
            <a:chExt cx="302475" cy="290775"/>
          </a:xfrm>
        </p:grpSpPr>
        <p:sp>
          <p:nvSpPr>
            <p:cNvPr id="9737" name="Google Shape;9737;p7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9" name="Google Shape;9739;p77"/>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0" name="Google Shape;9740;p77"/>
          <p:cNvGrpSpPr/>
          <p:nvPr/>
        </p:nvGrpSpPr>
        <p:grpSpPr>
          <a:xfrm>
            <a:off x="1747421" y="1306759"/>
            <a:ext cx="354527" cy="355498"/>
            <a:chOff x="-35136450" y="1912725"/>
            <a:chExt cx="292225" cy="293025"/>
          </a:xfrm>
        </p:grpSpPr>
        <p:sp>
          <p:nvSpPr>
            <p:cNvPr id="9741" name="Google Shape;9741;p77"/>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7"/>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7"/>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77"/>
          <p:cNvGrpSpPr/>
          <p:nvPr/>
        </p:nvGrpSpPr>
        <p:grpSpPr>
          <a:xfrm>
            <a:off x="1747891" y="1765978"/>
            <a:ext cx="353587" cy="354103"/>
            <a:chOff x="-35134875" y="2272675"/>
            <a:chExt cx="291450" cy="291875"/>
          </a:xfrm>
        </p:grpSpPr>
        <p:sp>
          <p:nvSpPr>
            <p:cNvPr id="9745" name="Google Shape;9745;p77"/>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7"/>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7"/>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7"/>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77"/>
          <p:cNvGrpSpPr/>
          <p:nvPr/>
        </p:nvGrpSpPr>
        <p:grpSpPr>
          <a:xfrm>
            <a:off x="1789458" y="2221307"/>
            <a:ext cx="270453" cy="353587"/>
            <a:chOff x="-35101800" y="2631050"/>
            <a:chExt cx="222925" cy="291450"/>
          </a:xfrm>
        </p:grpSpPr>
        <p:sp>
          <p:nvSpPr>
            <p:cNvPr id="9750" name="Google Shape;9750;p77"/>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7"/>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7"/>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7"/>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4" name="Google Shape;9754;p77"/>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5" name="Google Shape;9755;p77"/>
          <p:cNvGrpSpPr/>
          <p:nvPr/>
        </p:nvGrpSpPr>
        <p:grpSpPr>
          <a:xfrm>
            <a:off x="3977510" y="1765295"/>
            <a:ext cx="353587" cy="355468"/>
            <a:chOff x="-33314675" y="2275050"/>
            <a:chExt cx="291450" cy="293000"/>
          </a:xfrm>
        </p:grpSpPr>
        <p:sp>
          <p:nvSpPr>
            <p:cNvPr id="9756" name="Google Shape;9756;p77"/>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7"/>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7"/>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9" name="Google Shape;9759;p77"/>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0" name="Google Shape;9760;p77"/>
          <p:cNvGrpSpPr/>
          <p:nvPr/>
        </p:nvGrpSpPr>
        <p:grpSpPr>
          <a:xfrm>
            <a:off x="2639701" y="2687555"/>
            <a:ext cx="353587" cy="353557"/>
            <a:chOff x="-31523625" y="1939525"/>
            <a:chExt cx="291450" cy="291425"/>
          </a:xfrm>
        </p:grpSpPr>
        <p:sp>
          <p:nvSpPr>
            <p:cNvPr id="9761" name="Google Shape;9761;p77"/>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7"/>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7"/>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7"/>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7"/>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7"/>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7"/>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7"/>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7"/>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7"/>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7"/>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7"/>
          <p:cNvGrpSpPr/>
          <p:nvPr/>
        </p:nvGrpSpPr>
        <p:grpSpPr>
          <a:xfrm>
            <a:off x="2638746" y="3155755"/>
            <a:ext cx="355498" cy="353587"/>
            <a:chOff x="-31523625" y="2298675"/>
            <a:chExt cx="293025" cy="291450"/>
          </a:xfrm>
        </p:grpSpPr>
        <p:sp>
          <p:nvSpPr>
            <p:cNvPr id="9773" name="Google Shape;9773;p77"/>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7"/>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7"/>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6" name="Google Shape;9776;p77"/>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7"/>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8" name="Google Shape;9778;p77"/>
          <p:cNvGrpSpPr/>
          <p:nvPr/>
        </p:nvGrpSpPr>
        <p:grpSpPr>
          <a:xfrm>
            <a:off x="2205934" y="1307729"/>
            <a:ext cx="331598" cy="353557"/>
            <a:chOff x="-34767825" y="1914325"/>
            <a:chExt cx="273325" cy="291425"/>
          </a:xfrm>
        </p:grpSpPr>
        <p:sp>
          <p:nvSpPr>
            <p:cNvPr id="9779" name="Google Shape;9779;p77"/>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7"/>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7"/>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77"/>
          <p:cNvGrpSpPr/>
          <p:nvPr/>
        </p:nvGrpSpPr>
        <p:grpSpPr>
          <a:xfrm>
            <a:off x="2193513" y="1765280"/>
            <a:ext cx="356438" cy="355498"/>
            <a:chOff x="-34778075" y="2272675"/>
            <a:chExt cx="293800" cy="293025"/>
          </a:xfrm>
        </p:grpSpPr>
        <p:sp>
          <p:nvSpPr>
            <p:cNvPr id="9783" name="Google Shape;9783;p77"/>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7"/>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7"/>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77"/>
          <p:cNvGrpSpPr/>
          <p:nvPr/>
        </p:nvGrpSpPr>
        <p:grpSpPr>
          <a:xfrm>
            <a:off x="2194939" y="2221307"/>
            <a:ext cx="353587" cy="353587"/>
            <a:chOff x="-34776500" y="2631825"/>
            <a:chExt cx="291450" cy="291450"/>
          </a:xfrm>
        </p:grpSpPr>
        <p:sp>
          <p:nvSpPr>
            <p:cNvPr id="9787" name="Google Shape;9787;p77"/>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7"/>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7"/>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7"/>
          <p:cNvGrpSpPr/>
          <p:nvPr/>
        </p:nvGrpSpPr>
        <p:grpSpPr>
          <a:xfrm>
            <a:off x="853628" y="2685160"/>
            <a:ext cx="354527" cy="358349"/>
            <a:chOff x="-32956300" y="1915900"/>
            <a:chExt cx="292225" cy="295375"/>
          </a:xfrm>
        </p:grpSpPr>
        <p:sp>
          <p:nvSpPr>
            <p:cNvPr id="9791" name="Google Shape;9791;p7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3" name="Google Shape;9793;p77"/>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7"/>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77"/>
          <p:cNvGrpSpPr/>
          <p:nvPr/>
        </p:nvGrpSpPr>
        <p:grpSpPr>
          <a:xfrm>
            <a:off x="3081101" y="2687555"/>
            <a:ext cx="356438" cy="353557"/>
            <a:chOff x="-31166825" y="1939525"/>
            <a:chExt cx="293800" cy="291425"/>
          </a:xfrm>
        </p:grpSpPr>
        <p:sp>
          <p:nvSpPr>
            <p:cNvPr id="9796" name="Google Shape;9796;p77"/>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7"/>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7"/>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7"/>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7"/>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7"/>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7"/>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7"/>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7"/>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7"/>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7"/>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7"/>
          <p:cNvGrpSpPr/>
          <p:nvPr/>
        </p:nvGrpSpPr>
        <p:grpSpPr>
          <a:xfrm>
            <a:off x="3082057" y="3155482"/>
            <a:ext cx="354527" cy="354133"/>
            <a:chOff x="-31165250" y="2298675"/>
            <a:chExt cx="292225" cy="291900"/>
          </a:xfrm>
        </p:grpSpPr>
        <p:sp>
          <p:nvSpPr>
            <p:cNvPr id="9808" name="Google Shape;9808;p77"/>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7"/>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7"/>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77"/>
          <p:cNvGrpSpPr/>
          <p:nvPr/>
        </p:nvGrpSpPr>
        <p:grpSpPr>
          <a:xfrm>
            <a:off x="3082542" y="3616136"/>
            <a:ext cx="353557" cy="353557"/>
            <a:chOff x="-31164450" y="2657050"/>
            <a:chExt cx="291425" cy="291425"/>
          </a:xfrm>
        </p:grpSpPr>
        <p:sp>
          <p:nvSpPr>
            <p:cNvPr id="9812" name="Google Shape;9812;p77"/>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7"/>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7"/>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7"/>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6" name="Google Shape;9816;p77"/>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7" name="Google Shape;9817;p77"/>
          <p:cNvGrpSpPr/>
          <p:nvPr/>
        </p:nvGrpSpPr>
        <p:grpSpPr>
          <a:xfrm>
            <a:off x="2632987" y="1307366"/>
            <a:ext cx="358349" cy="354285"/>
            <a:chOff x="-34421275" y="1912725"/>
            <a:chExt cx="295375" cy="292025"/>
          </a:xfrm>
        </p:grpSpPr>
        <p:sp>
          <p:nvSpPr>
            <p:cNvPr id="9818" name="Google Shape;9818;p77"/>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7"/>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77"/>
          <p:cNvGrpSpPr/>
          <p:nvPr/>
        </p:nvGrpSpPr>
        <p:grpSpPr>
          <a:xfrm>
            <a:off x="2632032" y="1765280"/>
            <a:ext cx="360260" cy="355498"/>
            <a:chOff x="-34418125" y="2271100"/>
            <a:chExt cx="296950" cy="293025"/>
          </a:xfrm>
        </p:grpSpPr>
        <p:sp>
          <p:nvSpPr>
            <p:cNvPr id="9821" name="Google Shape;9821;p77"/>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7"/>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7"/>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7"/>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7"/>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7"/>
          <p:cNvGrpSpPr/>
          <p:nvPr/>
        </p:nvGrpSpPr>
        <p:grpSpPr>
          <a:xfrm>
            <a:off x="2632987" y="2221307"/>
            <a:ext cx="358349" cy="353587"/>
            <a:chOff x="-34421275" y="2631050"/>
            <a:chExt cx="295375" cy="291450"/>
          </a:xfrm>
        </p:grpSpPr>
        <p:sp>
          <p:nvSpPr>
            <p:cNvPr id="9827" name="Google Shape;9827;p77"/>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7"/>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7"/>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7"/>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1" name="Google Shape;9831;p77"/>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7"/>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7"/>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4" name="Google Shape;9834;p77"/>
          <p:cNvGrpSpPr/>
          <p:nvPr/>
        </p:nvGrpSpPr>
        <p:grpSpPr>
          <a:xfrm>
            <a:off x="3537620" y="2688025"/>
            <a:ext cx="353587" cy="352617"/>
            <a:chOff x="-30805300" y="1938725"/>
            <a:chExt cx="291450" cy="290650"/>
          </a:xfrm>
        </p:grpSpPr>
        <p:sp>
          <p:nvSpPr>
            <p:cNvPr id="9835" name="Google Shape;9835;p77"/>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7"/>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7"/>
          <p:cNvGrpSpPr/>
          <p:nvPr/>
        </p:nvGrpSpPr>
        <p:grpSpPr>
          <a:xfrm>
            <a:off x="3538105" y="3155952"/>
            <a:ext cx="352617" cy="353193"/>
            <a:chOff x="-30805300" y="2298675"/>
            <a:chExt cx="290650" cy="291125"/>
          </a:xfrm>
        </p:grpSpPr>
        <p:sp>
          <p:nvSpPr>
            <p:cNvPr id="9838" name="Google Shape;9838;p77"/>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7"/>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7"/>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7"/>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77"/>
          <p:cNvGrpSpPr/>
          <p:nvPr/>
        </p:nvGrpSpPr>
        <p:grpSpPr>
          <a:xfrm>
            <a:off x="3537635" y="3616136"/>
            <a:ext cx="353557" cy="353557"/>
            <a:chOff x="-30806075" y="2657050"/>
            <a:chExt cx="291425" cy="291425"/>
          </a:xfrm>
        </p:grpSpPr>
        <p:sp>
          <p:nvSpPr>
            <p:cNvPr id="9843" name="Google Shape;9843;p77"/>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7"/>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7"/>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77"/>
          <p:cNvGrpSpPr/>
          <p:nvPr/>
        </p:nvGrpSpPr>
        <p:grpSpPr>
          <a:xfrm>
            <a:off x="2639681" y="4073943"/>
            <a:ext cx="353557" cy="353557"/>
            <a:chOff x="-30064925" y="2332550"/>
            <a:chExt cx="291425" cy="291425"/>
          </a:xfrm>
        </p:grpSpPr>
        <p:sp>
          <p:nvSpPr>
            <p:cNvPr id="9847" name="Google Shape;9847;p77"/>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7"/>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7"/>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77"/>
          <p:cNvGrpSpPr/>
          <p:nvPr/>
        </p:nvGrpSpPr>
        <p:grpSpPr>
          <a:xfrm>
            <a:off x="3983068" y="2683443"/>
            <a:ext cx="348855" cy="347879"/>
            <a:chOff x="2821450" y="2957850"/>
            <a:chExt cx="259275" cy="258550"/>
          </a:xfrm>
        </p:grpSpPr>
        <p:sp>
          <p:nvSpPr>
            <p:cNvPr id="9851" name="Google Shape;9851;p77"/>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7"/>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7"/>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854" name="Google Shape;9854;p77"/>
          <p:cNvGrpSpPr/>
          <p:nvPr/>
        </p:nvGrpSpPr>
        <p:grpSpPr>
          <a:xfrm>
            <a:off x="4858100" y="1304461"/>
            <a:ext cx="361090" cy="361090"/>
            <a:chOff x="-57970450" y="1903275"/>
            <a:chExt cx="318225" cy="318225"/>
          </a:xfrm>
        </p:grpSpPr>
        <p:sp>
          <p:nvSpPr>
            <p:cNvPr id="9855" name="Google Shape;9855;p7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77"/>
          <p:cNvGrpSpPr/>
          <p:nvPr/>
        </p:nvGrpSpPr>
        <p:grpSpPr>
          <a:xfrm>
            <a:off x="4880000" y="1780418"/>
            <a:ext cx="317290" cy="359303"/>
            <a:chOff x="-57950750" y="2296300"/>
            <a:chExt cx="279625" cy="316650"/>
          </a:xfrm>
        </p:grpSpPr>
        <p:sp>
          <p:nvSpPr>
            <p:cNvPr id="9860" name="Google Shape;9860;p7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77"/>
          <p:cNvGrpSpPr/>
          <p:nvPr/>
        </p:nvGrpSpPr>
        <p:grpSpPr>
          <a:xfrm>
            <a:off x="4858214" y="2232094"/>
            <a:ext cx="360863" cy="360211"/>
            <a:chOff x="-57969675" y="2687750"/>
            <a:chExt cx="318025" cy="317450"/>
          </a:xfrm>
        </p:grpSpPr>
        <p:sp>
          <p:nvSpPr>
            <p:cNvPr id="9865" name="Google Shape;9865;p7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77"/>
          <p:cNvGrpSpPr/>
          <p:nvPr/>
        </p:nvGrpSpPr>
        <p:grpSpPr>
          <a:xfrm>
            <a:off x="7067397" y="1304461"/>
            <a:ext cx="363785" cy="361090"/>
            <a:chOff x="-56012425" y="1903275"/>
            <a:chExt cx="320600" cy="318225"/>
          </a:xfrm>
        </p:grpSpPr>
        <p:sp>
          <p:nvSpPr>
            <p:cNvPr id="9870" name="Google Shape;9870;p7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77"/>
          <p:cNvGrpSpPr/>
          <p:nvPr/>
        </p:nvGrpSpPr>
        <p:grpSpPr>
          <a:xfrm>
            <a:off x="7068290" y="1778631"/>
            <a:ext cx="361998" cy="361998"/>
            <a:chOff x="-56010850" y="2294725"/>
            <a:chExt cx="319025" cy="319025"/>
          </a:xfrm>
        </p:grpSpPr>
        <p:sp>
          <p:nvSpPr>
            <p:cNvPr id="9873" name="Google Shape;9873;p7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77"/>
          <p:cNvGrpSpPr/>
          <p:nvPr/>
        </p:nvGrpSpPr>
        <p:grpSpPr>
          <a:xfrm>
            <a:off x="7068305" y="2231215"/>
            <a:ext cx="361969" cy="361090"/>
            <a:chOff x="-56010050" y="2686975"/>
            <a:chExt cx="319000" cy="318225"/>
          </a:xfrm>
        </p:grpSpPr>
        <p:sp>
          <p:nvSpPr>
            <p:cNvPr id="9878" name="Google Shape;9878;p7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7"/>
          <p:cNvGrpSpPr/>
          <p:nvPr/>
        </p:nvGrpSpPr>
        <p:grpSpPr>
          <a:xfrm>
            <a:off x="5753801" y="2684124"/>
            <a:ext cx="361998" cy="361090"/>
            <a:chOff x="-54081175" y="1903275"/>
            <a:chExt cx="319025" cy="318225"/>
          </a:xfrm>
        </p:grpSpPr>
        <p:sp>
          <p:nvSpPr>
            <p:cNvPr id="9883" name="Google Shape;9883;p7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7"/>
          <p:cNvGrpSpPr/>
          <p:nvPr/>
        </p:nvGrpSpPr>
        <p:grpSpPr>
          <a:xfrm>
            <a:off x="5776154" y="3137587"/>
            <a:ext cx="317290" cy="360211"/>
            <a:chOff x="-54063050" y="2296300"/>
            <a:chExt cx="279625" cy="317450"/>
          </a:xfrm>
        </p:grpSpPr>
        <p:sp>
          <p:nvSpPr>
            <p:cNvPr id="9886" name="Google Shape;9886;p7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77"/>
          <p:cNvGrpSpPr/>
          <p:nvPr/>
        </p:nvGrpSpPr>
        <p:grpSpPr>
          <a:xfrm>
            <a:off x="5776154" y="3601649"/>
            <a:ext cx="317290" cy="361033"/>
            <a:chOff x="-54061475" y="2685450"/>
            <a:chExt cx="279625" cy="318175"/>
          </a:xfrm>
        </p:grpSpPr>
        <p:sp>
          <p:nvSpPr>
            <p:cNvPr id="9891" name="Google Shape;9891;p7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7"/>
          <p:cNvGrpSpPr/>
          <p:nvPr/>
        </p:nvGrpSpPr>
        <p:grpSpPr>
          <a:xfrm>
            <a:off x="8029690" y="2693967"/>
            <a:ext cx="275278" cy="361969"/>
            <a:chOff x="-52074300" y="1911950"/>
            <a:chExt cx="242600" cy="319000"/>
          </a:xfrm>
        </p:grpSpPr>
        <p:sp>
          <p:nvSpPr>
            <p:cNvPr id="9896" name="Google Shape;9896;p7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7"/>
          <p:cNvGrpSpPr/>
          <p:nvPr/>
        </p:nvGrpSpPr>
        <p:grpSpPr>
          <a:xfrm>
            <a:off x="5287689" y="1305369"/>
            <a:ext cx="361998" cy="361090"/>
            <a:chOff x="-57578225" y="1904075"/>
            <a:chExt cx="319025" cy="318225"/>
          </a:xfrm>
        </p:grpSpPr>
        <p:sp>
          <p:nvSpPr>
            <p:cNvPr id="9901" name="Google Shape;9901;p7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77"/>
          <p:cNvGrpSpPr/>
          <p:nvPr/>
        </p:nvGrpSpPr>
        <p:grpSpPr>
          <a:xfrm>
            <a:off x="5310042" y="1778631"/>
            <a:ext cx="317290" cy="361090"/>
            <a:chOff x="-57558525" y="2294725"/>
            <a:chExt cx="279625" cy="318225"/>
          </a:xfrm>
        </p:grpSpPr>
        <p:sp>
          <p:nvSpPr>
            <p:cNvPr id="9906" name="Google Shape;9906;p7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77"/>
          <p:cNvGrpSpPr/>
          <p:nvPr/>
        </p:nvGrpSpPr>
        <p:grpSpPr>
          <a:xfrm>
            <a:off x="5285901" y="2231215"/>
            <a:ext cx="365572" cy="361969"/>
            <a:chOff x="-57579800" y="2686975"/>
            <a:chExt cx="322175" cy="319000"/>
          </a:xfrm>
        </p:grpSpPr>
        <p:sp>
          <p:nvSpPr>
            <p:cNvPr id="9912" name="Google Shape;9912;p7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7"/>
          <p:cNvGrpSpPr/>
          <p:nvPr/>
        </p:nvGrpSpPr>
        <p:grpSpPr>
          <a:xfrm>
            <a:off x="7510682" y="1778631"/>
            <a:ext cx="367359" cy="361090"/>
            <a:chOff x="-55620975" y="2294725"/>
            <a:chExt cx="323750" cy="318225"/>
          </a:xfrm>
        </p:grpSpPr>
        <p:sp>
          <p:nvSpPr>
            <p:cNvPr id="9915" name="Google Shape;9915;p7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77"/>
          <p:cNvGrpSpPr/>
          <p:nvPr/>
        </p:nvGrpSpPr>
        <p:grpSpPr>
          <a:xfrm>
            <a:off x="7512923" y="2231130"/>
            <a:ext cx="362877" cy="361175"/>
            <a:chOff x="-55620175" y="2686900"/>
            <a:chExt cx="319800" cy="318300"/>
          </a:xfrm>
        </p:grpSpPr>
        <p:sp>
          <p:nvSpPr>
            <p:cNvPr id="9922" name="Google Shape;9922;p7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77"/>
          <p:cNvGrpSpPr/>
          <p:nvPr/>
        </p:nvGrpSpPr>
        <p:grpSpPr>
          <a:xfrm>
            <a:off x="6198887" y="2684124"/>
            <a:ext cx="361969" cy="361090"/>
            <a:chOff x="-53690500" y="1903275"/>
            <a:chExt cx="319000" cy="318225"/>
          </a:xfrm>
        </p:grpSpPr>
        <p:sp>
          <p:nvSpPr>
            <p:cNvPr id="9927" name="Google Shape;9927;p7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77"/>
          <p:cNvGrpSpPr/>
          <p:nvPr/>
        </p:nvGrpSpPr>
        <p:grpSpPr>
          <a:xfrm>
            <a:off x="6221226" y="3137587"/>
            <a:ext cx="317290" cy="359303"/>
            <a:chOff x="-53670800" y="2296300"/>
            <a:chExt cx="279625" cy="316650"/>
          </a:xfrm>
        </p:grpSpPr>
        <p:sp>
          <p:nvSpPr>
            <p:cNvPr id="9932" name="Google Shape;9932;p7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77"/>
          <p:cNvGrpSpPr/>
          <p:nvPr/>
        </p:nvGrpSpPr>
        <p:grpSpPr>
          <a:xfrm>
            <a:off x="6198887" y="3602925"/>
            <a:ext cx="361969" cy="361544"/>
            <a:chOff x="-53690500" y="2686575"/>
            <a:chExt cx="319000" cy="318625"/>
          </a:xfrm>
        </p:grpSpPr>
        <p:sp>
          <p:nvSpPr>
            <p:cNvPr id="9937" name="Google Shape;9937;p7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77"/>
          <p:cNvGrpSpPr/>
          <p:nvPr/>
        </p:nvGrpSpPr>
        <p:grpSpPr>
          <a:xfrm>
            <a:off x="8008669" y="3145785"/>
            <a:ext cx="317319" cy="360948"/>
            <a:chOff x="-52092425" y="2303525"/>
            <a:chExt cx="279650" cy="318100"/>
          </a:xfrm>
        </p:grpSpPr>
        <p:sp>
          <p:nvSpPr>
            <p:cNvPr id="9942" name="Google Shape;9942;p7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77"/>
          <p:cNvGrpSpPr/>
          <p:nvPr/>
        </p:nvGrpSpPr>
        <p:grpSpPr>
          <a:xfrm>
            <a:off x="5727728" y="1306249"/>
            <a:ext cx="363756" cy="361090"/>
            <a:chOff x="-57189125" y="1904850"/>
            <a:chExt cx="320575" cy="318225"/>
          </a:xfrm>
        </p:grpSpPr>
        <p:sp>
          <p:nvSpPr>
            <p:cNvPr id="9948" name="Google Shape;9948;p7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77"/>
          <p:cNvGrpSpPr/>
          <p:nvPr/>
        </p:nvGrpSpPr>
        <p:grpSpPr>
          <a:xfrm>
            <a:off x="5728621" y="1800985"/>
            <a:ext cx="361969" cy="316411"/>
            <a:chOff x="-57187550" y="2314425"/>
            <a:chExt cx="319000" cy="278850"/>
          </a:xfrm>
        </p:grpSpPr>
        <p:sp>
          <p:nvSpPr>
            <p:cNvPr id="9954" name="Google Shape;9954;p7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7"/>
          <p:cNvGrpSpPr/>
          <p:nvPr/>
        </p:nvGrpSpPr>
        <p:grpSpPr>
          <a:xfrm>
            <a:off x="5745585" y="2230534"/>
            <a:ext cx="328042" cy="361771"/>
            <a:chOff x="-57172600" y="2686375"/>
            <a:chExt cx="289100" cy="318825"/>
          </a:xfrm>
        </p:grpSpPr>
        <p:sp>
          <p:nvSpPr>
            <p:cNvPr id="9959" name="Google Shape;9959;p7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77"/>
          <p:cNvGrpSpPr/>
          <p:nvPr/>
        </p:nvGrpSpPr>
        <p:grpSpPr>
          <a:xfrm>
            <a:off x="7958434" y="1304461"/>
            <a:ext cx="361090" cy="359303"/>
            <a:chOff x="-55225575" y="1903275"/>
            <a:chExt cx="318225" cy="316650"/>
          </a:xfrm>
        </p:grpSpPr>
        <p:sp>
          <p:nvSpPr>
            <p:cNvPr id="9962" name="Google Shape;9962;p7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77"/>
          <p:cNvGrpSpPr/>
          <p:nvPr/>
        </p:nvGrpSpPr>
        <p:grpSpPr>
          <a:xfrm>
            <a:off x="7969611" y="1780418"/>
            <a:ext cx="338736" cy="359303"/>
            <a:chOff x="-55217700" y="2296300"/>
            <a:chExt cx="298525" cy="316650"/>
          </a:xfrm>
        </p:grpSpPr>
        <p:sp>
          <p:nvSpPr>
            <p:cNvPr id="9968" name="Google Shape;9968;p7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7"/>
          <p:cNvGrpSpPr/>
          <p:nvPr/>
        </p:nvGrpSpPr>
        <p:grpSpPr>
          <a:xfrm>
            <a:off x="7957541" y="2233002"/>
            <a:ext cx="362877" cy="359303"/>
            <a:chOff x="-55229525" y="2688550"/>
            <a:chExt cx="319800" cy="316650"/>
          </a:xfrm>
        </p:grpSpPr>
        <p:sp>
          <p:nvSpPr>
            <p:cNvPr id="9973" name="Google Shape;9973;p7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7"/>
          <p:cNvGrpSpPr/>
          <p:nvPr/>
        </p:nvGrpSpPr>
        <p:grpSpPr>
          <a:xfrm>
            <a:off x="6653760" y="2684124"/>
            <a:ext cx="338765" cy="361090"/>
            <a:chOff x="-53288825" y="1903275"/>
            <a:chExt cx="298550" cy="318225"/>
          </a:xfrm>
        </p:grpSpPr>
        <p:sp>
          <p:nvSpPr>
            <p:cNvPr id="9978" name="Google Shape;9978;p7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77"/>
          <p:cNvGrpSpPr/>
          <p:nvPr/>
        </p:nvGrpSpPr>
        <p:grpSpPr>
          <a:xfrm>
            <a:off x="6642143" y="3135800"/>
            <a:ext cx="361998" cy="361090"/>
            <a:chOff x="-53299850" y="2294725"/>
            <a:chExt cx="319025" cy="318225"/>
          </a:xfrm>
        </p:grpSpPr>
        <p:sp>
          <p:nvSpPr>
            <p:cNvPr id="9982" name="Google Shape;9982;p7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7"/>
          <p:cNvGrpSpPr/>
          <p:nvPr/>
        </p:nvGrpSpPr>
        <p:grpSpPr>
          <a:xfrm>
            <a:off x="6664936" y="3604259"/>
            <a:ext cx="316411" cy="360211"/>
            <a:chOff x="-53278575" y="2687750"/>
            <a:chExt cx="278850" cy="317450"/>
          </a:xfrm>
        </p:grpSpPr>
        <p:sp>
          <p:nvSpPr>
            <p:cNvPr id="9985" name="Google Shape;9985;p7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77"/>
          <p:cNvGrpSpPr/>
          <p:nvPr/>
        </p:nvGrpSpPr>
        <p:grpSpPr>
          <a:xfrm>
            <a:off x="7986330" y="3603947"/>
            <a:ext cx="361998" cy="362310"/>
            <a:chOff x="-52101875" y="2687475"/>
            <a:chExt cx="319025" cy="319300"/>
          </a:xfrm>
        </p:grpSpPr>
        <p:sp>
          <p:nvSpPr>
            <p:cNvPr id="9990" name="Google Shape;9990;p7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77"/>
          <p:cNvGrpSpPr/>
          <p:nvPr/>
        </p:nvGrpSpPr>
        <p:grpSpPr>
          <a:xfrm>
            <a:off x="6201079" y="1305369"/>
            <a:ext cx="317290" cy="361090"/>
            <a:chOff x="-56774050" y="1904075"/>
            <a:chExt cx="279625" cy="318225"/>
          </a:xfrm>
        </p:grpSpPr>
        <p:sp>
          <p:nvSpPr>
            <p:cNvPr id="9995" name="Google Shape;9995;p7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77"/>
          <p:cNvGrpSpPr/>
          <p:nvPr/>
        </p:nvGrpSpPr>
        <p:grpSpPr>
          <a:xfrm>
            <a:off x="6201079" y="1778631"/>
            <a:ext cx="317290" cy="361090"/>
            <a:chOff x="-56774850" y="2294725"/>
            <a:chExt cx="279625" cy="318225"/>
          </a:xfrm>
        </p:grpSpPr>
        <p:sp>
          <p:nvSpPr>
            <p:cNvPr id="9998" name="Google Shape;9998;p7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7"/>
          <p:cNvGrpSpPr/>
          <p:nvPr/>
        </p:nvGrpSpPr>
        <p:grpSpPr>
          <a:xfrm>
            <a:off x="6222086" y="2231215"/>
            <a:ext cx="275278" cy="360182"/>
            <a:chOff x="-56756725" y="2686975"/>
            <a:chExt cx="242600" cy="317425"/>
          </a:xfrm>
        </p:grpSpPr>
        <p:sp>
          <p:nvSpPr>
            <p:cNvPr id="10002" name="Google Shape;10002;p7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77"/>
          <p:cNvGrpSpPr/>
          <p:nvPr/>
        </p:nvGrpSpPr>
        <p:grpSpPr>
          <a:xfrm>
            <a:off x="4870518" y="2684124"/>
            <a:ext cx="337346" cy="361998"/>
            <a:chOff x="-54826975" y="1903275"/>
            <a:chExt cx="297300" cy="319025"/>
          </a:xfrm>
        </p:grpSpPr>
        <p:sp>
          <p:nvSpPr>
            <p:cNvPr id="10006" name="Google Shape;10006;p7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77"/>
          <p:cNvGrpSpPr/>
          <p:nvPr/>
        </p:nvGrpSpPr>
        <p:grpSpPr>
          <a:xfrm>
            <a:off x="4858206" y="3137587"/>
            <a:ext cx="361969" cy="359274"/>
            <a:chOff x="-54836500" y="2296300"/>
            <a:chExt cx="319000" cy="316625"/>
          </a:xfrm>
        </p:grpSpPr>
        <p:sp>
          <p:nvSpPr>
            <p:cNvPr id="10010" name="Google Shape;10010;p7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77"/>
          <p:cNvGrpSpPr/>
          <p:nvPr/>
        </p:nvGrpSpPr>
        <p:grpSpPr>
          <a:xfrm>
            <a:off x="4879652" y="3604259"/>
            <a:ext cx="319078" cy="361090"/>
            <a:chOff x="-54817600" y="2687750"/>
            <a:chExt cx="281200" cy="318225"/>
          </a:xfrm>
        </p:grpSpPr>
        <p:sp>
          <p:nvSpPr>
            <p:cNvPr id="10015" name="Google Shape;10015;p7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77"/>
          <p:cNvGrpSpPr/>
          <p:nvPr/>
        </p:nvGrpSpPr>
        <p:grpSpPr>
          <a:xfrm>
            <a:off x="7110476" y="2684124"/>
            <a:ext cx="317290" cy="359303"/>
            <a:chOff x="-52887125" y="1903275"/>
            <a:chExt cx="279625" cy="316650"/>
          </a:xfrm>
        </p:grpSpPr>
        <p:sp>
          <p:nvSpPr>
            <p:cNvPr id="10020" name="Google Shape;10020;p7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77"/>
          <p:cNvGrpSpPr/>
          <p:nvPr/>
        </p:nvGrpSpPr>
        <p:grpSpPr>
          <a:xfrm>
            <a:off x="7089030" y="3134920"/>
            <a:ext cx="360182" cy="361969"/>
            <a:chOff x="-52906025" y="2293950"/>
            <a:chExt cx="317425" cy="319000"/>
          </a:xfrm>
        </p:grpSpPr>
        <p:sp>
          <p:nvSpPr>
            <p:cNvPr id="10023" name="Google Shape;10023;p7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7"/>
          <p:cNvGrpSpPr/>
          <p:nvPr/>
        </p:nvGrpSpPr>
        <p:grpSpPr>
          <a:xfrm>
            <a:off x="7110476" y="3603379"/>
            <a:ext cx="317290" cy="361090"/>
            <a:chOff x="-52887125" y="2686975"/>
            <a:chExt cx="279625" cy="318225"/>
          </a:xfrm>
        </p:grpSpPr>
        <p:sp>
          <p:nvSpPr>
            <p:cNvPr id="10027" name="Google Shape;10027;p7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77"/>
          <p:cNvGrpSpPr/>
          <p:nvPr/>
        </p:nvGrpSpPr>
        <p:grpSpPr>
          <a:xfrm>
            <a:off x="6220848" y="4062998"/>
            <a:ext cx="318170" cy="359303"/>
            <a:chOff x="-51722225" y="1915100"/>
            <a:chExt cx="280400" cy="316650"/>
          </a:xfrm>
        </p:grpSpPr>
        <p:sp>
          <p:nvSpPr>
            <p:cNvPr id="10032" name="Google Shape;10032;p7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7"/>
          <p:cNvGrpSpPr/>
          <p:nvPr/>
        </p:nvGrpSpPr>
        <p:grpSpPr>
          <a:xfrm>
            <a:off x="6616678" y="1303695"/>
            <a:ext cx="370905" cy="360976"/>
            <a:chOff x="-56407800" y="1902600"/>
            <a:chExt cx="326875" cy="318125"/>
          </a:xfrm>
        </p:grpSpPr>
        <p:sp>
          <p:nvSpPr>
            <p:cNvPr id="10037" name="Google Shape;10037;p7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7"/>
          <p:cNvGrpSpPr/>
          <p:nvPr/>
        </p:nvGrpSpPr>
        <p:grpSpPr>
          <a:xfrm>
            <a:off x="6622479" y="1790262"/>
            <a:ext cx="359303" cy="338736"/>
            <a:chOff x="-56401500" y="2304975"/>
            <a:chExt cx="316650" cy="298525"/>
          </a:xfrm>
        </p:grpSpPr>
        <p:sp>
          <p:nvSpPr>
            <p:cNvPr id="10041" name="Google Shape;10041;p7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77"/>
          <p:cNvGrpSpPr/>
          <p:nvPr/>
        </p:nvGrpSpPr>
        <p:grpSpPr>
          <a:xfrm>
            <a:off x="5328863" y="2682337"/>
            <a:ext cx="319985" cy="361090"/>
            <a:chOff x="-54426150" y="1901700"/>
            <a:chExt cx="282000" cy="318225"/>
          </a:xfrm>
        </p:grpSpPr>
        <p:sp>
          <p:nvSpPr>
            <p:cNvPr id="10046" name="Google Shape;10046;p7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77"/>
          <p:cNvGrpSpPr/>
          <p:nvPr/>
        </p:nvGrpSpPr>
        <p:grpSpPr>
          <a:xfrm>
            <a:off x="5328863" y="3135800"/>
            <a:ext cx="319985" cy="361998"/>
            <a:chOff x="-54426150" y="2294725"/>
            <a:chExt cx="282000" cy="319025"/>
          </a:xfrm>
        </p:grpSpPr>
        <p:sp>
          <p:nvSpPr>
            <p:cNvPr id="10051" name="Google Shape;10051;p7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7"/>
          <p:cNvGrpSpPr/>
          <p:nvPr/>
        </p:nvGrpSpPr>
        <p:grpSpPr>
          <a:xfrm>
            <a:off x="5327076" y="3603379"/>
            <a:ext cx="323560" cy="361969"/>
            <a:chOff x="-54427725" y="2686975"/>
            <a:chExt cx="285150" cy="319000"/>
          </a:xfrm>
        </p:grpSpPr>
        <p:sp>
          <p:nvSpPr>
            <p:cNvPr id="10057" name="Google Shape;10057;p7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7"/>
          <p:cNvGrpSpPr/>
          <p:nvPr/>
        </p:nvGrpSpPr>
        <p:grpSpPr>
          <a:xfrm>
            <a:off x="7533634" y="2684351"/>
            <a:ext cx="359303" cy="359984"/>
            <a:chOff x="-52513800" y="1903475"/>
            <a:chExt cx="316650" cy="317250"/>
          </a:xfrm>
        </p:grpSpPr>
        <p:sp>
          <p:nvSpPr>
            <p:cNvPr id="10063" name="Google Shape;10063;p7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77"/>
          <p:cNvGrpSpPr/>
          <p:nvPr/>
        </p:nvGrpSpPr>
        <p:grpSpPr>
          <a:xfrm>
            <a:off x="7543464" y="3136708"/>
            <a:ext cx="339644" cy="360182"/>
            <a:chOff x="-52505925" y="2295525"/>
            <a:chExt cx="299325" cy="317425"/>
          </a:xfrm>
        </p:grpSpPr>
        <p:sp>
          <p:nvSpPr>
            <p:cNvPr id="10066" name="Google Shape;10066;p7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77"/>
          <p:cNvGrpSpPr/>
          <p:nvPr/>
        </p:nvGrpSpPr>
        <p:grpSpPr>
          <a:xfrm>
            <a:off x="7554641" y="3603379"/>
            <a:ext cx="317290" cy="361090"/>
            <a:chOff x="-52494100" y="2686975"/>
            <a:chExt cx="279625" cy="318225"/>
          </a:xfrm>
        </p:grpSpPr>
        <p:sp>
          <p:nvSpPr>
            <p:cNvPr id="10071" name="Google Shape;10071;p7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77"/>
          <p:cNvGrpSpPr/>
          <p:nvPr/>
        </p:nvGrpSpPr>
        <p:grpSpPr>
          <a:xfrm>
            <a:off x="6665412" y="4064322"/>
            <a:ext cx="315503" cy="361090"/>
            <a:chOff x="-51708850" y="2305750"/>
            <a:chExt cx="278050" cy="318225"/>
          </a:xfrm>
        </p:grpSpPr>
        <p:sp>
          <p:nvSpPr>
            <p:cNvPr id="10076" name="Google Shape;10076;p7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77"/>
          <p:cNvGrpSpPr/>
          <p:nvPr/>
        </p:nvGrpSpPr>
        <p:grpSpPr>
          <a:xfrm>
            <a:off x="7536807" y="1306109"/>
            <a:ext cx="319089" cy="362073"/>
            <a:chOff x="1044400" y="2917425"/>
            <a:chExt cx="248125" cy="281550"/>
          </a:xfrm>
        </p:grpSpPr>
        <p:sp>
          <p:nvSpPr>
            <p:cNvPr id="10080" name="Google Shape;10080;p7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085" name="Google Shape;10085;p7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086" name="Google Shape;10086;p7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087" name="Google Shape;10087;p77"/>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7"/>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9" name="Google Shape;10089;p77"/>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93" name="Shape 10093"/>
        <p:cNvGrpSpPr/>
        <p:nvPr/>
      </p:nvGrpSpPr>
      <p:grpSpPr>
        <a:xfrm>
          <a:off x="0" y="0"/>
          <a:ext cx="0" cy="0"/>
          <a:chOff x="0" y="0"/>
          <a:chExt cx="0" cy="0"/>
        </a:xfrm>
      </p:grpSpPr>
      <p:sp>
        <p:nvSpPr>
          <p:cNvPr id="10094" name="Google Shape;10094;p78"/>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095" name="Google Shape;10095;p78"/>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096" name="Google Shape;10096;p78"/>
          <p:cNvGrpSpPr/>
          <p:nvPr/>
        </p:nvGrpSpPr>
        <p:grpSpPr>
          <a:xfrm>
            <a:off x="889109" y="1303003"/>
            <a:ext cx="278288" cy="357036"/>
            <a:chOff x="-50489600" y="1947400"/>
            <a:chExt cx="233150" cy="299125"/>
          </a:xfrm>
        </p:grpSpPr>
        <p:sp>
          <p:nvSpPr>
            <p:cNvPr id="10097" name="Google Shape;10097;p7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78"/>
          <p:cNvGrpSpPr/>
          <p:nvPr/>
        </p:nvGrpSpPr>
        <p:grpSpPr>
          <a:xfrm>
            <a:off x="849616" y="1757960"/>
            <a:ext cx="357274" cy="358199"/>
            <a:chOff x="-50523475" y="2316000"/>
            <a:chExt cx="299325" cy="300100"/>
          </a:xfrm>
        </p:grpSpPr>
        <p:sp>
          <p:nvSpPr>
            <p:cNvPr id="10100" name="Google Shape;10100;p7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8"/>
          <p:cNvGrpSpPr/>
          <p:nvPr/>
        </p:nvGrpSpPr>
        <p:grpSpPr>
          <a:xfrm>
            <a:off x="848213" y="2207269"/>
            <a:ext cx="360079" cy="357304"/>
            <a:chOff x="-50524250" y="2686150"/>
            <a:chExt cx="301675" cy="299350"/>
          </a:xfrm>
        </p:grpSpPr>
        <p:sp>
          <p:nvSpPr>
            <p:cNvPr id="10103" name="Google Shape;10103;p7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78"/>
          <p:cNvGrpSpPr/>
          <p:nvPr/>
        </p:nvGrpSpPr>
        <p:grpSpPr>
          <a:xfrm>
            <a:off x="3070976" y="1333082"/>
            <a:ext cx="358199" cy="359154"/>
            <a:chOff x="-48633950" y="1972600"/>
            <a:chExt cx="300100" cy="300900"/>
          </a:xfrm>
        </p:grpSpPr>
        <p:sp>
          <p:nvSpPr>
            <p:cNvPr id="10110" name="Google Shape;10110;p7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8"/>
          <p:cNvGrpSpPr/>
          <p:nvPr/>
        </p:nvGrpSpPr>
        <p:grpSpPr>
          <a:xfrm>
            <a:off x="3071439" y="2237377"/>
            <a:ext cx="357274" cy="357274"/>
            <a:chOff x="-48633175" y="2711375"/>
            <a:chExt cx="299325" cy="299325"/>
          </a:xfrm>
        </p:grpSpPr>
        <p:sp>
          <p:nvSpPr>
            <p:cNvPr id="10113" name="Google Shape;10113;p7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8"/>
          <p:cNvGrpSpPr/>
          <p:nvPr/>
        </p:nvGrpSpPr>
        <p:grpSpPr>
          <a:xfrm>
            <a:off x="1757928" y="2689329"/>
            <a:ext cx="314006" cy="358229"/>
            <a:chOff x="-46753100" y="1965500"/>
            <a:chExt cx="263075" cy="300125"/>
          </a:xfrm>
        </p:grpSpPr>
        <p:sp>
          <p:nvSpPr>
            <p:cNvPr id="10116" name="Google Shape;10116;p7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78"/>
          <p:cNvGrpSpPr/>
          <p:nvPr/>
        </p:nvGrpSpPr>
        <p:grpSpPr>
          <a:xfrm>
            <a:off x="1735354" y="3156542"/>
            <a:ext cx="359154" cy="315916"/>
            <a:chOff x="-46772025" y="2350650"/>
            <a:chExt cx="300900" cy="264675"/>
          </a:xfrm>
        </p:grpSpPr>
        <p:sp>
          <p:nvSpPr>
            <p:cNvPr id="10119" name="Google Shape;10119;p7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8"/>
          <p:cNvGrpSpPr/>
          <p:nvPr/>
        </p:nvGrpSpPr>
        <p:grpSpPr>
          <a:xfrm>
            <a:off x="1735354" y="3590820"/>
            <a:ext cx="359154" cy="359154"/>
            <a:chOff x="-46772025" y="2701925"/>
            <a:chExt cx="300900" cy="300900"/>
          </a:xfrm>
        </p:grpSpPr>
        <p:sp>
          <p:nvSpPr>
            <p:cNvPr id="10122" name="Google Shape;10122;p7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4" name="Google Shape;10124;p78"/>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5" name="Google Shape;10125;p78"/>
          <p:cNvGrpSpPr/>
          <p:nvPr/>
        </p:nvGrpSpPr>
        <p:grpSpPr>
          <a:xfrm>
            <a:off x="1293035" y="1303928"/>
            <a:ext cx="358199" cy="359154"/>
            <a:chOff x="-50154075" y="1948175"/>
            <a:chExt cx="300100" cy="300900"/>
          </a:xfrm>
        </p:grpSpPr>
        <p:sp>
          <p:nvSpPr>
            <p:cNvPr id="10126" name="Google Shape;10126;p7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78"/>
          <p:cNvGrpSpPr/>
          <p:nvPr/>
        </p:nvGrpSpPr>
        <p:grpSpPr>
          <a:xfrm>
            <a:off x="1293035" y="1758885"/>
            <a:ext cx="358199" cy="358229"/>
            <a:chOff x="-50154850" y="2316775"/>
            <a:chExt cx="300100" cy="300125"/>
          </a:xfrm>
        </p:grpSpPr>
        <p:sp>
          <p:nvSpPr>
            <p:cNvPr id="10129" name="Google Shape;10129;p7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8"/>
          <p:cNvGrpSpPr/>
          <p:nvPr/>
        </p:nvGrpSpPr>
        <p:grpSpPr>
          <a:xfrm>
            <a:off x="1288813" y="2205896"/>
            <a:ext cx="366644" cy="356558"/>
            <a:chOff x="-50158000" y="2685000"/>
            <a:chExt cx="307175" cy="298725"/>
          </a:xfrm>
        </p:grpSpPr>
        <p:sp>
          <p:nvSpPr>
            <p:cNvPr id="10132" name="Google Shape;10132;p7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78"/>
          <p:cNvGrpSpPr/>
          <p:nvPr/>
        </p:nvGrpSpPr>
        <p:grpSpPr>
          <a:xfrm>
            <a:off x="3070499" y="1788993"/>
            <a:ext cx="359154" cy="361004"/>
            <a:chOff x="-48634750" y="2342000"/>
            <a:chExt cx="300900" cy="302450"/>
          </a:xfrm>
        </p:grpSpPr>
        <p:sp>
          <p:nvSpPr>
            <p:cNvPr id="10135" name="Google Shape;10135;p7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78"/>
          <p:cNvGrpSpPr/>
          <p:nvPr/>
        </p:nvGrpSpPr>
        <p:grpSpPr>
          <a:xfrm>
            <a:off x="3521599" y="1334007"/>
            <a:ext cx="361004" cy="358229"/>
            <a:chOff x="-48266125" y="1973375"/>
            <a:chExt cx="302450" cy="300125"/>
          </a:xfrm>
        </p:grpSpPr>
        <p:sp>
          <p:nvSpPr>
            <p:cNvPr id="10144" name="Google Shape;10144;p7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78"/>
          <p:cNvGrpSpPr/>
          <p:nvPr/>
        </p:nvGrpSpPr>
        <p:grpSpPr>
          <a:xfrm>
            <a:off x="3548844" y="1789769"/>
            <a:ext cx="306516" cy="358349"/>
            <a:chOff x="-48237000" y="2342650"/>
            <a:chExt cx="256800" cy="300225"/>
          </a:xfrm>
        </p:grpSpPr>
        <p:sp>
          <p:nvSpPr>
            <p:cNvPr id="10151" name="Google Shape;10151;p7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78"/>
          <p:cNvGrpSpPr/>
          <p:nvPr/>
        </p:nvGrpSpPr>
        <p:grpSpPr>
          <a:xfrm>
            <a:off x="2180338" y="2690046"/>
            <a:ext cx="361034" cy="355633"/>
            <a:chOff x="-46404975" y="1966100"/>
            <a:chExt cx="302475" cy="297950"/>
          </a:xfrm>
        </p:grpSpPr>
        <p:sp>
          <p:nvSpPr>
            <p:cNvPr id="10155" name="Google Shape;10155;p7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78"/>
          <p:cNvGrpSpPr/>
          <p:nvPr/>
        </p:nvGrpSpPr>
        <p:grpSpPr>
          <a:xfrm>
            <a:off x="2181740" y="3135863"/>
            <a:ext cx="358229" cy="358199"/>
            <a:chOff x="-46401050" y="2333325"/>
            <a:chExt cx="300125" cy="300100"/>
          </a:xfrm>
        </p:grpSpPr>
        <p:sp>
          <p:nvSpPr>
            <p:cNvPr id="10160" name="Google Shape;10160;p7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4" name="Google Shape;10164;p78"/>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5" name="Google Shape;10165;p78"/>
          <p:cNvGrpSpPr/>
          <p:nvPr/>
        </p:nvGrpSpPr>
        <p:grpSpPr>
          <a:xfrm>
            <a:off x="3961830" y="3146218"/>
            <a:ext cx="359154" cy="359124"/>
            <a:chOff x="-44914800" y="2342000"/>
            <a:chExt cx="300900" cy="300875"/>
          </a:xfrm>
        </p:grpSpPr>
        <p:sp>
          <p:nvSpPr>
            <p:cNvPr id="10166" name="Google Shape;10166;p7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9" name="Google Shape;10169;p78"/>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0" name="Google Shape;10170;p78"/>
          <p:cNvGrpSpPr/>
          <p:nvPr/>
        </p:nvGrpSpPr>
        <p:grpSpPr>
          <a:xfrm>
            <a:off x="1735816" y="1758736"/>
            <a:ext cx="359154" cy="357424"/>
            <a:chOff x="-49786250" y="2316650"/>
            <a:chExt cx="300900" cy="299450"/>
          </a:xfrm>
        </p:grpSpPr>
        <p:sp>
          <p:nvSpPr>
            <p:cNvPr id="10171" name="Google Shape;10171;p7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8" name="Google Shape;10178;p78"/>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8"/>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0" name="Google Shape;10180;p78"/>
          <p:cNvGrpSpPr/>
          <p:nvPr/>
        </p:nvGrpSpPr>
        <p:grpSpPr>
          <a:xfrm>
            <a:off x="4033144" y="1788993"/>
            <a:ext cx="230365" cy="359124"/>
            <a:chOff x="-47842400" y="2342000"/>
            <a:chExt cx="193000" cy="300875"/>
          </a:xfrm>
        </p:grpSpPr>
        <p:sp>
          <p:nvSpPr>
            <p:cNvPr id="10181" name="Google Shape;10181;p7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78"/>
          <p:cNvGrpSpPr/>
          <p:nvPr/>
        </p:nvGrpSpPr>
        <p:grpSpPr>
          <a:xfrm>
            <a:off x="3969212" y="2236452"/>
            <a:ext cx="358229" cy="359154"/>
            <a:chOff x="-47896750" y="2710600"/>
            <a:chExt cx="300125" cy="300900"/>
          </a:xfrm>
        </p:grpSpPr>
        <p:sp>
          <p:nvSpPr>
            <p:cNvPr id="10185" name="Google Shape;10185;p7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78"/>
          <p:cNvGrpSpPr/>
          <p:nvPr/>
        </p:nvGrpSpPr>
        <p:grpSpPr>
          <a:xfrm>
            <a:off x="2624852" y="2710009"/>
            <a:ext cx="359154" cy="314991"/>
            <a:chOff x="-46033225" y="1982825"/>
            <a:chExt cx="300900" cy="263900"/>
          </a:xfrm>
        </p:grpSpPr>
        <p:sp>
          <p:nvSpPr>
            <p:cNvPr id="10190" name="Google Shape;10190;p7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78"/>
          <p:cNvGrpSpPr/>
          <p:nvPr/>
        </p:nvGrpSpPr>
        <p:grpSpPr>
          <a:xfrm>
            <a:off x="2621569" y="3137266"/>
            <a:ext cx="365719" cy="326151"/>
            <a:chOff x="-46034000" y="2334500"/>
            <a:chExt cx="306400" cy="273250"/>
          </a:xfrm>
        </p:grpSpPr>
        <p:sp>
          <p:nvSpPr>
            <p:cNvPr id="10194" name="Google Shape;10194;p7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78"/>
          <p:cNvGrpSpPr/>
          <p:nvPr/>
        </p:nvGrpSpPr>
        <p:grpSpPr>
          <a:xfrm>
            <a:off x="2667627" y="3591655"/>
            <a:ext cx="273603" cy="356439"/>
            <a:chOff x="-45998575" y="2702625"/>
            <a:chExt cx="229225" cy="298625"/>
          </a:xfrm>
        </p:grpSpPr>
        <p:sp>
          <p:nvSpPr>
            <p:cNvPr id="10198" name="Google Shape;10198;p7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5" name="Google Shape;10205;p78"/>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8"/>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7" name="Google Shape;10207;p78"/>
          <p:cNvGrpSpPr/>
          <p:nvPr/>
        </p:nvGrpSpPr>
        <p:grpSpPr>
          <a:xfrm>
            <a:off x="2203197" y="2205419"/>
            <a:ext cx="314961" cy="361034"/>
            <a:chOff x="-49398750" y="2684600"/>
            <a:chExt cx="263875" cy="302475"/>
          </a:xfrm>
        </p:grpSpPr>
        <p:sp>
          <p:nvSpPr>
            <p:cNvPr id="10208" name="Google Shape;10208;p7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8"/>
          <p:cNvGrpSpPr/>
          <p:nvPr/>
        </p:nvGrpSpPr>
        <p:grpSpPr>
          <a:xfrm>
            <a:off x="873121" y="2699684"/>
            <a:ext cx="314006" cy="359154"/>
            <a:chOff x="-47509225" y="1974175"/>
            <a:chExt cx="263075" cy="300900"/>
          </a:xfrm>
        </p:grpSpPr>
        <p:sp>
          <p:nvSpPr>
            <p:cNvPr id="10212" name="Google Shape;10212;p7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78"/>
          <p:cNvGrpSpPr/>
          <p:nvPr/>
        </p:nvGrpSpPr>
        <p:grpSpPr>
          <a:xfrm>
            <a:off x="849622" y="3146218"/>
            <a:ext cx="361004" cy="357961"/>
            <a:chOff x="-47529700" y="2342000"/>
            <a:chExt cx="302450" cy="299900"/>
          </a:xfrm>
        </p:grpSpPr>
        <p:sp>
          <p:nvSpPr>
            <p:cNvPr id="10218" name="Google Shape;10218;p7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78"/>
          <p:cNvGrpSpPr/>
          <p:nvPr/>
        </p:nvGrpSpPr>
        <p:grpSpPr>
          <a:xfrm>
            <a:off x="851025" y="3645367"/>
            <a:ext cx="358199" cy="272648"/>
            <a:chOff x="-47527350" y="2747625"/>
            <a:chExt cx="300100" cy="228425"/>
          </a:xfrm>
        </p:grpSpPr>
        <p:sp>
          <p:nvSpPr>
            <p:cNvPr id="10221" name="Google Shape;10221;p7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7" name="Google Shape;10227;p78"/>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8" name="Google Shape;10228;p78"/>
          <p:cNvGrpSpPr/>
          <p:nvPr/>
        </p:nvGrpSpPr>
        <p:grpSpPr>
          <a:xfrm>
            <a:off x="3073924" y="3158422"/>
            <a:ext cx="358229" cy="314961"/>
            <a:chOff x="-45664625" y="2352225"/>
            <a:chExt cx="300125" cy="263875"/>
          </a:xfrm>
        </p:grpSpPr>
        <p:sp>
          <p:nvSpPr>
            <p:cNvPr id="10229" name="Google Shape;10229;p7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78"/>
          <p:cNvGrpSpPr/>
          <p:nvPr/>
        </p:nvGrpSpPr>
        <p:grpSpPr>
          <a:xfrm>
            <a:off x="3073103" y="3592401"/>
            <a:ext cx="359870" cy="357573"/>
            <a:chOff x="-45665400" y="2703250"/>
            <a:chExt cx="301500" cy="299575"/>
          </a:xfrm>
        </p:grpSpPr>
        <p:sp>
          <p:nvSpPr>
            <p:cNvPr id="10237" name="Google Shape;10237;p7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78"/>
          <p:cNvGrpSpPr/>
          <p:nvPr/>
        </p:nvGrpSpPr>
        <p:grpSpPr>
          <a:xfrm>
            <a:off x="2174760" y="4033337"/>
            <a:ext cx="359154" cy="360109"/>
            <a:chOff x="-44528075" y="1982825"/>
            <a:chExt cx="300900" cy="301700"/>
          </a:xfrm>
        </p:grpSpPr>
        <p:sp>
          <p:nvSpPr>
            <p:cNvPr id="10242" name="Google Shape;10242;p7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9" name="Google Shape;10249;p78"/>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0" name="Google Shape;10250;p78"/>
          <p:cNvGrpSpPr/>
          <p:nvPr/>
        </p:nvGrpSpPr>
        <p:grpSpPr>
          <a:xfrm>
            <a:off x="2625923" y="1758885"/>
            <a:ext cx="358199" cy="358229"/>
            <a:chOff x="-49048250" y="2316775"/>
            <a:chExt cx="300100" cy="300125"/>
          </a:xfrm>
        </p:grpSpPr>
        <p:sp>
          <p:nvSpPr>
            <p:cNvPr id="10251" name="Google Shape;10251;p7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5" name="Google Shape;10255;p78"/>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6" name="Google Shape;10256;p78"/>
          <p:cNvGrpSpPr/>
          <p:nvPr/>
        </p:nvGrpSpPr>
        <p:grpSpPr>
          <a:xfrm>
            <a:off x="1290494" y="2699684"/>
            <a:ext cx="360109" cy="358199"/>
            <a:chOff x="-47160325" y="1974175"/>
            <a:chExt cx="301700" cy="300100"/>
          </a:xfrm>
        </p:grpSpPr>
        <p:sp>
          <p:nvSpPr>
            <p:cNvPr id="10257" name="Google Shape;10257;p7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78"/>
          <p:cNvGrpSpPr/>
          <p:nvPr/>
        </p:nvGrpSpPr>
        <p:grpSpPr>
          <a:xfrm>
            <a:off x="1290971" y="3146218"/>
            <a:ext cx="359154" cy="359124"/>
            <a:chOff x="-47159525" y="2342000"/>
            <a:chExt cx="300900" cy="300875"/>
          </a:xfrm>
        </p:grpSpPr>
        <p:sp>
          <p:nvSpPr>
            <p:cNvPr id="10260" name="Google Shape;10260;p7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78"/>
          <p:cNvGrpSpPr/>
          <p:nvPr/>
        </p:nvGrpSpPr>
        <p:grpSpPr>
          <a:xfrm>
            <a:off x="1291448" y="3603054"/>
            <a:ext cx="358199" cy="359154"/>
            <a:chOff x="-47157950" y="2712175"/>
            <a:chExt cx="300100" cy="300900"/>
          </a:xfrm>
        </p:grpSpPr>
        <p:sp>
          <p:nvSpPr>
            <p:cNvPr id="10266" name="Google Shape;10266;p7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3" name="Google Shape;10273;p78"/>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4" name="Google Shape;10274;p78"/>
          <p:cNvGrpSpPr/>
          <p:nvPr/>
        </p:nvGrpSpPr>
        <p:grpSpPr>
          <a:xfrm>
            <a:off x="3535175" y="3135863"/>
            <a:ext cx="315886" cy="358199"/>
            <a:chOff x="-45278675" y="2333325"/>
            <a:chExt cx="264650" cy="300100"/>
          </a:xfrm>
        </p:grpSpPr>
        <p:sp>
          <p:nvSpPr>
            <p:cNvPr id="10275" name="Google Shape;10275;p7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78"/>
          <p:cNvGrpSpPr/>
          <p:nvPr/>
        </p:nvGrpSpPr>
        <p:grpSpPr>
          <a:xfrm>
            <a:off x="3545500" y="3590820"/>
            <a:ext cx="295237" cy="358229"/>
            <a:chOff x="-45270025" y="2701925"/>
            <a:chExt cx="247350" cy="300125"/>
          </a:xfrm>
        </p:grpSpPr>
        <p:sp>
          <p:nvSpPr>
            <p:cNvPr id="10280" name="Google Shape;10280;p7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4" name="Google Shape;10284;p78"/>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5" name="Google Shape;10285;p78"/>
          <p:cNvGrpSpPr/>
          <p:nvPr/>
        </p:nvGrpSpPr>
        <p:grpSpPr>
          <a:xfrm>
            <a:off x="2209567" y="1743737"/>
            <a:ext cx="307444" cy="366556"/>
            <a:chOff x="2209567" y="1972337"/>
            <a:chExt cx="307444" cy="366556"/>
          </a:xfrm>
        </p:grpSpPr>
        <p:sp>
          <p:nvSpPr>
            <p:cNvPr id="10286" name="Google Shape;10286;p78"/>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8"/>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8"/>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9" name="Google Shape;10289;p78"/>
            <p:cNvGrpSpPr/>
            <p:nvPr/>
          </p:nvGrpSpPr>
          <p:grpSpPr>
            <a:xfrm>
              <a:off x="2209567" y="2078266"/>
              <a:ext cx="307444" cy="260626"/>
              <a:chOff x="1636184" y="2959225"/>
              <a:chExt cx="232666" cy="197250"/>
            </a:xfrm>
          </p:grpSpPr>
          <p:sp>
            <p:nvSpPr>
              <p:cNvPr id="10290" name="Google Shape;10290;p7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8"/>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293" name="Google Shape;10293;p7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294" name="Google Shape;10294;p78"/>
          <p:cNvGrpSpPr/>
          <p:nvPr/>
        </p:nvGrpSpPr>
        <p:grpSpPr>
          <a:xfrm>
            <a:off x="3577265" y="2235011"/>
            <a:ext cx="258542" cy="365154"/>
            <a:chOff x="-47300587" y="123275"/>
            <a:chExt cx="190975" cy="269725"/>
          </a:xfrm>
        </p:grpSpPr>
        <p:sp>
          <p:nvSpPr>
            <p:cNvPr id="10295" name="Google Shape;10295;p7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78"/>
          <p:cNvGrpSpPr/>
          <p:nvPr/>
        </p:nvGrpSpPr>
        <p:grpSpPr>
          <a:xfrm>
            <a:off x="4870788" y="1304201"/>
            <a:ext cx="342328" cy="339793"/>
            <a:chOff x="-13966675" y="1639700"/>
            <a:chExt cx="354450" cy="351825"/>
          </a:xfrm>
        </p:grpSpPr>
        <p:sp>
          <p:nvSpPr>
            <p:cNvPr id="10301" name="Google Shape;10301;p7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6" name="Google Shape;10306;p78"/>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8"/>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78"/>
          <p:cNvGrpSpPr/>
          <p:nvPr/>
        </p:nvGrpSpPr>
        <p:grpSpPr>
          <a:xfrm>
            <a:off x="6667277" y="1303887"/>
            <a:ext cx="340034" cy="340420"/>
            <a:chOff x="-12199250" y="1662675"/>
            <a:chExt cx="352075" cy="352475"/>
          </a:xfrm>
        </p:grpSpPr>
        <p:sp>
          <p:nvSpPr>
            <p:cNvPr id="10309" name="Google Shape;10309;p7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78"/>
          <p:cNvGrpSpPr/>
          <p:nvPr/>
        </p:nvGrpSpPr>
        <p:grpSpPr>
          <a:xfrm>
            <a:off x="6666130" y="1710754"/>
            <a:ext cx="342328" cy="342328"/>
            <a:chOff x="-12199250" y="2096250"/>
            <a:chExt cx="354450" cy="354450"/>
          </a:xfrm>
        </p:grpSpPr>
        <p:sp>
          <p:nvSpPr>
            <p:cNvPr id="10313" name="Google Shape;10313;p7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78"/>
          <p:cNvGrpSpPr/>
          <p:nvPr/>
        </p:nvGrpSpPr>
        <p:grpSpPr>
          <a:xfrm>
            <a:off x="6667277" y="2119708"/>
            <a:ext cx="340034" cy="341579"/>
            <a:chOff x="-12199250" y="2530225"/>
            <a:chExt cx="352075" cy="353675"/>
          </a:xfrm>
        </p:grpSpPr>
        <p:sp>
          <p:nvSpPr>
            <p:cNvPr id="10316" name="Google Shape;10316;p7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0" name="Google Shape;10320;p78"/>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1" name="Google Shape;10321;p78"/>
          <p:cNvGrpSpPr/>
          <p:nvPr/>
        </p:nvGrpSpPr>
        <p:grpSpPr>
          <a:xfrm>
            <a:off x="4870788" y="2959488"/>
            <a:ext cx="342328" cy="339310"/>
            <a:chOff x="-10462550" y="2057650"/>
            <a:chExt cx="354450" cy="351325"/>
          </a:xfrm>
        </p:grpSpPr>
        <p:sp>
          <p:nvSpPr>
            <p:cNvPr id="10322" name="Google Shape;10322;p7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4" name="Google Shape;10324;p78"/>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5" name="Google Shape;10325;p78"/>
          <p:cNvGrpSpPr/>
          <p:nvPr/>
        </p:nvGrpSpPr>
        <p:grpSpPr>
          <a:xfrm>
            <a:off x="6649772" y="2551051"/>
            <a:ext cx="375044" cy="340541"/>
            <a:chOff x="-8692750" y="1622100"/>
            <a:chExt cx="388325" cy="352600"/>
          </a:xfrm>
        </p:grpSpPr>
        <p:sp>
          <p:nvSpPr>
            <p:cNvPr id="10326" name="Google Shape;10326;p7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78"/>
          <p:cNvGrpSpPr/>
          <p:nvPr/>
        </p:nvGrpSpPr>
        <p:grpSpPr>
          <a:xfrm>
            <a:off x="5304253" y="1303307"/>
            <a:ext cx="341555" cy="341579"/>
            <a:chOff x="-13529550" y="1639425"/>
            <a:chExt cx="353650" cy="353675"/>
          </a:xfrm>
        </p:grpSpPr>
        <p:sp>
          <p:nvSpPr>
            <p:cNvPr id="10329" name="Google Shape;10329;p7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78"/>
          <p:cNvGrpSpPr/>
          <p:nvPr/>
        </p:nvGrpSpPr>
        <p:grpSpPr>
          <a:xfrm>
            <a:off x="5303106" y="1711889"/>
            <a:ext cx="343849" cy="340058"/>
            <a:chOff x="-13531925" y="2075775"/>
            <a:chExt cx="356025" cy="352100"/>
          </a:xfrm>
        </p:grpSpPr>
        <p:sp>
          <p:nvSpPr>
            <p:cNvPr id="10338" name="Google Shape;10338;p7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78"/>
          <p:cNvGrpSpPr/>
          <p:nvPr/>
        </p:nvGrpSpPr>
        <p:grpSpPr>
          <a:xfrm>
            <a:off x="5304627" y="2120094"/>
            <a:ext cx="340807" cy="340807"/>
            <a:chOff x="-13528775" y="2507400"/>
            <a:chExt cx="352875" cy="352875"/>
          </a:xfrm>
        </p:grpSpPr>
        <p:sp>
          <p:nvSpPr>
            <p:cNvPr id="10341" name="Google Shape;10341;p7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78"/>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8"/>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6" name="Google Shape;10346;p78"/>
          <p:cNvGrpSpPr/>
          <p:nvPr/>
        </p:nvGrpSpPr>
        <p:grpSpPr>
          <a:xfrm>
            <a:off x="7140133" y="2119708"/>
            <a:ext cx="308090" cy="341579"/>
            <a:chOff x="-11747150" y="2530225"/>
            <a:chExt cx="319000" cy="353675"/>
          </a:xfrm>
        </p:grpSpPr>
        <p:sp>
          <p:nvSpPr>
            <p:cNvPr id="10347" name="Google Shape;10347;p7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78"/>
          <p:cNvGrpSpPr/>
          <p:nvPr/>
        </p:nvGrpSpPr>
        <p:grpSpPr>
          <a:xfrm>
            <a:off x="5304627" y="2550919"/>
            <a:ext cx="340807" cy="340807"/>
            <a:chOff x="-10027775" y="1622900"/>
            <a:chExt cx="352875" cy="352875"/>
          </a:xfrm>
        </p:grpSpPr>
        <p:sp>
          <p:nvSpPr>
            <p:cNvPr id="10350" name="Google Shape;10350;p7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6" name="Google Shape;10356;p78"/>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7" name="Google Shape;10357;p78"/>
          <p:cNvGrpSpPr/>
          <p:nvPr/>
        </p:nvGrpSpPr>
        <p:grpSpPr>
          <a:xfrm>
            <a:off x="8031595" y="2576583"/>
            <a:ext cx="322553" cy="342328"/>
            <a:chOff x="-10019125" y="2490075"/>
            <a:chExt cx="333975" cy="354450"/>
          </a:xfrm>
        </p:grpSpPr>
        <p:sp>
          <p:nvSpPr>
            <p:cNvPr id="10358" name="Google Shape;10358;p7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78"/>
          <p:cNvGrpSpPr/>
          <p:nvPr/>
        </p:nvGrpSpPr>
        <p:grpSpPr>
          <a:xfrm>
            <a:off x="6661180" y="2957593"/>
            <a:ext cx="352227" cy="343100"/>
            <a:chOff x="-8684100" y="2032450"/>
            <a:chExt cx="364700" cy="355250"/>
          </a:xfrm>
        </p:grpSpPr>
        <p:sp>
          <p:nvSpPr>
            <p:cNvPr id="10363" name="Google Shape;10363;p7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6" name="Google Shape;10366;p78"/>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7" name="Google Shape;10367;p78"/>
          <p:cNvGrpSpPr/>
          <p:nvPr/>
        </p:nvGrpSpPr>
        <p:grpSpPr>
          <a:xfrm>
            <a:off x="5752039" y="1711056"/>
            <a:ext cx="343849" cy="341724"/>
            <a:chOff x="-13095575" y="2073400"/>
            <a:chExt cx="356025" cy="353825"/>
          </a:xfrm>
        </p:grpSpPr>
        <p:sp>
          <p:nvSpPr>
            <p:cNvPr id="10368" name="Google Shape;10368;p7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6" name="Google Shape;10376;p78"/>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7" name="Google Shape;10377;p78"/>
          <p:cNvGrpSpPr/>
          <p:nvPr/>
        </p:nvGrpSpPr>
        <p:grpSpPr>
          <a:xfrm>
            <a:off x="7576787" y="1302885"/>
            <a:ext cx="343100" cy="342424"/>
            <a:chOff x="-11332875" y="1660700"/>
            <a:chExt cx="355250" cy="354550"/>
          </a:xfrm>
        </p:grpSpPr>
        <p:sp>
          <p:nvSpPr>
            <p:cNvPr id="10378" name="Google Shape;10378;p7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2" name="Google Shape;10382;p78"/>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8"/>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4" name="Google Shape;10384;p78"/>
          <p:cNvGrpSpPr/>
          <p:nvPr/>
        </p:nvGrpSpPr>
        <p:grpSpPr>
          <a:xfrm>
            <a:off x="5774096" y="2549397"/>
            <a:ext cx="299736" cy="343849"/>
            <a:chOff x="-9570950" y="1622100"/>
            <a:chExt cx="310350" cy="356025"/>
          </a:xfrm>
        </p:grpSpPr>
        <p:sp>
          <p:nvSpPr>
            <p:cNvPr id="10385" name="Google Shape;10385;p7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78"/>
          <p:cNvGrpSpPr/>
          <p:nvPr/>
        </p:nvGrpSpPr>
        <p:grpSpPr>
          <a:xfrm>
            <a:off x="5752800" y="2958353"/>
            <a:ext cx="342328" cy="341579"/>
            <a:chOff x="-9594575" y="2056875"/>
            <a:chExt cx="354450" cy="353675"/>
          </a:xfrm>
        </p:grpSpPr>
        <p:sp>
          <p:nvSpPr>
            <p:cNvPr id="10388" name="Google Shape;10388;p7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1" name="Google Shape;10391;p78"/>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2" name="Google Shape;10392;p78"/>
          <p:cNvGrpSpPr/>
          <p:nvPr/>
        </p:nvGrpSpPr>
        <p:grpSpPr>
          <a:xfrm>
            <a:off x="6208482" y="1303693"/>
            <a:ext cx="342328" cy="340807"/>
            <a:chOff x="-12661600" y="1640225"/>
            <a:chExt cx="354450" cy="352875"/>
          </a:xfrm>
        </p:grpSpPr>
        <p:sp>
          <p:nvSpPr>
            <p:cNvPr id="10393" name="Google Shape;10393;p7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78"/>
          <p:cNvGrpSpPr/>
          <p:nvPr/>
        </p:nvGrpSpPr>
        <p:grpSpPr>
          <a:xfrm>
            <a:off x="6208857" y="1732231"/>
            <a:ext cx="341579" cy="299374"/>
            <a:chOff x="-12660025" y="2096250"/>
            <a:chExt cx="353675" cy="309975"/>
          </a:xfrm>
        </p:grpSpPr>
        <p:sp>
          <p:nvSpPr>
            <p:cNvPr id="10397" name="Google Shape;10397;p7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8"/>
          <p:cNvGrpSpPr/>
          <p:nvPr/>
        </p:nvGrpSpPr>
        <p:grpSpPr>
          <a:xfrm>
            <a:off x="6207335" y="2119527"/>
            <a:ext cx="344622" cy="341941"/>
            <a:chOff x="-12663175" y="2506800"/>
            <a:chExt cx="356825" cy="354050"/>
          </a:xfrm>
        </p:grpSpPr>
        <p:sp>
          <p:nvSpPr>
            <p:cNvPr id="10404" name="Google Shape;10404;p7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8"/>
          <p:cNvGrpSpPr/>
          <p:nvPr/>
        </p:nvGrpSpPr>
        <p:grpSpPr>
          <a:xfrm>
            <a:off x="8022468" y="1303307"/>
            <a:ext cx="340807" cy="341579"/>
            <a:chOff x="-10896525" y="1663050"/>
            <a:chExt cx="352875" cy="353675"/>
          </a:xfrm>
        </p:grpSpPr>
        <p:sp>
          <p:nvSpPr>
            <p:cNvPr id="10409" name="Google Shape;10409;p7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1" name="Google Shape;10411;p78"/>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2" name="Google Shape;10412;p78"/>
          <p:cNvGrpSpPr/>
          <p:nvPr/>
        </p:nvGrpSpPr>
        <p:grpSpPr>
          <a:xfrm>
            <a:off x="8022082" y="2130742"/>
            <a:ext cx="341579" cy="319511"/>
            <a:chOff x="-10898100" y="2542050"/>
            <a:chExt cx="353675" cy="330825"/>
          </a:xfrm>
        </p:grpSpPr>
        <p:sp>
          <p:nvSpPr>
            <p:cNvPr id="10413" name="Google Shape;10413;p7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78"/>
          <p:cNvGrpSpPr/>
          <p:nvPr/>
        </p:nvGrpSpPr>
        <p:grpSpPr>
          <a:xfrm>
            <a:off x="6209617" y="2551607"/>
            <a:ext cx="340058" cy="339430"/>
            <a:chOff x="-9157450" y="1622750"/>
            <a:chExt cx="352100" cy="351450"/>
          </a:xfrm>
        </p:grpSpPr>
        <p:sp>
          <p:nvSpPr>
            <p:cNvPr id="10420" name="Google Shape;10420;p7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78"/>
          <p:cNvGrpSpPr/>
          <p:nvPr/>
        </p:nvGrpSpPr>
        <p:grpSpPr>
          <a:xfrm>
            <a:off x="6247658" y="2959874"/>
            <a:ext cx="263977" cy="338537"/>
            <a:chOff x="-9119650" y="2056875"/>
            <a:chExt cx="273325" cy="350525"/>
          </a:xfrm>
        </p:grpSpPr>
        <p:sp>
          <p:nvSpPr>
            <p:cNvPr id="10423" name="Google Shape;10423;p7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5" name="Google Shape;10425;p78"/>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8"/>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7" name="Google Shape;10427;p78"/>
          <p:cNvGrpSpPr/>
          <p:nvPr/>
        </p:nvGrpSpPr>
        <p:grpSpPr>
          <a:xfrm>
            <a:off x="7576790" y="2989279"/>
            <a:ext cx="343094" cy="341569"/>
            <a:chOff x="6001575" y="3119050"/>
            <a:chExt cx="315025" cy="313625"/>
          </a:xfrm>
        </p:grpSpPr>
        <p:sp>
          <p:nvSpPr>
            <p:cNvPr id="10428" name="Google Shape;10428;p7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33" name="Shape 10433"/>
        <p:cNvGrpSpPr/>
        <p:nvPr/>
      </p:nvGrpSpPr>
      <p:grpSpPr>
        <a:xfrm>
          <a:off x="0" y="0"/>
          <a:ext cx="0" cy="0"/>
          <a:chOff x="0" y="0"/>
          <a:chExt cx="0" cy="0"/>
        </a:xfrm>
      </p:grpSpPr>
      <p:sp>
        <p:nvSpPr>
          <p:cNvPr id="10434" name="Google Shape;10434;p79"/>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5" name="Google Shape;10435;p79"/>
          <p:cNvGrpSpPr/>
          <p:nvPr/>
        </p:nvGrpSpPr>
        <p:grpSpPr>
          <a:xfrm>
            <a:off x="829227" y="2273195"/>
            <a:ext cx="476329" cy="476213"/>
            <a:chOff x="-21298675" y="2414425"/>
            <a:chExt cx="306400" cy="306325"/>
          </a:xfrm>
        </p:grpSpPr>
        <p:sp>
          <p:nvSpPr>
            <p:cNvPr id="10436" name="Google Shape;10436;p79"/>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9"/>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9"/>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9"/>
          <p:cNvGrpSpPr/>
          <p:nvPr/>
        </p:nvGrpSpPr>
        <p:grpSpPr>
          <a:xfrm>
            <a:off x="828605" y="2865128"/>
            <a:ext cx="477573" cy="445432"/>
            <a:chOff x="-21299475" y="2798025"/>
            <a:chExt cx="307200" cy="286525"/>
          </a:xfrm>
        </p:grpSpPr>
        <p:sp>
          <p:nvSpPr>
            <p:cNvPr id="10440" name="Google Shape;10440;p79"/>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9"/>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9"/>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9"/>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9"/>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9"/>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9"/>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9"/>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9"/>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9"/>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9"/>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9"/>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2" name="Google Shape;10452;p79"/>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9"/>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9"/>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5" name="Google Shape;10455;p79"/>
          <p:cNvGrpSpPr/>
          <p:nvPr/>
        </p:nvGrpSpPr>
        <p:grpSpPr>
          <a:xfrm>
            <a:off x="6697960" y="1688917"/>
            <a:ext cx="413912" cy="472676"/>
            <a:chOff x="-17545650" y="2051350"/>
            <a:chExt cx="266250" cy="304050"/>
          </a:xfrm>
        </p:grpSpPr>
        <p:sp>
          <p:nvSpPr>
            <p:cNvPr id="10456" name="Google Shape;10456;p79"/>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9"/>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9"/>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9"/>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0" name="Google Shape;10460;p79"/>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1" name="Google Shape;10461;p79"/>
          <p:cNvGrpSpPr/>
          <p:nvPr/>
        </p:nvGrpSpPr>
        <p:grpSpPr>
          <a:xfrm>
            <a:off x="6668578" y="2865574"/>
            <a:ext cx="472676" cy="444538"/>
            <a:chOff x="-17565350" y="2809825"/>
            <a:chExt cx="304050" cy="285950"/>
          </a:xfrm>
        </p:grpSpPr>
        <p:sp>
          <p:nvSpPr>
            <p:cNvPr id="10462" name="Google Shape;10462;p79"/>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9"/>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9"/>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9"/>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9"/>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7" name="Google Shape;10467;p79"/>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9"/>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9"/>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0" name="Google Shape;10470;p79"/>
          <p:cNvGrpSpPr/>
          <p:nvPr/>
        </p:nvGrpSpPr>
        <p:grpSpPr>
          <a:xfrm>
            <a:off x="1441487" y="2850904"/>
            <a:ext cx="416283" cy="473881"/>
            <a:chOff x="-20904875" y="2788575"/>
            <a:chExt cx="267775" cy="304825"/>
          </a:xfrm>
        </p:grpSpPr>
        <p:sp>
          <p:nvSpPr>
            <p:cNvPr id="10471" name="Google Shape;10471;p79"/>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9"/>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79"/>
          <p:cNvGrpSpPr/>
          <p:nvPr/>
        </p:nvGrpSpPr>
        <p:grpSpPr>
          <a:xfrm>
            <a:off x="4381902" y="2275564"/>
            <a:ext cx="360045" cy="471471"/>
            <a:chOff x="-19006700" y="2434925"/>
            <a:chExt cx="231600" cy="303275"/>
          </a:xfrm>
        </p:grpSpPr>
        <p:sp>
          <p:nvSpPr>
            <p:cNvPr id="10474" name="Google Shape;10474;p79"/>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9"/>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9"/>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9"/>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8" name="Google Shape;10478;p79"/>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9"/>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0" name="Google Shape;10480;p79"/>
          <p:cNvGrpSpPr/>
          <p:nvPr/>
        </p:nvGrpSpPr>
        <p:grpSpPr>
          <a:xfrm>
            <a:off x="7260501" y="2289051"/>
            <a:ext cx="473881" cy="444499"/>
            <a:chOff x="-17190425" y="2435725"/>
            <a:chExt cx="304825" cy="285925"/>
          </a:xfrm>
        </p:grpSpPr>
        <p:sp>
          <p:nvSpPr>
            <p:cNvPr id="10481" name="Google Shape;10481;p79"/>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9"/>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9"/>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4" name="Google Shape;10484;p79"/>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5" name="Google Shape;10485;p79"/>
          <p:cNvGrpSpPr/>
          <p:nvPr/>
        </p:nvGrpSpPr>
        <p:grpSpPr>
          <a:xfrm>
            <a:off x="4915227" y="3444650"/>
            <a:ext cx="476329" cy="475086"/>
            <a:chOff x="-15719925" y="2416825"/>
            <a:chExt cx="306400" cy="305600"/>
          </a:xfrm>
        </p:grpSpPr>
        <p:sp>
          <p:nvSpPr>
            <p:cNvPr id="10486" name="Google Shape;10486;p79"/>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9"/>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9"/>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9" name="Google Shape;10489;p79"/>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9"/>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1" name="Google Shape;10491;p79"/>
          <p:cNvGrpSpPr/>
          <p:nvPr/>
        </p:nvGrpSpPr>
        <p:grpSpPr>
          <a:xfrm>
            <a:off x="2001521" y="2851506"/>
            <a:ext cx="479983" cy="472676"/>
            <a:chOff x="-20550425" y="2789350"/>
            <a:chExt cx="308750" cy="304050"/>
          </a:xfrm>
        </p:grpSpPr>
        <p:sp>
          <p:nvSpPr>
            <p:cNvPr id="10492" name="Google Shape;10492;p79"/>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9"/>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79"/>
          <p:cNvGrpSpPr/>
          <p:nvPr/>
        </p:nvGrpSpPr>
        <p:grpSpPr>
          <a:xfrm>
            <a:off x="4916888" y="1688158"/>
            <a:ext cx="473920" cy="474192"/>
            <a:chOff x="-18666450" y="2059825"/>
            <a:chExt cx="304850" cy="305025"/>
          </a:xfrm>
        </p:grpSpPr>
        <p:sp>
          <p:nvSpPr>
            <p:cNvPr id="10495" name="Google Shape;10495;p79"/>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9"/>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79"/>
          <p:cNvGrpSpPr/>
          <p:nvPr/>
        </p:nvGrpSpPr>
        <p:grpSpPr>
          <a:xfrm>
            <a:off x="4916286" y="2275584"/>
            <a:ext cx="475125" cy="471432"/>
            <a:chOff x="-18668025" y="2435725"/>
            <a:chExt cx="305625" cy="303250"/>
          </a:xfrm>
        </p:grpSpPr>
        <p:sp>
          <p:nvSpPr>
            <p:cNvPr id="10498" name="Google Shape;10498;p79"/>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9"/>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9"/>
          <p:cNvGrpSpPr/>
          <p:nvPr/>
        </p:nvGrpSpPr>
        <p:grpSpPr>
          <a:xfrm>
            <a:off x="4915683" y="2850902"/>
            <a:ext cx="476329" cy="473881"/>
            <a:chOff x="-18668800" y="2807475"/>
            <a:chExt cx="306400" cy="304825"/>
          </a:xfrm>
        </p:grpSpPr>
        <p:sp>
          <p:nvSpPr>
            <p:cNvPr id="10501" name="Google Shape;10501;p79"/>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9"/>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9"/>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9"/>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9"/>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9"/>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9"/>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9"/>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9"/>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79"/>
          <p:cNvGrpSpPr/>
          <p:nvPr/>
        </p:nvGrpSpPr>
        <p:grpSpPr>
          <a:xfrm>
            <a:off x="7869652" y="1687693"/>
            <a:ext cx="416361" cy="475125"/>
            <a:chOff x="-16798200" y="2050575"/>
            <a:chExt cx="267825" cy="305625"/>
          </a:xfrm>
        </p:grpSpPr>
        <p:sp>
          <p:nvSpPr>
            <p:cNvPr id="10511" name="Google Shape;10511;p79"/>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9"/>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9"/>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79"/>
          <p:cNvGrpSpPr/>
          <p:nvPr/>
        </p:nvGrpSpPr>
        <p:grpSpPr>
          <a:xfrm>
            <a:off x="7840270" y="2852127"/>
            <a:ext cx="475125" cy="471432"/>
            <a:chOff x="-16817100" y="2801175"/>
            <a:chExt cx="305625" cy="303250"/>
          </a:xfrm>
        </p:grpSpPr>
        <p:sp>
          <p:nvSpPr>
            <p:cNvPr id="10515" name="Google Shape;10515;p79"/>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9"/>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9"/>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9"/>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9"/>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9"/>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9"/>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9"/>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79"/>
          <p:cNvGrpSpPr/>
          <p:nvPr/>
        </p:nvGrpSpPr>
        <p:grpSpPr>
          <a:xfrm>
            <a:off x="7247390" y="3444614"/>
            <a:ext cx="476329" cy="475125"/>
            <a:chOff x="-15717575" y="2786200"/>
            <a:chExt cx="306400" cy="305625"/>
          </a:xfrm>
        </p:grpSpPr>
        <p:sp>
          <p:nvSpPr>
            <p:cNvPr id="10524" name="Google Shape;10524;p79"/>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9"/>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9"/>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9"/>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9"/>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9"/>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9"/>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79"/>
          <p:cNvGrpSpPr/>
          <p:nvPr/>
        </p:nvGrpSpPr>
        <p:grpSpPr>
          <a:xfrm>
            <a:off x="2584963" y="1688296"/>
            <a:ext cx="475125" cy="473920"/>
            <a:chOff x="-20173175" y="2038750"/>
            <a:chExt cx="305625" cy="304850"/>
          </a:xfrm>
        </p:grpSpPr>
        <p:sp>
          <p:nvSpPr>
            <p:cNvPr id="10532" name="Google Shape;10532;p79"/>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9"/>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4" name="Google Shape;10534;p79"/>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5" name="Google Shape;10535;p79"/>
          <p:cNvGrpSpPr/>
          <p:nvPr/>
        </p:nvGrpSpPr>
        <p:grpSpPr>
          <a:xfrm>
            <a:off x="2586187" y="2850282"/>
            <a:ext cx="472676" cy="475125"/>
            <a:chOff x="-20173175" y="2787775"/>
            <a:chExt cx="304050" cy="305625"/>
          </a:xfrm>
        </p:grpSpPr>
        <p:sp>
          <p:nvSpPr>
            <p:cNvPr id="10536" name="Google Shape;10536;p79"/>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9"/>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9"/>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9"/>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9"/>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9"/>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9"/>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79"/>
          <p:cNvGrpSpPr/>
          <p:nvPr/>
        </p:nvGrpSpPr>
        <p:grpSpPr>
          <a:xfrm>
            <a:off x="5511171" y="2275564"/>
            <a:ext cx="473881" cy="471471"/>
            <a:chOff x="-18294675" y="2434925"/>
            <a:chExt cx="304825" cy="303275"/>
          </a:xfrm>
        </p:grpSpPr>
        <p:sp>
          <p:nvSpPr>
            <p:cNvPr id="10544" name="Google Shape;10544;p79"/>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9"/>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9"/>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79"/>
          <p:cNvGrpSpPr/>
          <p:nvPr/>
        </p:nvGrpSpPr>
        <p:grpSpPr>
          <a:xfrm>
            <a:off x="5567487" y="2852107"/>
            <a:ext cx="361250" cy="471471"/>
            <a:chOff x="-18258450" y="2809825"/>
            <a:chExt cx="232375" cy="303275"/>
          </a:xfrm>
        </p:grpSpPr>
        <p:sp>
          <p:nvSpPr>
            <p:cNvPr id="10548" name="Google Shape;10548;p79"/>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9"/>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9"/>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1" name="Google Shape;10551;p79"/>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2" name="Google Shape;10552;p79"/>
          <p:cNvGrpSpPr/>
          <p:nvPr/>
        </p:nvGrpSpPr>
        <p:grpSpPr>
          <a:xfrm>
            <a:off x="3777686" y="3445233"/>
            <a:ext cx="415117" cy="473920"/>
            <a:chOff x="-16422500" y="2425450"/>
            <a:chExt cx="267025" cy="304850"/>
          </a:xfrm>
        </p:grpSpPr>
        <p:sp>
          <p:nvSpPr>
            <p:cNvPr id="10553" name="Google Shape;10553;p79"/>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9"/>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9"/>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9"/>
          <p:cNvGrpSpPr/>
          <p:nvPr/>
        </p:nvGrpSpPr>
        <p:grpSpPr>
          <a:xfrm>
            <a:off x="6080447" y="3445838"/>
            <a:ext cx="473920" cy="472676"/>
            <a:chOff x="-16442200" y="2801175"/>
            <a:chExt cx="304850" cy="304050"/>
          </a:xfrm>
        </p:grpSpPr>
        <p:sp>
          <p:nvSpPr>
            <p:cNvPr id="10557" name="Google Shape;10557;p79"/>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9"/>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9"/>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0" name="Google Shape;10560;p79"/>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9"/>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2" name="Google Shape;10562;p79"/>
          <p:cNvGrpSpPr/>
          <p:nvPr/>
        </p:nvGrpSpPr>
        <p:grpSpPr>
          <a:xfrm>
            <a:off x="3156161" y="2276343"/>
            <a:ext cx="481265" cy="469917"/>
            <a:chOff x="-19802200" y="2416025"/>
            <a:chExt cx="309575" cy="302275"/>
          </a:xfrm>
        </p:grpSpPr>
        <p:sp>
          <p:nvSpPr>
            <p:cNvPr id="10563" name="Google Shape;10563;p79"/>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9"/>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9"/>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9"/>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9"/>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79"/>
          <p:cNvGrpSpPr/>
          <p:nvPr/>
        </p:nvGrpSpPr>
        <p:grpSpPr>
          <a:xfrm>
            <a:off x="3159232" y="2851506"/>
            <a:ext cx="475125" cy="472676"/>
            <a:chOff x="-19801400" y="2788575"/>
            <a:chExt cx="305625" cy="304050"/>
          </a:xfrm>
        </p:grpSpPr>
        <p:sp>
          <p:nvSpPr>
            <p:cNvPr id="10569" name="Google Shape;10569;p79"/>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9"/>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9"/>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9"/>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9"/>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9"/>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79"/>
          <p:cNvGrpSpPr/>
          <p:nvPr/>
        </p:nvGrpSpPr>
        <p:grpSpPr>
          <a:xfrm>
            <a:off x="6114308" y="1688916"/>
            <a:ext cx="422463" cy="472676"/>
            <a:chOff x="-17903225" y="2060800"/>
            <a:chExt cx="271750" cy="304050"/>
          </a:xfrm>
        </p:grpSpPr>
        <p:sp>
          <p:nvSpPr>
            <p:cNvPr id="10576" name="Google Shape;10576;p79"/>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9"/>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9"/>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9"/>
          <p:cNvGrpSpPr/>
          <p:nvPr/>
        </p:nvGrpSpPr>
        <p:grpSpPr>
          <a:xfrm>
            <a:off x="6088599" y="2274962"/>
            <a:ext cx="473881" cy="472676"/>
            <a:chOff x="-17918975" y="2435725"/>
            <a:chExt cx="304825" cy="304050"/>
          </a:xfrm>
        </p:grpSpPr>
        <p:sp>
          <p:nvSpPr>
            <p:cNvPr id="10580" name="Google Shape;10580;p79"/>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9"/>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79"/>
          <p:cNvGrpSpPr/>
          <p:nvPr/>
        </p:nvGrpSpPr>
        <p:grpSpPr>
          <a:xfrm>
            <a:off x="6117359" y="2852729"/>
            <a:ext cx="416361" cy="470228"/>
            <a:chOff x="-17899300" y="2810625"/>
            <a:chExt cx="267825" cy="302475"/>
          </a:xfrm>
        </p:grpSpPr>
        <p:sp>
          <p:nvSpPr>
            <p:cNvPr id="10583" name="Google Shape;10583;p79"/>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9"/>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9"/>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9"/>
          <p:cNvGrpSpPr/>
          <p:nvPr/>
        </p:nvGrpSpPr>
        <p:grpSpPr>
          <a:xfrm>
            <a:off x="2023212" y="3461166"/>
            <a:ext cx="472676" cy="442089"/>
            <a:chOff x="-16066500" y="2060800"/>
            <a:chExt cx="304050" cy="284375"/>
          </a:xfrm>
        </p:grpSpPr>
        <p:sp>
          <p:nvSpPr>
            <p:cNvPr id="10587" name="Google Shape;10587;p79"/>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9"/>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9"/>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9"/>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9"/>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2" name="Google Shape;10592;p79"/>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9"/>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9"/>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5" name="Google Shape;10595;p79"/>
          <p:cNvGrpSpPr/>
          <p:nvPr/>
        </p:nvGrpSpPr>
        <p:grpSpPr>
          <a:xfrm>
            <a:off x="7907919" y="2297751"/>
            <a:ext cx="368362" cy="419314"/>
            <a:chOff x="4995050" y="3245650"/>
            <a:chExt cx="236950" cy="269725"/>
          </a:xfrm>
        </p:grpSpPr>
        <p:sp>
          <p:nvSpPr>
            <p:cNvPr id="10596" name="Google Shape;10596;p79"/>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9"/>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9"/>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9" name="Google Shape;10599;p79"/>
            <p:cNvGrpSpPr/>
            <p:nvPr/>
          </p:nvGrpSpPr>
          <p:grpSpPr>
            <a:xfrm>
              <a:off x="4995050" y="3245650"/>
              <a:ext cx="236950" cy="269725"/>
              <a:chOff x="4995050" y="3245650"/>
              <a:chExt cx="236950" cy="269725"/>
            </a:xfrm>
          </p:grpSpPr>
          <p:sp>
            <p:nvSpPr>
              <p:cNvPr id="10600" name="Google Shape;10600;p79"/>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9"/>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2" name="Google Shape;10602;p79"/>
          <p:cNvGrpSpPr/>
          <p:nvPr/>
        </p:nvGrpSpPr>
        <p:grpSpPr>
          <a:xfrm>
            <a:off x="5507712" y="1689744"/>
            <a:ext cx="483749" cy="481292"/>
            <a:chOff x="4724650" y="2885700"/>
            <a:chExt cx="270750" cy="269375"/>
          </a:xfrm>
        </p:grpSpPr>
        <p:sp>
          <p:nvSpPr>
            <p:cNvPr id="10603" name="Google Shape;10603;p79"/>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9"/>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9"/>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9"/>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9"/>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9"/>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9"/>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9"/>
          <p:cNvGrpSpPr/>
          <p:nvPr/>
        </p:nvGrpSpPr>
        <p:grpSpPr>
          <a:xfrm>
            <a:off x="4374817" y="1683870"/>
            <a:ext cx="389425" cy="467822"/>
            <a:chOff x="4459350" y="2882125"/>
            <a:chExt cx="228375" cy="274350"/>
          </a:xfrm>
        </p:grpSpPr>
        <p:sp>
          <p:nvSpPr>
            <p:cNvPr id="10611" name="Google Shape;10611;p79"/>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9"/>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9"/>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9"/>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9"/>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616" name="Google Shape;10616;p79"/>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617" name="Google Shape;10617;p7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21" name="Shape 10621"/>
        <p:cNvGrpSpPr/>
        <p:nvPr/>
      </p:nvGrpSpPr>
      <p:grpSpPr>
        <a:xfrm>
          <a:off x="0" y="0"/>
          <a:ext cx="0" cy="0"/>
          <a:chOff x="0" y="0"/>
          <a:chExt cx="0" cy="0"/>
        </a:xfrm>
      </p:grpSpPr>
      <p:sp>
        <p:nvSpPr>
          <p:cNvPr id="10622" name="Google Shape;10622;p8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623" name="Google Shape;10623;p80"/>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4" name="Google Shape;10624;p80"/>
          <p:cNvGrpSpPr/>
          <p:nvPr/>
        </p:nvGrpSpPr>
        <p:grpSpPr>
          <a:xfrm>
            <a:off x="835580" y="2140412"/>
            <a:ext cx="426462" cy="420796"/>
            <a:chOff x="-6713450" y="2397900"/>
            <a:chExt cx="295375" cy="291450"/>
          </a:xfrm>
        </p:grpSpPr>
        <p:sp>
          <p:nvSpPr>
            <p:cNvPr id="10625" name="Google Shape;10625;p80"/>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0"/>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7" name="Google Shape;10627;p80"/>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8" name="Google Shape;10628;p80"/>
          <p:cNvGrpSpPr/>
          <p:nvPr/>
        </p:nvGrpSpPr>
        <p:grpSpPr>
          <a:xfrm>
            <a:off x="3540341" y="1631401"/>
            <a:ext cx="423069" cy="420507"/>
            <a:chOff x="-4932650" y="2046625"/>
            <a:chExt cx="293025" cy="291250"/>
          </a:xfrm>
        </p:grpSpPr>
        <p:sp>
          <p:nvSpPr>
            <p:cNvPr id="10629" name="Google Shape;10629;p80"/>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0"/>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1" name="Google Shape;10631;p80"/>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2" name="Google Shape;10632;p80"/>
          <p:cNvGrpSpPr/>
          <p:nvPr/>
        </p:nvGrpSpPr>
        <p:grpSpPr>
          <a:xfrm>
            <a:off x="3552272" y="2660957"/>
            <a:ext cx="423069" cy="420796"/>
            <a:chOff x="-4931075" y="2765725"/>
            <a:chExt cx="293025" cy="291450"/>
          </a:xfrm>
        </p:grpSpPr>
        <p:sp>
          <p:nvSpPr>
            <p:cNvPr id="10633" name="Google Shape;10633;p80"/>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0"/>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80"/>
          <p:cNvGrpSpPr/>
          <p:nvPr/>
        </p:nvGrpSpPr>
        <p:grpSpPr>
          <a:xfrm>
            <a:off x="6257840" y="1656289"/>
            <a:ext cx="420796" cy="370732"/>
            <a:chOff x="-3137650" y="2067900"/>
            <a:chExt cx="291450" cy="256775"/>
          </a:xfrm>
        </p:grpSpPr>
        <p:sp>
          <p:nvSpPr>
            <p:cNvPr id="10636" name="Google Shape;10636;p80"/>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80"/>
          <p:cNvGrpSpPr/>
          <p:nvPr/>
        </p:nvGrpSpPr>
        <p:grpSpPr>
          <a:xfrm>
            <a:off x="6257840" y="2139926"/>
            <a:ext cx="420796" cy="421770"/>
            <a:chOff x="-3137650" y="2408950"/>
            <a:chExt cx="291450" cy="292125"/>
          </a:xfrm>
        </p:grpSpPr>
        <p:sp>
          <p:nvSpPr>
            <p:cNvPr id="10640" name="Google Shape;10640;p80"/>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0"/>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0"/>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0"/>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80"/>
          <p:cNvGrpSpPr/>
          <p:nvPr/>
        </p:nvGrpSpPr>
        <p:grpSpPr>
          <a:xfrm>
            <a:off x="6269771" y="2685412"/>
            <a:ext cx="420796" cy="371887"/>
            <a:chOff x="-3137650" y="2787000"/>
            <a:chExt cx="291450" cy="257575"/>
          </a:xfrm>
        </p:grpSpPr>
        <p:sp>
          <p:nvSpPr>
            <p:cNvPr id="10646" name="Google Shape;10646;p80"/>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0"/>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0"/>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4" name="Google Shape;10654;p80"/>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7" name="Google Shape;10657;p80"/>
          <p:cNvGrpSpPr/>
          <p:nvPr/>
        </p:nvGrpSpPr>
        <p:grpSpPr>
          <a:xfrm>
            <a:off x="1387948" y="2660397"/>
            <a:ext cx="421914" cy="421914"/>
            <a:chOff x="-6354300" y="2757075"/>
            <a:chExt cx="292225" cy="292225"/>
          </a:xfrm>
        </p:grpSpPr>
        <p:sp>
          <p:nvSpPr>
            <p:cNvPr id="10658" name="Google Shape;10658;p80"/>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0"/>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80"/>
          <p:cNvGrpSpPr/>
          <p:nvPr/>
        </p:nvGrpSpPr>
        <p:grpSpPr>
          <a:xfrm>
            <a:off x="4081951" y="1629560"/>
            <a:ext cx="424188" cy="424188"/>
            <a:chOff x="-4573475" y="2045850"/>
            <a:chExt cx="293800" cy="293800"/>
          </a:xfrm>
        </p:grpSpPr>
        <p:sp>
          <p:nvSpPr>
            <p:cNvPr id="10663" name="Google Shape;10663;p80"/>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80"/>
          <p:cNvGrpSpPr/>
          <p:nvPr/>
        </p:nvGrpSpPr>
        <p:grpSpPr>
          <a:xfrm>
            <a:off x="4081374" y="2138699"/>
            <a:ext cx="425343" cy="424225"/>
            <a:chOff x="-4570325" y="2405775"/>
            <a:chExt cx="294600" cy="293825"/>
          </a:xfrm>
        </p:grpSpPr>
        <p:sp>
          <p:nvSpPr>
            <p:cNvPr id="10666" name="Google Shape;10666;p80"/>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0"/>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80"/>
          <p:cNvGrpSpPr/>
          <p:nvPr/>
        </p:nvGrpSpPr>
        <p:grpSpPr>
          <a:xfrm>
            <a:off x="4094442" y="2659838"/>
            <a:ext cx="423069" cy="423033"/>
            <a:chOff x="-4572700" y="2764950"/>
            <a:chExt cx="293025" cy="293000"/>
          </a:xfrm>
        </p:grpSpPr>
        <p:sp>
          <p:nvSpPr>
            <p:cNvPr id="10669" name="Google Shape;10669;p80"/>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0"/>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0"/>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80"/>
          <p:cNvGrpSpPr/>
          <p:nvPr/>
        </p:nvGrpSpPr>
        <p:grpSpPr>
          <a:xfrm>
            <a:off x="6813205" y="1631239"/>
            <a:ext cx="414840" cy="420832"/>
            <a:chOff x="-2777700" y="2049775"/>
            <a:chExt cx="287325" cy="291475"/>
          </a:xfrm>
        </p:grpSpPr>
        <p:sp>
          <p:nvSpPr>
            <p:cNvPr id="10675" name="Google Shape;10675;p80"/>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0"/>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80"/>
          <p:cNvGrpSpPr/>
          <p:nvPr/>
        </p:nvGrpSpPr>
        <p:grpSpPr>
          <a:xfrm>
            <a:off x="6809667" y="2140431"/>
            <a:ext cx="421914" cy="420759"/>
            <a:chOff x="-2571737" y="2403625"/>
            <a:chExt cx="292225" cy="291425"/>
          </a:xfrm>
        </p:grpSpPr>
        <p:sp>
          <p:nvSpPr>
            <p:cNvPr id="10679" name="Google Shape;10679;p80"/>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0"/>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0"/>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0"/>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0"/>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0"/>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0"/>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80"/>
          <p:cNvGrpSpPr/>
          <p:nvPr/>
        </p:nvGrpSpPr>
        <p:grpSpPr>
          <a:xfrm>
            <a:off x="6809667" y="2661534"/>
            <a:ext cx="421914" cy="419640"/>
            <a:chOff x="-2571737" y="2764550"/>
            <a:chExt cx="292225" cy="290650"/>
          </a:xfrm>
        </p:grpSpPr>
        <p:sp>
          <p:nvSpPr>
            <p:cNvPr id="10687" name="Google Shape;10687;p80"/>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0"/>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0"/>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80"/>
          <p:cNvGrpSpPr/>
          <p:nvPr/>
        </p:nvGrpSpPr>
        <p:grpSpPr>
          <a:xfrm>
            <a:off x="3009168" y="3230538"/>
            <a:ext cx="421914" cy="423864"/>
            <a:chOff x="-1333975" y="2365850"/>
            <a:chExt cx="292225" cy="293575"/>
          </a:xfrm>
        </p:grpSpPr>
        <p:sp>
          <p:nvSpPr>
            <p:cNvPr id="10691" name="Google Shape;10691;p80"/>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0"/>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0"/>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0"/>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0"/>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0"/>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0"/>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80"/>
          <p:cNvGrpSpPr/>
          <p:nvPr/>
        </p:nvGrpSpPr>
        <p:grpSpPr>
          <a:xfrm>
            <a:off x="1942643" y="2660397"/>
            <a:ext cx="398020" cy="421914"/>
            <a:chOff x="-5995925" y="2757850"/>
            <a:chExt cx="275675" cy="292225"/>
          </a:xfrm>
        </p:grpSpPr>
        <p:sp>
          <p:nvSpPr>
            <p:cNvPr id="10700" name="Google Shape;10700;p80"/>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0"/>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0"/>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0"/>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0"/>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0"/>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0"/>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0"/>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80"/>
          <p:cNvGrpSpPr/>
          <p:nvPr/>
        </p:nvGrpSpPr>
        <p:grpSpPr>
          <a:xfrm>
            <a:off x="4622930" y="1631816"/>
            <a:ext cx="421951" cy="419677"/>
            <a:chOff x="-4211975" y="2046625"/>
            <a:chExt cx="292250" cy="290675"/>
          </a:xfrm>
        </p:grpSpPr>
        <p:sp>
          <p:nvSpPr>
            <p:cNvPr id="10710" name="Google Shape;10710;p80"/>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0"/>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80"/>
          <p:cNvGrpSpPr/>
          <p:nvPr/>
        </p:nvGrpSpPr>
        <p:grpSpPr>
          <a:xfrm>
            <a:off x="4672976" y="2138699"/>
            <a:ext cx="321859" cy="424225"/>
            <a:chOff x="-4178875" y="2405775"/>
            <a:chExt cx="222925" cy="293825"/>
          </a:xfrm>
        </p:grpSpPr>
        <p:sp>
          <p:nvSpPr>
            <p:cNvPr id="10713" name="Google Shape;10713;p80"/>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0"/>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0"/>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80"/>
          <p:cNvGrpSpPr/>
          <p:nvPr/>
        </p:nvGrpSpPr>
        <p:grpSpPr>
          <a:xfrm>
            <a:off x="4635439" y="2673483"/>
            <a:ext cx="420796" cy="395746"/>
            <a:chOff x="-4211975" y="2783850"/>
            <a:chExt cx="291450" cy="274100"/>
          </a:xfrm>
        </p:grpSpPr>
        <p:sp>
          <p:nvSpPr>
            <p:cNvPr id="10717" name="Google Shape;10717;p80"/>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0"/>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0" name="Google Shape;10720;p80"/>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1" name="Google Shape;10721;p80"/>
          <p:cNvGrpSpPr/>
          <p:nvPr/>
        </p:nvGrpSpPr>
        <p:grpSpPr>
          <a:xfrm>
            <a:off x="7340368" y="2140413"/>
            <a:ext cx="420796" cy="420796"/>
            <a:chOff x="-2419325" y="2408150"/>
            <a:chExt cx="291450" cy="291450"/>
          </a:xfrm>
        </p:grpSpPr>
        <p:sp>
          <p:nvSpPr>
            <p:cNvPr id="10722" name="Google Shape;10722;p80"/>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0"/>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0"/>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0"/>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0"/>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0"/>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9" name="Google Shape;10729;p80"/>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0" name="Google Shape;10730;p80"/>
          <p:cNvGrpSpPr/>
          <p:nvPr/>
        </p:nvGrpSpPr>
        <p:grpSpPr>
          <a:xfrm>
            <a:off x="4661893" y="3231514"/>
            <a:ext cx="420796" cy="421914"/>
            <a:chOff x="-1333200" y="2770450"/>
            <a:chExt cx="291450" cy="292225"/>
          </a:xfrm>
        </p:grpSpPr>
        <p:sp>
          <p:nvSpPr>
            <p:cNvPr id="10731" name="Google Shape;10731;p80"/>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0"/>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80"/>
          <p:cNvGrpSpPr/>
          <p:nvPr/>
        </p:nvGrpSpPr>
        <p:grpSpPr>
          <a:xfrm>
            <a:off x="2458506" y="1631256"/>
            <a:ext cx="423069" cy="420796"/>
            <a:chOff x="-5635200" y="2037975"/>
            <a:chExt cx="293025" cy="291450"/>
          </a:xfrm>
        </p:grpSpPr>
        <p:sp>
          <p:nvSpPr>
            <p:cNvPr id="10734" name="Google Shape;10734;p80"/>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80"/>
          <p:cNvGrpSpPr/>
          <p:nvPr/>
        </p:nvGrpSpPr>
        <p:grpSpPr>
          <a:xfrm>
            <a:off x="2456792" y="2140412"/>
            <a:ext cx="426499" cy="420796"/>
            <a:chOff x="-5637575" y="2397900"/>
            <a:chExt cx="295400" cy="291450"/>
          </a:xfrm>
        </p:grpSpPr>
        <p:sp>
          <p:nvSpPr>
            <p:cNvPr id="10737" name="Google Shape;10737;p80"/>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0"/>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0"/>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80"/>
          <p:cNvGrpSpPr/>
          <p:nvPr/>
        </p:nvGrpSpPr>
        <p:grpSpPr>
          <a:xfrm>
            <a:off x="2470455" y="2660397"/>
            <a:ext cx="423033" cy="421914"/>
            <a:chOff x="-5635975" y="2757075"/>
            <a:chExt cx="293000" cy="292225"/>
          </a:xfrm>
        </p:grpSpPr>
        <p:sp>
          <p:nvSpPr>
            <p:cNvPr id="10742" name="Google Shape;10742;p80"/>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80"/>
          <p:cNvGrpSpPr/>
          <p:nvPr/>
        </p:nvGrpSpPr>
        <p:grpSpPr>
          <a:xfrm>
            <a:off x="5154391" y="1631256"/>
            <a:ext cx="423069" cy="420796"/>
            <a:chOff x="-3854375" y="2046625"/>
            <a:chExt cx="293025" cy="291450"/>
          </a:xfrm>
        </p:grpSpPr>
        <p:sp>
          <p:nvSpPr>
            <p:cNvPr id="10745" name="Google Shape;10745;p80"/>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80"/>
          <p:cNvGrpSpPr/>
          <p:nvPr/>
        </p:nvGrpSpPr>
        <p:grpSpPr>
          <a:xfrm>
            <a:off x="5153254" y="2138717"/>
            <a:ext cx="425343" cy="424188"/>
            <a:chOff x="-3854375" y="2405000"/>
            <a:chExt cx="294600" cy="293800"/>
          </a:xfrm>
        </p:grpSpPr>
        <p:sp>
          <p:nvSpPr>
            <p:cNvPr id="10748" name="Google Shape;10748;p80"/>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0"/>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80"/>
          <p:cNvGrpSpPr/>
          <p:nvPr/>
        </p:nvGrpSpPr>
        <p:grpSpPr>
          <a:xfrm>
            <a:off x="5167459" y="2659838"/>
            <a:ext cx="420796" cy="423033"/>
            <a:chOff x="-3852025" y="2764950"/>
            <a:chExt cx="291450" cy="293000"/>
          </a:xfrm>
        </p:grpSpPr>
        <p:sp>
          <p:nvSpPr>
            <p:cNvPr id="10751" name="Google Shape;10751;p80"/>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80"/>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0"/>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5" name="Google Shape;10755;p80"/>
          <p:cNvGrpSpPr/>
          <p:nvPr/>
        </p:nvGrpSpPr>
        <p:grpSpPr>
          <a:xfrm>
            <a:off x="7890048" y="2660398"/>
            <a:ext cx="420796" cy="421914"/>
            <a:chOff x="-2060175" y="2768875"/>
            <a:chExt cx="291450" cy="292225"/>
          </a:xfrm>
        </p:grpSpPr>
        <p:sp>
          <p:nvSpPr>
            <p:cNvPr id="10756" name="Google Shape;10756;p80"/>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80"/>
          <p:cNvGrpSpPr/>
          <p:nvPr/>
        </p:nvGrpSpPr>
        <p:grpSpPr>
          <a:xfrm>
            <a:off x="1903657" y="3232071"/>
            <a:ext cx="421914" cy="420796"/>
            <a:chOff x="-937025" y="2064750"/>
            <a:chExt cx="292225" cy="291450"/>
          </a:xfrm>
        </p:grpSpPr>
        <p:sp>
          <p:nvSpPr>
            <p:cNvPr id="10759" name="Google Shape;10759;p80"/>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0"/>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80"/>
          <p:cNvGrpSpPr/>
          <p:nvPr/>
        </p:nvGrpSpPr>
        <p:grpSpPr>
          <a:xfrm>
            <a:off x="3006820" y="1630697"/>
            <a:ext cx="421951" cy="421914"/>
            <a:chOff x="-5276050" y="2037975"/>
            <a:chExt cx="292250" cy="292225"/>
          </a:xfrm>
        </p:grpSpPr>
        <p:sp>
          <p:nvSpPr>
            <p:cNvPr id="10763" name="Google Shape;10763;p80"/>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0"/>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6" name="Google Shape;10766;p80"/>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8" name="Google Shape;10768;p80"/>
          <p:cNvGrpSpPr/>
          <p:nvPr/>
        </p:nvGrpSpPr>
        <p:grpSpPr>
          <a:xfrm>
            <a:off x="5765634" y="1631256"/>
            <a:ext cx="324133" cy="420796"/>
            <a:chOff x="-3462150" y="2046625"/>
            <a:chExt cx="224500" cy="291450"/>
          </a:xfrm>
        </p:grpSpPr>
        <p:sp>
          <p:nvSpPr>
            <p:cNvPr id="10769" name="Google Shape;10769;p80"/>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0"/>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0"/>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0"/>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0"/>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0"/>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80"/>
          <p:cNvGrpSpPr/>
          <p:nvPr/>
        </p:nvGrpSpPr>
        <p:grpSpPr>
          <a:xfrm>
            <a:off x="5741197" y="2139276"/>
            <a:ext cx="373006" cy="423069"/>
            <a:chOff x="-3478675" y="2405775"/>
            <a:chExt cx="258350" cy="293025"/>
          </a:xfrm>
        </p:grpSpPr>
        <p:sp>
          <p:nvSpPr>
            <p:cNvPr id="10777" name="Google Shape;10777;p80"/>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0"/>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80"/>
          <p:cNvGrpSpPr/>
          <p:nvPr/>
        </p:nvGrpSpPr>
        <p:grpSpPr>
          <a:xfrm>
            <a:off x="5803715" y="2660398"/>
            <a:ext cx="271831" cy="421914"/>
            <a:chOff x="-3443250" y="2765725"/>
            <a:chExt cx="188275" cy="292225"/>
          </a:xfrm>
        </p:grpSpPr>
        <p:sp>
          <p:nvSpPr>
            <p:cNvPr id="10782" name="Google Shape;10782;p80"/>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0"/>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80"/>
          <p:cNvGrpSpPr/>
          <p:nvPr/>
        </p:nvGrpSpPr>
        <p:grpSpPr>
          <a:xfrm>
            <a:off x="832612" y="3230934"/>
            <a:ext cx="371887" cy="423069"/>
            <a:chOff x="-1684475" y="2049000"/>
            <a:chExt cx="257575" cy="293025"/>
          </a:xfrm>
        </p:grpSpPr>
        <p:sp>
          <p:nvSpPr>
            <p:cNvPr id="10787" name="Google Shape;10787;p80"/>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0"/>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0"/>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1" name="Google Shape;10791;p80"/>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2" name="Google Shape;10792;p80"/>
          <p:cNvGrpSpPr/>
          <p:nvPr/>
        </p:nvGrpSpPr>
        <p:grpSpPr>
          <a:xfrm>
            <a:off x="4122504" y="3231514"/>
            <a:ext cx="420796" cy="421914"/>
            <a:chOff x="-1700225" y="2768875"/>
            <a:chExt cx="291450" cy="292225"/>
          </a:xfrm>
        </p:grpSpPr>
        <p:sp>
          <p:nvSpPr>
            <p:cNvPr id="10793" name="Google Shape;10793;p80"/>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0"/>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0"/>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0"/>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0"/>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0"/>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0"/>
          <p:cNvGrpSpPr/>
          <p:nvPr/>
        </p:nvGrpSpPr>
        <p:grpSpPr>
          <a:xfrm>
            <a:off x="3590852" y="3230935"/>
            <a:ext cx="371887" cy="423069"/>
            <a:chOff x="-919700" y="2420750"/>
            <a:chExt cx="257575" cy="293025"/>
          </a:xfrm>
        </p:grpSpPr>
        <p:sp>
          <p:nvSpPr>
            <p:cNvPr id="10800" name="Google Shape;10800;p80"/>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0"/>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0"/>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80"/>
          <p:cNvGrpSpPr/>
          <p:nvPr/>
        </p:nvGrpSpPr>
        <p:grpSpPr>
          <a:xfrm>
            <a:off x="1926044" y="1645950"/>
            <a:ext cx="409531" cy="410617"/>
            <a:chOff x="6679825" y="2693700"/>
            <a:chExt cx="257875" cy="258575"/>
          </a:xfrm>
        </p:grpSpPr>
        <p:sp>
          <p:nvSpPr>
            <p:cNvPr id="10804" name="Google Shape;10804;p80"/>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80"/>
          <p:cNvGrpSpPr/>
          <p:nvPr/>
        </p:nvGrpSpPr>
        <p:grpSpPr>
          <a:xfrm>
            <a:off x="1915618" y="2142110"/>
            <a:ext cx="420531" cy="417262"/>
            <a:chOff x="6790450" y="3119050"/>
            <a:chExt cx="262750" cy="260675"/>
          </a:xfrm>
        </p:grpSpPr>
        <p:sp>
          <p:nvSpPr>
            <p:cNvPr id="10807" name="Google Shape;10807;p80"/>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0"/>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80"/>
          <p:cNvGrpSpPr/>
          <p:nvPr/>
        </p:nvGrpSpPr>
        <p:grpSpPr>
          <a:xfrm>
            <a:off x="6542730" y="3755436"/>
            <a:ext cx="358093" cy="407391"/>
            <a:chOff x="7660859" y="2571753"/>
            <a:chExt cx="366561" cy="417024"/>
          </a:xfrm>
        </p:grpSpPr>
        <p:sp>
          <p:nvSpPr>
            <p:cNvPr id="10810" name="Google Shape;10810;p80"/>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0"/>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0"/>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80"/>
          <p:cNvGrpSpPr/>
          <p:nvPr/>
        </p:nvGrpSpPr>
        <p:grpSpPr>
          <a:xfrm>
            <a:off x="4077412" y="3755436"/>
            <a:ext cx="407391" cy="407391"/>
            <a:chOff x="5566722" y="2571753"/>
            <a:chExt cx="417024" cy="417024"/>
          </a:xfrm>
        </p:grpSpPr>
        <p:sp>
          <p:nvSpPr>
            <p:cNvPr id="10814" name="Google Shape;10814;p80"/>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0"/>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80"/>
          <p:cNvGrpSpPr/>
          <p:nvPr/>
        </p:nvGrpSpPr>
        <p:grpSpPr>
          <a:xfrm>
            <a:off x="4693744" y="3857692"/>
            <a:ext cx="407381" cy="202880"/>
            <a:chOff x="6090251" y="2676413"/>
            <a:chExt cx="417014" cy="207677"/>
          </a:xfrm>
        </p:grpSpPr>
        <p:sp>
          <p:nvSpPr>
            <p:cNvPr id="10817" name="Google Shape;10817;p80"/>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0"/>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0"/>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0"/>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80"/>
          <p:cNvGrpSpPr/>
          <p:nvPr/>
        </p:nvGrpSpPr>
        <p:grpSpPr>
          <a:xfrm>
            <a:off x="5926398" y="3755436"/>
            <a:ext cx="407391" cy="407391"/>
            <a:chOff x="7137330" y="2571753"/>
            <a:chExt cx="417024" cy="417024"/>
          </a:xfrm>
        </p:grpSpPr>
        <p:sp>
          <p:nvSpPr>
            <p:cNvPr id="10822" name="Google Shape;10822;p80"/>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0"/>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0"/>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80"/>
          <p:cNvGrpSpPr/>
          <p:nvPr/>
        </p:nvGrpSpPr>
        <p:grpSpPr>
          <a:xfrm>
            <a:off x="5310066" y="3755436"/>
            <a:ext cx="407391" cy="407391"/>
            <a:chOff x="6613801" y="2571753"/>
            <a:chExt cx="417024" cy="417024"/>
          </a:xfrm>
        </p:grpSpPr>
        <p:sp>
          <p:nvSpPr>
            <p:cNvPr id="10826" name="Google Shape;10826;p80"/>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0"/>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0"/>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0"/>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0"/>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80"/>
          <p:cNvGrpSpPr/>
          <p:nvPr/>
        </p:nvGrpSpPr>
        <p:grpSpPr>
          <a:xfrm>
            <a:off x="7896740" y="3238780"/>
            <a:ext cx="407411" cy="407411"/>
            <a:chOff x="2964567" y="2571753"/>
            <a:chExt cx="417045" cy="417045"/>
          </a:xfrm>
        </p:grpSpPr>
        <p:sp>
          <p:nvSpPr>
            <p:cNvPr id="10832" name="Google Shape;10832;p80"/>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0"/>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80"/>
          <p:cNvGrpSpPr/>
          <p:nvPr/>
        </p:nvGrpSpPr>
        <p:grpSpPr>
          <a:xfrm>
            <a:off x="1612062" y="3815897"/>
            <a:ext cx="407391" cy="286470"/>
            <a:chOff x="3476576" y="2633631"/>
            <a:chExt cx="417024" cy="293244"/>
          </a:xfrm>
        </p:grpSpPr>
        <p:sp>
          <p:nvSpPr>
            <p:cNvPr id="10835" name="Google Shape;10835;p80"/>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0"/>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80"/>
          <p:cNvGrpSpPr/>
          <p:nvPr/>
        </p:nvGrpSpPr>
        <p:grpSpPr>
          <a:xfrm>
            <a:off x="2228394" y="3755508"/>
            <a:ext cx="407411" cy="407248"/>
            <a:chOff x="3988564" y="2571836"/>
            <a:chExt cx="417045" cy="416878"/>
          </a:xfrm>
        </p:grpSpPr>
        <p:sp>
          <p:nvSpPr>
            <p:cNvPr id="10838" name="Google Shape;10838;p80"/>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0"/>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0"/>
          <p:cNvGrpSpPr/>
          <p:nvPr/>
        </p:nvGrpSpPr>
        <p:grpSpPr>
          <a:xfrm>
            <a:off x="2844747" y="3755436"/>
            <a:ext cx="407391" cy="407391"/>
            <a:chOff x="4500573" y="2571753"/>
            <a:chExt cx="417024" cy="417024"/>
          </a:xfrm>
        </p:grpSpPr>
        <p:sp>
          <p:nvSpPr>
            <p:cNvPr id="10841" name="Google Shape;10841;p80"/>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0"/>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80"/>
          <p:cNvGrpSpPr/>
          <p:nvPr/>
        </p:nvGrpSpPr>
        <p:grpSpPr>
          <a:xfrm>
            <a:off x="3461079" y="3755436"/>
            <a:ext cx="407391" cy="407391"/>
            <a:chOff x="5012603" y="2571753"/>
            <a:chExt cx="417024" cy="417024"/>
          </a:xfrm>
        </p:grpSpPr>
        <p:sp>
          <p:nvSpPr>
            <p:cNvPr id="10844" name="Google Shape;10844;p80"/>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0"/>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6" name="Google Shape;10846;p80"/>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7" name="Google Shape;10847;p80"/>
          <p:cNvGrpSpPr/>
          <p:nvPr/>
        </p:nvGrpSpPr>
        <p:grpSpPr>
          <a:xfrm>
            <a:off x="5721826" y="3238790"/>
            <a:ext cx="407432" cy="407391"/>
            <a:chOff x="812101" y="2571761"/>
            <a:chExt cx="417066" cy="417024"/>
          </a:xfrm>
        </p:grpSpPr>
        <p:sp>
          <p:nvSpPr>
            <p:cNvPr id="10848" name="Google Shape;10848;p8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0"/>
          <p:cNvGrpSpPr/>
          <p:nvPr/>
        </p:nvGrpSpPr>
        <p:grpSpPr>
          <a:xfrm>
            <a:off x="6242420" y="3238790"/>
            <a:ext cx="407391" cy="407391"/>
            <a:chOff x="1323129" y="2571761"/>
            <a:chExt cx="417024" cy="417024"/>
          </a:xfrm>
        </p:grpSpPr>
        <p:sp>
          <p:nvSpPr>
            <p:cNvPr id="10853" name="Google Shape;10853;p8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7" name="Google Shape;10857;p80"/>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8" name="Google Shape;10858;p80"/>
          <p:cNvGrpSpPr/>
          <p:nvPr/>
        </p:nvGrpSpPr>
        <p:grpSpPr>
          <a:xfrm>
            <a:off x="7378895" y="3238843"/>
            <a:ext cx="408023" cy="407411"/>
            <a:chOff x="2344476" y="2571761"/>
            <a:chExt cx="417671" cy="417045"/>
          </a:xfrm>
        </p:grpSpPr>
        <p:sp>
          <p:nvSpPr>
            <p:cNvPr id="10859" name="Google Shape;10859;p80"/>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0"/>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80"/>
          <p:cNvGrpSpPr/>
          <p:nvPr/>
        </p:nvGrpSpPr>
        <p:grpSpPr>
          <a:xfrm>
            <a:off x="7109755" y="3759535"/>
            <a:ext cx="399178" cy="399178"/>
            <a:chOff x="2038375" y="3798025"/>
            <a:chExt cx="841792" cy="841792"/>
          </a:xfrm>
        </p:grpSpPr>
        <p:sp>
          <p:nvSpPr>
            <p:cNvPr id="10862" name="Google Shape;10862;p80"/>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0"/>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67" name="Shape 10867"/>
        <p:cNvGrpSpPr/>
        <p:nvPr/>
      </p:nvGrpSpPr>
      <p:grpSpPr>
        <a:xfrm>
          <a:off x="0" y="0"/>
          <a:ext cx="0" cy="0"/>
          <a:chOff x="0" y="0"/>
          <a:chExt cx="0" cy="0"/>
        </a:xfrm>
      </p:grpSpPr>
      <p:pic>
        <p:nvPicPr>
          <p:cNvPr id="10868" name="Google Shape;10868;p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Greenwashing Impact Thesis Defense by Slidesgo">
  <a:themeElements>
    <a:clrScheme name="Simple Light">
      <a:dk1>
        <a:srgbClr val="134E2D"/>
      </a:dk1>
      <a:lt1>
        <a:srgbClr val="2E2E2E"/>
      </a:lt1>
      <a:dk2>
        <a:srgbClr val="FFFFFF"/>
      </a:dk2>
      <a:lt2>
        <a:srgbClr val="07902A"/>
      </a:lt2>
      <a:accent1>
        <a:srgbClr val="7EB730"/>
      </a:accent1>
      <a:accent2>
        <a:srgbClr val="23B759"/>
      </a:accent2>
      <a:accent3>
        <a:srgbClr val="FFFFFF"/>
      </a:accent3>
      <a:accent4>
        <a:srgbClr val="FFFFFF"/>
      </a:accent4>
      <a:accent5>
        <a:srgbClr val="FFFFFF"/>
      </a:accent5>
      <a:accent6>
        <a:srgbClr val="FFFFFF"/>
      </a:accent6>
      <a:hlink>
        <a:srgbClr val="2E2E2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